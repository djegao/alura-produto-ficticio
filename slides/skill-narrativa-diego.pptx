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24387048" cy="13716000"/>
  <p:notesSz cx="13716000" cy="24387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 skill não escreve no meu lugar. Ela guarda o jeito que eu escrevo, pra que qualquer sessão do Claude continue o curso sem trocar a minha voz pela de um locutor."
"Ela tem sete regras, e nenhuma foi inventada: cada uma saiu de uma frase que eu já falei em aula."
"E tem um teste simples: se o parágrafo serviria pra qualquer instrutor falando de qualquer produto, já 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"Repara no fundo deste slide: ele é claro, e não é escolha estética. Quadro comparativo de três colunas mora no fundo claro; fala conceitual mora no preto."
"As três regras aqui eu não deduzi — elas foram medidas nos slides que já existem."
"E aquela faixa embaixo é uma regra que a skill protege: azul, verde e roxo são Evals, Observabilidade e Conformidade. Essas três cores significam alguma coisa, então não entram em cartão decorativo."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 funil é o que o aluno vê na tela: cenário, critério, resposta, evidência. Quatro passos, e eu não mexo neles."
"O que a skill acrescenta é a cobrança: sempre que uma afirmação puder ficar subjetiva, ela me devolve a pergunta — como eu saberia?"
"E o alvo não é você sair daqui sabendo mais. É você sair decidindo melhor. Se um bloco não muda uma decisão, ele é enfeite, e enfeite eu corto."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Studio 2\Desktop\6498 Evals\alura-produto-ficticio\slides\gerador-alura\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C:\Users\PC Studio 2\Desktop\6498 Evals\alura-produto-ficticio\slides\gerador-alura\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110960" y="2377440"/>
            <a:ext cx="4937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13131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01</a:t>
            </a:r>
            <a:endParaRPr lang="en-US" sz="260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141732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COMO A SKILL FUNCIONA · 01 DE 03</a:t>
            </a:r>
            <a:endParaRPr lang="en-US" sz="21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2148840"/>
            <a:ext cx="1591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Ela não escreve por mim.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Ela me impede de virar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locutor do meu curso.</a:t>
            </a:r>
            <a:endParaRPr lang="en-US" sz="6000" dirty="0"/>
          </a:p>
        </p:txBody>
      </p:sp>
      <p:sp>
        <p:nvSpPr>
          <p:cNvPr id="7" name="Shape 3"/>
          <p:cNvSpPr/>
          <p:nvPr/>
        </p:nvSpPr>
        <p:spPr>
          <a:xfrm>
            <a:off x="2423160" y="6190488"/>
            <a:ext cx="118872" cy="118872"/>
          </a:xfrm>
          <a:prstGeom prst="rect">
            <a:avLst/>
          </a:prstGeom>
          <a:solidFill>
            <a:srgbClr val="1F53E5"/>
          </a:solidFill>
          <a:ln w="12700">
            <a:solidFill>
              <a:srgbClr val="1F53E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880360" y="5897880"/>
            <a:ext cx="1453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Tudo sai em primeira pessoa: eu conto o que eu fiz no produto, não explico um tema de fora.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2423160" y="7671816"/>
            <a:ext cx="118872" cy="118872"/>
          </a:xfrm>
          <a:prstGeom prst="rect">
            <a:avLst/>
          </a:prstGeom>
          <a:solidFill>
            <a:srgbClr val="1F53E5"/>
          </a:solidFill>
          <a:ln w="12700">
            <a:solidFill>
              <a:srgbClr val="1F53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880360" y="7379208"/>
            <a:ext cx="1453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São sete regras de voz, e cada uma está amarrada a uma frase minha que já foi gravada.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2423160" y="9153144"/>
            <a:ext cx="118872" cy="118872"/>
          </a:xfrm>
          <a:prstGeom prst="rect">
            <a:avLst/>
          </a:prstGeom>
          <a:solidFill>
            <a:srgbClr val="1F53E5"/>
          </a:solidFill>
          <a:ln w="12700">
            <a:solidFill>
              <a:srgbClr val="1F53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80360" y="8860536"/>
            <a:ext cx="1453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o parágrafo pudesse ter sido escrito por qualquer instrutor sobre qualquer produto, a voz já se perdeu.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2423160" y="10424160"/>
            <a:ext cx="14996160" cy="1874520"/>
          </a:xfrm>
          <a:prstGeom prst="roundRect">
            <a:avLst>
              <a:gd name="adj" fmla="val 3902"/>
            </a:avLst>
          </a:prstGeom>
          <a:solidFill>
            <a:srgbClr val="131316"/>
          </a:solidFill>
          <a:ln w="12700">
            <a:solidFill>
              <a:srgbClr val="13131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23160" y="10424160"/>
            <a:ext cx="91440" cy="1874520"/>
          </a:xfrm>
          <a:prstGeom prst="rect">
            <a:avLst/>
          </a:prstGeom>
          <a:solidFill>
            <a:srgbClr val="1F53E5"/>
          </a:solidFill>
          <a:ln w="12700">
            <a:solidFill>
              <a:srgbClr val="1F53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971800" y="10625328"/>
            <a:ext cx="1399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"Se precisa de você pra julgar, não é critério, é gosto."</a:t>
            </a:r>
            <a:endParaRPr lang="en-US" sz="2700" dirty="0"/>
          </a:p>
        </p:txBody>
      </p:sp>
      <p:sp>
        <p:nvSpPr>
          <p:cNvPr id="16" name="Text 12"/>
          <p:cNvSpPr txBox="1"/>
          <p:nvPr/>
        </p:nvSpPr>
        <p:spPr>
          <a:xfrm>
            <a:off x="2971800" y="11475720"/>
            <a:ext cx="1399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 seção fecha assim: uma frase curta e defensável. É ela que vira o negrito do slide e o corte da edição.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423160" y="12755880"/>
            <a:ext cx="1816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narrativa-diego — curso Evals, observabilidade e conformidade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0775168" y="1275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244048" y="237744"/>
            <a:ext cx="859536" cy="914400"/>
          </a:xfrm>
          <a:prstGeom prst="roundRect">
            <a:avLst>
              <a:gd name="adj" fmla="val 12766"/>
            </a:avLst>
          </a:prstGeom>
          <a:solidFill>
            <a:srgbClr val="0C0C0E"/>
          </a:solidFill>
          <a:ln w="12700">
            <a:solidFill>
              <a:srgbClr val="0C0C0E"/>
            </a:solidFill>
            <a:prstDash val="solid"/>
          </a:ln>
        </p:spPr>
      </p:sp>
      <p:pic>
        <p:nvPicPr>
          <p:cNvPr id="3" name="Image 0" descr="C:\Users\PC Studio 2\Desktop\6498 Evals\alura-produto-ficticio\slides\gerador-alura\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423160" y="141732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0" kern="0" dirty="0">
                <a:solidFill>
                  <a:srgbClr val="0429BC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COMO A SKILL FUNCIONA · 02 DE 03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2423160" y="2103120"/>
            <a:ext cx="1783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Ela sabe montar o slide do jeito que eu monto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3657600"/>
            <a:ext cx="1783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Três regras de construção, medidas nos slides 1–68 do deck mestre — não deduzidas.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423160" y="4846320"/>
            <a:ext cx="6147816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23160" y="4846320"/>
            <a:ext cx="6147816" cy="146304"/>
          </a:xfrm>
          <a:prstGeom prst="rect">
            <a:avLst/>
          </a:prstGeom>
          <a:solidFill>
            <a:srgbClr val="0429BC"/>
          </a:solidFill>
          <a:ln w="12700">
            <a:solidFill>
              <a:srgbClr val="0429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0" y="539496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0429BC"/>
          </a:solidFill>
          <a:ln w="12700">
            <a:solidFill>
              <a:srgbClr val="0429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53949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6400800"/>
            <a:ext cx="5141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Animação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forçada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7955280"/>
            <a:ext cx="5141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Duplico o slide e acrescento um componente por vez, com o anterior idêntico e na mesma posição. Sem recurso de animação: sobrevive ao PDF e dá um frame por batida da fala.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119616" y="4846320"/>
            <a:ext cx="6147816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19616" y="4846320"/>
            <a:ext cx="6147816" cy="146304"/>
          </a:xfrm>
          <a:prstGeom prst="rect">
            <a:avLst/>
          </a:prstGeom>
          <a:solidFill>
            <a:srgbClr val="1F53E5"/>
          </a:solidFill>
          <a:ln w="12700">
            <a:solidFill>
              <a:srgbClr val="1F53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22536" y="539496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1F53E5"/>
          </a:solidFill>
          <a:ln w="12700">
            <a:solidFill>
              <a:srgbClr val="1F53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22536" y="53949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622536" y="6400800"/>
            <a:ext cx="5141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Densidade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cognitiva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622536" y="7955280"/>
            <a:ext cx="5141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slide carrega a estrutura; a profundidade é minha, na fala. Se o aluno precisa ler tudo antes de me ouvir, o slide está fazendo trabalho demais.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5816072" y="4846320"/>
            <a:ext cx="6147816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816072" y="4846320"/>
            <a:ext cx="6147816" cy="146304"/>
          </a:xfrm>
          <a:prstGeom prst="rect">
            <a:avLst/>
          </a:prstGeom>
          <a:solidFill>
            <a:srgbClr val="010C53"/>
          </a:solidFill>
          <a:ln w="12700">
            <a:solidFill>
              <a:srgbClr val="010C5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318992" y="539496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010C53"/>
          </a:solidFill>
          <a:ln w="12700">
            <a:solidFill>
              <a:srgbClr val="010C5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6318992" y="53949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16318992" y="6400800"/>
            <a:ext cx="5141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Cinco famílias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0C0C0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de fundo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16318992" y="7955280"/>
            <a:ext cx="5141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fundo é escolhido pela função, não pelo gosto: divisor, fala conceitual, quadro comparativo, opinião × critério e diagrama. Este slide é da terceira.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2423160" y="10515600"/>
            <a:ext cx="1954072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926080" y="1051560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B7F8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AS TRÊS CORES QUE CARREGAM SIGNIFICADO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9738360" y="10963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05288" y="105156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0C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Evals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13944600" y="10963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4511528" y="105156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0C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Observabilidade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18150840" y="10963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8717768" y="105156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0C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Conformidade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2423160" y="12755880"/>
            <a:ext cx="1816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B7F8E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narrativa-diego — curso Evals, observabilidade e conformidade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20775168" y="1275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B7F8E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F8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244048" y="237744"/>
            <a:ext cx="859536" cy="914400"/>
          </a:xfrm>
          <a:prstGeom prst="roundRect">
            <a:avLst>
              <a:gd name="adj" fmla="val 12766"/>
            </a:avLst>
          </a:prstGeom>
          <a:solidFill>
            <a:srgbClr val="0C0C0E"/>
          </a:solidFill>
          <a:ln w="12700">
            <a:solidFill>
              <a:srgbClr val="0C0C0E"/>
            </a:solidFill>
            <a:prstDash val="solid"/>
          </a:ln>
        </p:spPr>
      </p:sp>
      <p:pic>
        <p:nvPicPr>
          <p:cNvPr id="3" name="Image 0" descr="C:\Users\PC Studio 2\Desktop\6498 Evals\alura-produto-ficticio\slides\gerador-alura\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423160" y="141732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300" kern="0" dirty="0">
                <a:solidFill>
                  <a:srgbClr val="010C5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COMO A SKILL FUNCIONA · 03 DE 03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2423160" y="1965960"/>
            <a:ext cx="1783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 ela cobra a pergunta que fecha tudo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2958084" y="3977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958084" y="39776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0C5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 Cenário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90004" y="39776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804404" y="3977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04404" y="39776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0C5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2. Critério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1736324" y="39776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2650724" y="3977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650724" y="39776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0C5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3. Resposta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6582644" y="39776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17497044" y="3977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497044" y="39776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0C5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4. Evidência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423160" y="5440680"/>
            <a:ext cx="19540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10C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funil canônico do curso — quatro passos, desenhado nos slides 52–57, e não muda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2423160" y="6446520"/>
            <a:ext cx="1078992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63240" y="67665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7B7F8E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 PERGUNTA-ÂNCORA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063240" y="731520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010C5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Como eu saberia?</a:t>
            </a:r>
            <a:endParaRPr lang="en-US" sz="5000" dirty="0"/>
          </a:p>
        </p:txBody>
      </p:sp>
      <p:sp>
        <p:nvSpPr>
          <p:cNvPr id="21" name="Text 18"/>
          <p:cNvSpPr txBox="1"/>
          <p:nvPr/>
        </p:nvSpPr>
        <p:spPr>
          <a:xfrm>
            <a:off x="3063240" y="85496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7B7F8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Está literal nas minhas notas dos slides 43–50. Se o bloco termina numa afirmação que ficou subjetiva, ele não está pronto.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4036040" y="6446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10C5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ANTES DE DAR UM BLOCO POR PRONTO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4036040" y="7278624"/>
            <a:ext cx="274320" cy="274320"/>
          </a:xfrm>
          <a:prstGeom prst="rect">
            <a:avLst/>
          </a:prstGeom>
          <a:solidFill>
            <a:srgbClr val="5F8B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4584680" y="71780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decisão o aluno toma melhor depois disto?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14036040" y="8055864"/>
            <a:ext cx="274320" cy="274320"/>
          </a:xfrm>
          <a:prstGeom prst="rect">
            <a:avLst/>
          </a:prstGeom>
          <a:solidFill>
            <a:srgbClr val="5F8B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4584680" y="79552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Onde isso aparece no produto real, com dado na tela?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14036040" y="8833104"/>
            <a:ext cx="274320" cy="274320"/>
          </a:xfrm>
          <a:prstGeom prst="rect">
            <a:avLst/>
          </a:prstGeom>
          <a:solidFill>
            <a:srgbClr val="5F8B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4584680" y="87325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Dá pra tirar metade do texto sem perder a ideia?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2423160" y="10058400"/>
            <a:ext cx="19540728" cy="1143000"/>
          </a:xfrm>
          <a:prstGeom prst="rect">
            <a:avLst/>
          </a:prstGeom>
          <a:solidFill>
            <a:srgbClr val="010C53"/>
          </a:solidFill>
          <a:ln w="12700">
            <a:solidFill>
              <a:srgbClr val="010C5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063240" y="10058400"/>
            <a:ext cx="18260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5F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LEMBRE-SE: não estamos avaliando o modelo, e sim o comportamento esperado do produto.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2423160" y="11475720"/>
            <a:ext cx="19540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Bloco que não muda uma decisão é ornamento — corte.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2423160" y="12755880"/>
            <a:ext cx="1816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0C53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 narrativa-diego — curso Evals, observabilidade e conformidade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20775168" y="1275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10C53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ncode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narrativa-diego</dc:title>
  <dc:subject>PptxGenJS Presentation</dc:subject>
  <dc:creator>Diego Rosales</dc:creator>
  <cp:lastModifiedBy>Diego Rosales</cp:lastModifiedBy>
  <cp:revision>1</cp:revision>
  <dcterms:created xsi:type="dcterms:W3CDTF">2026-09-03T20:37:49Z</dcterms:created>
  <dcterms:modified xsi:type="dcterms:W3CDTF">2026-09-03T20:37:49Z</dcterms:modified>
</cp:coreProperties>
</file>