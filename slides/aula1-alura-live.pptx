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Ciclo completo ao vivo: detectar, diagnosticar,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vídeo 1.1 — continue falando, sem parar. Esta versão é pra ritmo ao vivo; o corte de edição usa o outro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vídeo 1.2 — continue falando, sem parar. Esta versão é pra ritmo ao vivo; o corte de edição usa o outro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vídeo 1.3 — continue falando, sem parar. Esta versão é pra ritmo ao vivo; o corte de edição usa o outro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vídeo 1.4 — continue falando, sem parar. Esta versão é pra ritmo ao vivo; o corte de edição usa o outro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vídeo 1.5 — continue falando, sem parar. Esta versão é pra ritmo ao vivo; o corte de edição usa o outro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vídeo 1.6 — continue falando, sem parar. Esta versão é pra ritmo ao vivo; o corte de edição usa o outro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0"/>
            <a:ext cx="16294608" cy="13716000"/>
          </a:xfrm>
          <a:prstGeom prst="rect">
            <a:avLst/>
          </a:prstGeom>
        </p:spPr>
      </p:pic>
      <p:pic>
        <p:nvPicPr>
          <p:cNvPr id="4" name="Image 2" descr="art\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2423160" y="1874520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EVALS, OBSERVABILIDADE E CONFORMIDADE</a:t>
            </a: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2423160" y="2697480"/>
            <a:ext cx="1316736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Construindo com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IA: o primeiro</a:t>
            </a:r>
            <a:endParaRPr lang="en-US" sz="10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4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produto agêntico</a:t>
            </a:r>
            <a:endParaRPr lang="en-US" sz="10400" dirty="0"/>
          </a:p>
        </p:txBody>
      </p:sp>
      <p:sp>
        <p:nvSpPr>
          <p:cNvPr id="7" name="Text 2"/>
          <p:cNvSpPr txBox="1"/>
          <p:nvPr/>
        </p:nvSpPr>
        <p:spPr>
          <a:xfrm>
            <a:off x="2423160" y="8732520"/>
            <a:ext cx="1362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A7A9B4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1 — por que builders de produto de IA precisam de evals</a:t>
            </a:r>
            <a:endParaRPr lang="en-US" sz="3800" dirty="0"/>
          </a:p>
        </p:txBody>
      </p:sp>
      <p:sp>
        <p:nvSpPr>
          <p:cNvPr id="8" name="Text 3"/>
          <p:cNvSpPr txBox="1"/>
          <p:nvPr/>
        </p:nvSpPr>
        <p:spPr>
          <a:xfrm>
            <a:off x="2423160" y="10744200"/>
            <a:ext cx="1389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produto agêntico real, no ar, usado de verdade todo dia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1.1 A cena que se repete</a:t>
            </a:r>
            <a:endParaRPr lang="en-US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Funcionou lindo na demo. E depois?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Você monta uma funcionalidade com IA. Testa três vezes, três vezes funciona. Você entrega.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semana depois, alguém pergunta: "aquela mudança que você fez ajudou ou atrapalhou?"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você não sabe responder. Não porque não trabalhou — porque não tinha como medir.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1.1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separa quem evolui rápido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tentação é focar no que dá pra controlar: qual modelo usar, qual framework, qual banco de dados.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Só que builders que dão certo raramente falam de ferramenta. Eles falam de medição.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Eles sabem, a cada mudança, se o produto ficou melhor ou pior. O resto do trabalho fica mais fácil por causa disso.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1.2 Os três pilares desta jornada</a:t>
            </a:r>
            <a:endParaRPr lang="en-US" sz="9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Três perguntas que sustentam um produto de IA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Evals: como eu sei que a resposta é boa, sem reler cada uma à mão?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Observabilidade: como eu enxergo o que está acontecendo, sem estar olhando o tempo todo?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Conformidade: como eu garanto que o produto não passa de limites que protegem quem usa?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1.2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Os três se alimentam um do outro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são etapas separadas — um eval mal feito deixa passar a falha que só a observabilidade encontra depois.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uma falha sem guardrail vira o tipo de incidente que a conformidade deveria ter barrado antes.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aula começa pela primeira pergunta. É onde tudo o mais se apoia.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1.3 Conhecendo o Chef Caseiro</a:t>
            </a:r>
            <a:endParaRPr lang="en-US" sz="9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1.3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produto que vamos investigar juntos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Chef Caseiro sugere o que cozinhar com o que a casa já tem — sem inventar ingrediente, sem ignorar restrição.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Não é protótipo de slide: está no ar, com dado real, e a minha casa usa ele de verdade.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por isso que ele serve pra este curso. Produto que ninguém usa nunca falha de um jeito interessante.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1.3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essa inteligência pode fazer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 pode consultar o que está no estoque, antes de sugerir qualquer prato.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 pode consultar as restrições da casa — alergia, dieta, o que a família não come.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ela decide, sozinha, quando usar cada uma dessas capacidades. Ninguém escreveu um roteiro fixo para ela seguir.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1.3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estoque real não é uma lista limpa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despensa, agora: 41 itens. "Arroz" aparece em quatro registros diferentes — e um deles está zerado.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"Feijão carioca" e "feijao". "Macarrão espaguete" e "macarrao". Três molhos de tomate, um deles vazio.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 essa imagem. Ela é o motivo de "ela usou só o que eu tenho?" ser uma pergunta difícil de responder.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1.4 Um pedido de verdade, ao vivo</a:t>
            </a:r>
            <a:endParaRPr lang="en-US" sz="9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Vou pedir do jeito que eu pediria pra uma pessoa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prompt especial, sem truque de engenharia: um pedido de jantar em português, como qualquer um da casa faria.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restrições da casa já estão cadastradas há semanas — evitar carne de porco, preferência por vinho tinto seco.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5679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5496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Presta atenção no que ela faz antes de responder: ela para pra consultar, ou já sai sugerindo?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1.4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 pergunta que fica no ar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sugestão parece boa. Mas "parece boa" é uma opinião minha, no momento em que eu li — nada mais que isso.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 respeitou mesmo as restrições? Usou só o que eu realmente tenho — inclusive o arroz que está zerado?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essa é exatamente a cena do começo desta aula, acontecendo comigo, no meu próprio produto, agora.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1.5 O mesmo pedido, outro motor</a:t>
            </a:r>
            <a:endParaRPr lang="en-US" sz="9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1.5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Todo produto de IA tem eixos que dá pra girar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modelo que gera a resposta é um eixo. A instrução que orienta o modelo é outro. Os dados que ele consulta são o terceiro.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Neste produto eu giro o eixo do modelo ao vivo, na própria barra de configuração — sem deploy, sem tocar em código.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5679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5496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Vou girar um eixo só: mesmo pedido, mesmo estoque, mesmas restrições — outro modelo.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1.5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Duas respostas — e nenhuma régua pra escolher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Mudou o prato, mudou o jeito de escrever, mudaram os ingredientes escolhidos, mudou o tamanho da resposta.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Agora responde rápido: qual das duas é melhor? E na próxima pergunta, vai continuar sendo a mesma?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girei um eixo e não sei dizer se melhorei ou piorei o produto. É esse buraco que o curso inteiro fecha.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2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16552" y="4023360"/>
            <a:ext cx="1554480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1.6 O ciclo que faz a diferença</a:t>
            </a:r>
            <a:endParaRPr lang="en-US" sz="9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VÍDEO 1.6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Avaliar, entender, mudar — e de novo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produto de IA que evolui rápido gira o mesmo ciclo: avaliar a qualidade, entender o que saiu errado, mudar o comportamento.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967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9494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Quanto mais rápido e barato for avaliar, mais vezes esse ciclo gira — e mais rápido o produto melhora.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8019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80010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Hoje eu girei o ciclo pela metade: mudei o comportamento, mas não avaliei nada. Só senti.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mal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art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423160" y="2148840"/>
            <a:ext cx="19540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5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FECHAMENTO DA AULA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2423160" y="2880360"/>
            <a:ext cx="1874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dirty="0">
                <a:solidFill>
                  <a:srgbClr val="BDBFC7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O que aprendemos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2423160" y="53675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37560" y="534924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problema não é ter dúvida se uma mudança ajudou — é não ter como responder essa dúvida.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2423160" y="6419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3337560" y="640080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Conheci um produto agêntico real, no ar, e o estoque bagunçado que ele consulta de verdade.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2423160" y="7470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745236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dirty="0">
                <a:solidFill>
                  <a:srgbClr val="A7A9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Girei um eixo, vi a resposta mudar na minha frente, e não soube dizer se ficou melhor.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85222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53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8503920"/>
            <a:ext cx="1792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BDBF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próxima aula, eu paro de sentir se a sugestão foi boa e começo a construir uma forma de saber.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2423160" y="12755880"/>
            <a:ext cx="1954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9B4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1 — O produto agêntico do zero — Evals, observabilidade e conformidade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6072" y="402336"/>
            <a:ext cx="475488" cy="594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3160" y="5029200"/>
            <a:ext cx="19540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1F53E5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 1 CONCLUÍDA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423160" y="5989320"/>
            <a:ext cx="1783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Eu senti que foi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bom. Na próxima</a:t>
            </a:r>
            <a:endParaRPr lang="en-US" sz="7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7800" dirty="0">
                <a:solidFill>
                  <a:srgbClr val="F4F5F6"/>
                </a:solidFill>
                <a:latin typeface="Encode Sans" pitchFamily="34" charset="0"/>
                <a:ea typeface="Encode Sans" pitchFamily="34" charset="-122"/>
                <a:cs typeface="Encode Sans" pitchFamily="34" charset="-120"/>
              </a:rPr>
              <a:t>aula, eu vou saber.</a:t>
            </a:r>
            <a:endParaRPr lang="en-US" sz="7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ncode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2026-09-03T19:29:35Z</dcterms:created>
  <dcterms:modified xsi:type="dcterms:W3CDTF">2026-09-03T19:29:35Z</dcterms:modified>
</cp:coreProperties>
</file>