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24387048" cy="13716000"/>
  <p:notesSz cx="13716000" cy="2438704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Ciclo completo ao vivo: detectar, diagnosticar, corrigir.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do vídeo 1.1 — continue falando, sem parar. Esta versão é pra ritmo ao vivo; o corte de edição usa o outro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do vídeo 1.2 — continue falando, sem parar. Esta versão é pra ritmo ao vivo; o corte de edição usa o outro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do vídeo 1.3 — continue falando, sem parar. Esta versão é pra ritmo ao vivo; o corte de edição usa o outro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do vídeo 1.4 — continue falando, sem parar. Esta versão é pra ritmo ao vivo; o corte de edição usa o outro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do vídeo 1.5 — continue falando, sem parar. Esta versão é pra ritmo ao vivo; o corte de edição usa o outro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do vídeo 1.6 — continue falando, sem parar. Esta versão é pra ritmo ao vivo; o corte de edição usa o outro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0"/>
            <a:ext cx="16294608" cy="13716000"/>
          </a:xfrm>
          <a:prstGeom prst="rect">
            <a:avLst/>
          </a:prstGeom>
        </p:spPr>
      </p:pic>
      <p:pic>
        <p:nvPicPr>
          <p:cNvPr id="4" name="Image 2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2423160" y="1874520"/>
            <a:ext cx="1325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EVALS, OBSERVABILIDADE E CONFORMIDADE</a:t>
            </a: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2423160" y="2697480"/>
            <a:ext cx="13167360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Construindo com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IA: o primeiro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produto agêntico</a:t>
            </a:r>
            <a:endParaRPr lang="en-US" sz="10400" dirty="0"/>
          </a:p>
        </p:txBody>
      </p:sp>
      <p:sp>
        <p:nvSpPr>
          <p:cNvPr id="7" name="Text 2"/>
          <p:cNvSpPr txBox="1"/>
          <p:nvPr/>
        </p:nvSpPr>
        <p:spPr>
          <a:xfrm>
            <a:off x="2423160" y="8732520"/>
            <a:ext cx="1362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rgbClr val="A7A9B4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1 — por que builders de produto de IA precisam de evals</a:t>
            </a:r>
            <a:endParaRPr lang="en-US" sz="3800" dirty="0"/>
          </a:p>
        </p:txBody>
      </p:sp>
      <p:sp>
        <p:nvSpPr>
          <p:cNvPr id="8" name="Text 3"/>
          <p:cNvSpPr txBox="1"/>
          <p:nvPr/>
        </p:nvSpPr>
        <p:spPr>
          <a:xfrm>
            <a:off x="2423160" y="10744200"/>
            <a:ext cx="1389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Produto zerado, ao vivo — nenhuma sugestão, nenhum dado ainda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1.1 A cena que se repete</a:t>
            </a:r>
            <a:endParaRPr lang="en-US" sz="9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Funcionou lindo na demo. E depois?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Você monta uma funcionalidade com IA. Testa três vezes, três vezes funciona. Você entrega.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Uma semana depois, alguém pergunta: "aquela mudança que você fez ajudou ou atrapalhou?"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você não sabe responder. Não porque não trabalhou — porque não tinha como medir.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separa quem evolui rápido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tentação é focar no que dá pra controlar: qual modelo usar, qual framework, qual banco de dados.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Só que builders que dão certo raramente falam de ferramenta. Eles falam de medição.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Eles sabem, a cada mudança, se o produto ficou melhor ou pior. O resto do trabalho fica mais fácil por causa disso.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1.2 Os três pilares desta jornada</a:t>
            </a:r>
            <a:endParaRPr lang="en-US" sz="9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Três perguntas que sustentam um produto de IA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Evals: como eu sei que a resposta é boa, sem reler cada uma à mão?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Observabilidade: como eu enxergo o que está acontecendo, sem estar olhando o tempo todo?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Conformidade: como eu garanto que o produto não passa de limites que protegem quem usa?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Os três se alimentam um do outro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Não são etapas separadas — um eval mal feito deixa passar a falha que só a observabilidade encontra depois.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uma falha sem guardrail vira o tipo de incidente que a conformidade deveria ter barrado antes.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 aula começa pela primeira pergunta. É onde tudo o mais se apoia.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1.3 Conhecendo o Chef Caseiro</a:t>
            </a:r>
            <a:endParaRPr lang="en-US" sz="9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produto que vamos construir junto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Chef Caseiro sugere o que cozinhar com o que a casa já tem — sem inventar ingrediente, sem ignorar restrição.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Por trás da sugestão tem uma inteligência que decide sozinha: será que preciso checar o estoque antes de responder?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5679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5496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Hoje ele está zerado. Nenhuma sugestão ainda, nenhum dado — para eu te mostrar cada passo, ao vivo, do início.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essa inteligência pode fazer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 pode consultar o que está no estoque, antes de sugerir qualquer prato.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 pode consultar as restrições da casa — alergia, dieta, o que a família não gosta.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ela decide, sozinha, quando usar cada uma dessas capacidades. Ninguém escreveu um roteiro fixo para ela seguir.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1.4 O primeiro pedido, ao vivo</a:t>
            </a:r>
            <a:endParaRPr lang="en-US" sz="9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Vamos fazer o primeiro pedido juntos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Eu vou cadastrar o que tenho em casa e uma restrição — por exemplo, "sem lactose".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vou pedir uma sugestão de janta, do jeito que eu pediria pra uma pessoa.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Preste atenção no que ela faz antes de responder: ela para pra consultar, ou já sai sugerindo?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 pergunta que fica no ar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sugestão parece boa. Mas "parece boa" é uma opinião minha, no momento em que eu li — nada mais que isso.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 respeitou mesmo a restrição? Usou só o que eu realmente tenho? Eu não sei dizer com certeza — só senti que sim.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5679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5496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essa é exatamente a cena do começo desta aula, acontecendo com o meu próprio produto.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1.5 Duas formas de pedir a mesma coisa</a:t>
            </a:r>
            <a:endParaRPr lang="en-US" sz="9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1.5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mesmo produto, dois jeitos de instruir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Existem duas formas de orientar essa inteligência. Uma é mais solta: pede para ajudar, sem exigir nada específico antes.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outra é mais rígida: exige que ela confira o estoque e as restrições antes de sugerir qualquer coisa.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Vou fazer o mesmo pedido nas duas formas e comparar o que muda na resposta.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1.5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eu observei na comparação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 forma solta, a resposta veio completa: a receita inteira, passo a passo, e até por que o leite ficou de fora.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 forma rígida, ela fez tudo certo por dentro — mas a resposta final foi seca: só confirmou que registrou o uso.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 duas respeitaram a restrição. Só uma me contou o que eu ia comer — e isso eu não esperava antes de comparar.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1.6 O ciclo que faz a diferença</a:t>
            </a:r>
            <a:endParaRPr lang="en-US" sz="9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1.6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Avaliar, entender, mudar — e de novo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Todo produto de IA que evolui rápido gira o mesmo ciclo: avaliar a qualidade, entender o que saiu errado, mudar o comportamento.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Quanto mais rápido e barato for avaliar, mais vezes esse ciclo gira — e mais rápido o produto melhora.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Hoje eu só consegui fazer a primeira volta pela metade: eu senti que a sugestão foi boa, mas não tenho como provar.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FECHAMENTO DA AULA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aprendemos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problema não é ter dúvida se uma mudança ajudou — é não ter como responder essa dúvida.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Conheci o Chef Caseiro zerado e vi as duas formas de instruir a mesma inteligência.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 próxima aula, eu paro de sentir se a sugestão foi boa e começo a construir uma forma de saber.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5029200"/>
            <a:ext cx="19540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1 CONCLUÍDA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5989320"/>
            <a:ext cx="17830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Eu senti que foi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bom. Na próxima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aula, eu vou saber.</a:t>
            </a:r>
            <a:endParaRPr lang="en-US" sz="7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Encode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2026-09-03T18:49:35Z</dcterms:created>
  <dcterms:modified xsi:type="dcterms:W3CDTF">2026-09-03T18:49:35Z</dcterms:modified>
</cp:coreProperties>
</file>