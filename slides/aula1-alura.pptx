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1.6.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Construindo com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IA: o primeiro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produto agêntico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— por que builders de produto de IA precisam de evals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Produto zerado, ao vivo — nenhuma sugestão, nenhum dado ainda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1.1 A cena que se repete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Funcionou lindo na demo. E depois?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Você monta uma funcionalidade com IA. Testa três vezes, três vezes funciona. Você entrega.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Uma semana depois, alguém pergunta: "aquela mudança que você fez ajudou ou atrapalhou?"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você não sabe responder. Não porque não trabalhou — porque não tinha como medir.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separa quem evolui rápido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tentação é focar no que dá pra controlar: qual modelo usar, qual framework, qual banco de dados.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que builders que dão certo raramente falam de ferramenta. Eles falam de medição.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Eles sabem, a cada mudança, se o produto ficou melhor ou pior. O resto do trabalho fica mais fácil por causa disso.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1.2 Os três pilares desta jornada</a:t>
            </a:r>
            <a:endParaRPr lang="en-US" sz="9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Três perguntas que sustentam um produto de IA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Evals: como eu sei que a resposta é boa, sem reler cada uma à mão?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Observabilidade: como eu enxergo o que está acontecendo, sem estar olhando o tempo todo?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Conformidade: como eu garanto que o produto não passa de limites que protegem quem usa?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Os três se alimentam um do outro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Não são etapas separadas — um eval mal feito deixa passar a falha que só a observabilidade encontra depois.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uma falha sem guardrail vira o tipo de incidente que a conformidade deveria ter barrado antes.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 aula começa pela primeira pergunta. É onde tudo o mais se apoia.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1.3 Conhecendo o Chef Caseiro</a:t>
            </a:r>
            <a:endParaRPr lang="en-US" sz="9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produto que vamos construir junto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Chef Caseiro sugere o que cozinhar com o que a casa já tem — sem inventar ingrediente, sem ignorar restrição.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Por trás da sugestão tem uma inteligência que decide sozinha: será que preciso checar o estoque antes de responder?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ele está zerado. Nenhuma sugestão ainda, nenhum dado — para eu te mostrar cada passo, ao vivo, do início.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essa inteligência pode fazer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o que está no estoque, antes de sugerir qualquer prato.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pode consultar as restrições da casa — alergia, dieta, o que a família não gosta.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ela decide, sozinha, quando usar cada uma dessas capacidades. Ninguém escreveu um roteiro fixo para ela seguir.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1.4 O primeiro pedido, ao vivo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Vamos fazer o primeiro pedido juntos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vou cadastrar o que tenho em casa e uma restrição — por exemplo, "sem lactose".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vou pedir uma sugestão de janta, do jeito que eu pediria pra uma pessoa.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Preste atenção no que ela faz antes de responder: ela para pra consultar, ou já sai sugerindo?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 pergunta que fica no ar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sugestão parece boa. Mas "parece boa" é uma opinião minha, no momento em que eu li — nada mais que isso.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Ela respeitou mesmo a restrição? Usou só o que eu realmente tenho? Eu não sei dizer com certeza — só senti que sim.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 essa é exatamente a cena do começo desta aula, acontecendo com o meu próprio produto.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1.5 Duas formas de pedir a mesma coisa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mesmo produto, dois jeitos de instruir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Existem duas formas de orientar essa inteligência. Uma é mais solta: pede para ajudar, sem exigir nada específico antes.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outra é mais rígida: exige que ela confira o estoque e as restrições antes de sugerir qualquer coisa.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Vou fazer o mesmo pedido nas duas formas e comparar o que muda na resposta.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1.5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eu observei na comparação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Numa das formas, às vezes a sugestão sai direto — sem checar nada, só no que parece razoável.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outra, ela sempre confere antes. A resposta demora um pouco mais, mas vem apoiada no que é real.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Nenhuma das duas é "a errada" — são dois comportamentos possíveis do mesmo produto, e cabe a mim decidir qual eu quero.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1.6 O ciclo que faz a diferença</a:t>
            </a:r>
            <a:endParaRPr lang="en-US" sz="9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1.6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Avaliar, entender, mudar — e de novo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Todo produto de IA que evolui rápido gira o mesmo ciclo: avaliar a qualidade, entender o que saiu errado, mudar o comportamento.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Quanto mais rápido e barato for avaliar, mais vezes esse ciclo gira — e mais rápido o produto melhora.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só consegui fazer a primeira volta pela metade: eu senti que a sugestão foi boa, mas não tenho como provar.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 problema não é ter dúvida se uma mudança ajudou — é não ter como responder essa dúvida.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Conheci o Chef Caseiro zerado e vi as duas formas de instruir a mesma inteligência.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747064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745236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próxima aula, eu paro de sentir se a sugestão foi boa e começo a construir uma forma de saber.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1 — O produto agêntico do zero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1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senti que foi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bom. Na próxima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aula, eu vou saber.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2026-09-03T15:47:55Z</dcterms:created>
  <dcterms:modified xsi:type="dcterms:W3CDTF">2026-09-03T15:47:55Z</dcterms:modified>
</cp:coreProperties>
</file>