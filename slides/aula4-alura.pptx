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24387048" cy="13716000"/>
  <p:notesSz cx="13716000" cy="2438704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4.1.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4.2.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4.3.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4.4.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4.5.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Detectar,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diagnosticar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 corrigir</a:t>
            </a:r>
            <a:endParaRPr lang="en-US" sz="10400" dirty="0"/>
          </a:p>
        </p:txBody>
      </p:sp>
      <p:sp>
        <p:nvSpPr>
          <p:cNvPr id="7" name="Text 2"/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4 — prompt, dados ou modelo? diagnóstico em produção real</a:t>
            </a:r>
            <a:endParaRPr lang="en-US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Diagnóstico e correção ao vivo, em produção — chef.workshopee.com.br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4.1 Detectando degradação</a:t>
            </a: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estado em produção hoje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Chef Caseiro está no ar, com dados reais e chamadas de modelo pagas.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 alarme disparou. Nenhum usuário reclamou. E há três falhas ativas neste momento.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Falha que não grita é a regra, não a exceção — detectar é trabalho ativo, não espera.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EF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0429BC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4.1 — DADO REAL</a:t>
            </a:r>
            <a:endParaRPr lang="en-US" sz="21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2880360"/>
            <a:ext cx="1874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0C0C0E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Eixo de custo, por operação</a:t>
            </a:r>
            <a:endParaRPr lang="en-US" sz="6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23160" y="5029200"/>
          <a:ext cx="19540728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1325880"/>
                <a:gridCol w="3749040"/>
                <a:gridCol w="4206240"/>
                <a:gridCol w="4315968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Operação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Custo médio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Latência média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4F5F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% do custo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mediar-cardapio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12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US$ 0,1184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51,2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75 %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sugerir-receita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7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US$ 0,0324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34,1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12 %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ingerir-relato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37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US$ 0,0047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2,5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receita-premium-semanal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US$ 0,0085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5,8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ingerir-nota-fiscal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US$ 0,0080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3,9 s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B2F3A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2 %</a:t>
                      </a:r>
                      <a:endParaRPr lang="en-US" sz="22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2423160" y="10607040"/>
            <a:ext cx="19540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B7F8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75 % do custo em 19 % das chamadas — o Mediador é o eixo caro.</a:t>
            </a:r>
            <a:endParaRPr lang="en-US" sz="2600" dirty="0"/>
          </a:p>
        </p:txBody>
      </p:sp>
      <p:sp>
        <p:nvSpPr>
          <p:cNvPr id="7" name="Text 3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B7F8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19% das chamadas, 75% da conta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Mediador de cardápio concentra o custo — não a frequência.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 o argumento mais concreto pra separar o eixo de geração do eixo de ingestão.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 a leitura de nota por foto, entram três eixos trocáveis ao vivo: geração, ingestão e visão.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4.2 Diagnosticando a causa</a:t>
            </a:r>
            <a:endParaRPr lang="en-US" sz="9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4.2 — EPISÓDIO 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Dois erros. Ou um só?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sintoma: mandei uma nota pelo Telegram e não aconteceu nada.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que eu junto: o registro tem duas linhas de erro, mesma mensagem, com 8 milionésimos de segundo entre elas.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Não sei o que a mensagem de erro significa — e não preciso saber para investigar.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90708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90525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que eu levo ao Claude: “aconteceram dois erros aqui, ou um só? Repara no horário das duas linhas.”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4.2 — EPISÓDIO B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falha perfeitamente silenciosa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sintoma: mandei a foto do cupom. Sem resposta, sem item no estoque, sem nada.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que eu junto: o Telegram confirma que entregou. Nenhuma linha nova no feed. Nenhum trace no Langfuse.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“recebido” que o app manda de volta não conta — ele responde isso antes de processar qualquer coisa.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852220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850392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que eu levo ao Claude: “a mensagem chegou e sumiu sem deixar rastro nenhum. Onde ela se perdeu?”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4.2 — EPISÓDIO C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conta bateu. O estoque não.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sintoma: avisei que comemos 3 porções de lasagna. O bot reagiu com joinha. O estoque continuou com 5.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que eu junto: o registro mostra que ele entendeu tudo — o prato, as 3 porções, até a conta de 1 e meia para cada.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 seja: a inteligência acertou. Alguma outra coisa errou — e eu não sei qual.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90708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90525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que eu levo ao Claude: “ele entendeu certo e mesmo assim o estoque não baixou. Por quê?”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os três casos têm em comum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 nenhum deles eu li código para descobrir o problema. Eu observei, juntei evidência e perguntei.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Nos dois primeiros, o produto falhou em avisar. No terceiro, ele avisou que tinha dado certo — e não tinha.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reflexo “o problema é o prompt” está errado aqui: a inteligência acertou nos três. Quem errou foi o produto em volta dela.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4.3 Corrigindo antes do usuário</a:t>
            </a:r>
            <a:endParaRPr lang="en-US" sz="9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4.3 — A CORREÇÃO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Ensinar o produto a dizer “não sei”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Claude achou o ponto: existe um caminho em que o produto recebe a mensagem e simplesmente sai calado.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correção não ensina ele a ler foto. Ensina ele a avisar que não sabe ler.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resolve o outro caso junto: o aviso de erro nunca mais apaga a informação do erro.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90708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90525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Admitir a limitação já é uma correção — o problema não era não saber ler, era não dizer.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4.3 — A CAPACIDADE NOVA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Agora sim: ensinar a ler a nota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Só depois de o produto saber dizer “não sei” é que faz sentido ensinar ele a saber.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foto entra e os itens caem no estoque com o dado oficial da nota — não com chute de modelo.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desenho que eu imaginei primeiro não funcionou: os números impressos não bastavam, o dado oficial só vem pelo link do QR code.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90708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90525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Quem teve a ideia fui eu. Quem descobriu que ela não parava em pé fui eu, testando.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4.4 Simulando o ciclo completo</a:t>
            </a:r>
            <a:endParaRPr lang="en-US" sz="9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4.4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essa correção criou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Toda capacidade nova traz erro novo: com foto entrando, cresce a chance de item errado no estoque.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tela de conferir antes de salvar deixou de ser luxo — virou a próxima coisa a construir.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tem o que eu escolhi NÃO corrigir: o caso da lasanha continua quebrado neste momento, de propósito.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852220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850392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Risco que eu conheço e registro é diferente de risco escondido — e é onde a próxima aula começa.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4.5 O que aprendemos?</a:t>
            </a:r>
            <a:endParaRPr lang="en-US" sz="9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FECHAMENTO DA AULA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aprendemos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Nenhuma das três falhas gritou. Todas apareceram porque eu fui olhar.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Eu não li código para diagnosticar: observei, juntei evidência e perguntei.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inteligência acertou nos três casos. Quem falhou foi o produto em volta dela — e cuidar disso é trabalho de quem constrói o produto.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90708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90525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Corrigir antes do usuário perceber é possível quando o dado de produção está visível para você.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4 — Detectar, diagnosticar e corrigir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5029200"/>
            <a:ext cx="19540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4 CONCLUÍDA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5989320"/>
            <a:ext cx="1783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Nenhuma falha gritou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sozinha. Todas foram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encontradas olhando.</a:t>
            </a:r>
            <a:endParaRPr lang="en-US" sz="7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ncode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2026-08-29T19:31:43Z</dcterms:created>
  <dcterms:modified xsi:type="dcterms:W3CDTF">2026-08-29T19:31:43Z</dcterms:modified>
</cp:coreProperties>
</file>