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0C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8072"/>
          </a:xfrm>
          <a:prstGeom prst="rect">
            <a:avLst/>
          </a:prstGeom>
          <a:solidFill>
            <a:srgbClr val="0429B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371600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53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EVALS, OBSERVABILIDADE E CONFORMIDADE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1783080"/>
            <a:ext cx="8138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Evals: avaliando a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qualidade das respostas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02920" y="306324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5F6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— usando o Claude como avaliador sistemático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4416552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53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aula2/pipeline-evals — evals/run-evals.js + evals/criterios.md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429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5F6">
                    <a:alpha val="8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2.1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1965960"/>
            <a:ext cx="8138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são evals?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— Evals: avaliando a qualidade das respostas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2.1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um eval?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automatizado — mas de qualidade de resposta, não de correção de código.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existe "verde/vermelho" simples: existe critério.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Roda continuamente, não só uma vez antes do deploy.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modelo, o prompt e os dados mudam — um eval que passou ontem pode falhar hoje sem nenhuma mudança de código sua.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— Evals: avaliando a qualidade das respostas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2.1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não dá pra revisar à mão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Chef Caseiro já gerou 68 traces em um mês de uso — de uma casa só.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Multiplique isso por usuários reais de um produto em escala.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Testar uma vez antes do deploy ≠ avaliar continuamente depois do deploy, em produção real.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— Evals: avaliando a qualidade das respostas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2.1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o eval entra no ciclo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Evals → Observabilidade → Conformidade — o mesmo loop da Aula 1.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Evals é a primeira seta: responde "isso é bom?".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"Isso está funcionando?" é a Aula 3. "Isso é seguro?" é a Aula 5.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Evals não substitui observabilidade nem guardrails — é a primeira camada.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— Evals: avaliando a qualidade das respostas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429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5F6">
                    <a:alpha val="8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1965960"/>
            <a:ext cx="8138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Critérios de qualidade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— Evals: avaliando a qualidade das respostas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2.2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 um critério ser mensurável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pergunta que qualquer pessoa da equipe conseguiria responder olhando a resposta — sem saber programar.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Binária ou escalar, nunca vaga.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Ligado a um requisito real do produto — nasce da spec, não da intuição.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— Evals: avaliando a qualidade das respostas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2.2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Critérios do Chef Caseiro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sugestão usa só ingredientes que existem no estoque?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receita respeita as restrições da casa?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agente registrou o consumo depois de sugerir? (achado §11.3 do SDD, virou eval direto)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critério aponta pra um requisito funcional do SDD (§7.3, §7.4) — não nasce do nada.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— Evals: avaliando a qualidade das respostas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2.2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Critério ruim → critério bom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Ruim: "a resposta é boa."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Vago demais — ninguém consegue julgar de forma consistente.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Bom: "a resposta cita pelo menos 3 ingredientes do estoque atual."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Mensurável — qualquer pessoa da equipe chega ao mesmo veredito.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— Evals: avaliando a qualidade das respostas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429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5F6">
                    <a:alpha val="8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2.3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1965960"/>
            <a:ext cx="8138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como avaliador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— Evals: avaliando a qualidade das respostas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2.3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como juiz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segundo agente lê a interação: pedido + resposta + estado do estoque.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Julga contra os critérios definidos na 2.2.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output do juiz vira Score, gravado de volta no Langfuse, ligado ao trace_id da interação original.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— Evals: avaliando a qualidade das respostas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2.3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tool_choice forçado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Mesma lição do achado §11.3 do SDD: pedir "responda em JSON" no prompt não garante nada — forçar a tool garante.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é convenção do projeto: agent.js (registrar_itens_usados), nota-fiscal.js (extração inteira).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Reaplicada aqui pro juiz: se a saída não é estruturada de verdade, você não consegue agregar score nenhum depois.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— Evals: avaliando a qualidade das respostas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2.3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julgamento ao dado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Interação → Juiz (Claude + tool_choice) → Score → Langfuse (trace_id).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 Score é o que a Aula 3 vai usar pra mostrar "qualidade ao longo do tempo".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— Evals: avaliando a qualidade das respostas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429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5F6">
                    <a:alpha val="8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2.4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1965960"/>
            <a:ext cx="8138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conjunto de evals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— Evals: avaliando a qualidade das respostas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2.4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Priorizando o que avaliar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avaliar tudo — priorizar pelos cenários que mais custam quando dão errado.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Sugestão que usa item fora de estoque.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Sugestão que ignora restrição alimentar.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Consumo não registrado.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— Evals: avaliando a qualidade das respostas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2.4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Rodando contra dado real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conjunto roda contra interações reais já logadas — não interações sintéticas criadas na hora.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valor do eval cai muito quando ele nunca viu dado real.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Comando: node evals/run-evals.js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— Evals: avaliando a qualidade das respostas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2.4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lag do Langfuse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~45 segundos entre a exportação e o Score ficar consultável (achado §11.2 do SDD).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Isso é esperado, não é bug.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esse aviso, alguém vai achar que o Score sumiu ou que o script falhou.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Muda a forma de automatizar em cima do Score — não dá pra checar em tempo real.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— Evals: avaliando a qualidade das respostas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429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5F6">
                    <a:alpha val="8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2.5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1965960"/>
            <a:ext cx="8138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aprendemos?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— Evals: avaliando a qualidade das respostas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DA AULA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aprendemos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é o critério que decide se uma resposta é boa, de forma repetível.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Critério mensurável nasce do requisito real do produto, não de intuição.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Claude-as-judge só é confiável com saída estruturada forçada — mesma regra do resto do projeto.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primeiro conjunto de evals prioriza cenários custosos, roda contra dado real, e escreve Score de volta no Langfuse.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— Evals: avaliando a qualidade das respostas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F53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CONCLUÍDA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02920" y="2377440"/>
            <a:ext cx="81381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Critério mensurável.</a:t>
            </a:r>
            <a:endParaRPr lang="en-US" sz="2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Juiz com saída forçada.</a:t>
            </a:r>
            <a:endParaRPr lang="en-US" sz="2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no trace.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2026-08-28T13:51:20Z</dcterms:created>
  <dcterms:modified xsi:type="dcterms:W3CDTF">2026-08-28T13:51:20Z</dcterms:modified>
</cp:coreProperties>
</file>