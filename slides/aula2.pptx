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Evals: avaliando 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das respostas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usando o Claude como avaliador sistemático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aula2/pipeline-evals — evals/run-evals.js + evals/criterios.md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são evals?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eval?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automatizado — mas de qualidade de resposta, não de correção de código.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"verde/vermelho" simples: existe critério.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continuamente, não só uma vez antes do deploy.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modelo, o prompt e os dados mudam — um eval que passou ontem pode falhar hoje sem nenhuma mudança de código sua.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dá pra revisar à mão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Chef Caseiro já gerou 68 traces em um mês de uso — de uma casa só.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Multiplique isso por usuários reais de um produto em escala.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uma vez antes do deploy ≠ avaliar continuamente depois do deploy, em produção real.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eval entra no ciclo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→ Observabilidade → Conformidade — o mesmo loop da Aula 1.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é a primeira seta: responde "isso é bom?".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"Isso está funcionando?" é a Aula 3. "Isso é seguro?" é a Aula 5.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não substitui observabilidade nem guardrails — é a primeira camada.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qualidade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um critério ser mensurável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 que qualquer pessoa da equipe conseguiria responder olhando a resposta — sem saber programar.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Binária ou escalar, nunca vaga.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Ligado a um requisito real do produto — nasce da spec, não da intuição.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do Chef Caseiro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sugestão usa só ingredientes que existem no estoque?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 respeita as restrições da casa?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registrou o consumo depois de sugerir? (achado §11.3 do SDD, virou eval direto)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critério aponta pra um requisito funcional do SDD (§7.3, §7.4) — não nasce do nada.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ruim → critério bom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Ruim: "a resposta é boa."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Vago demais — ninguém consegue julgar de forma consistente.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Bom: "a resposta cita pelo menos 3 ingredientes do estoque atual."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Mensurável — qualquer pessoa da equipe chega ao mesmo veredito.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como avaliador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como juiz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segundo agente lê a interação: pedido + resposta + estado do estoque.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Julga contra os critérios definidos na 2.2.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output do juiz vira Score, gravado de volta no Langfuse, ligado ao trace_id da interação original.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tool_choice forçado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lição do achado §11.3 do SDD: pedir "responda em JSON" no prompt não garante nada — forçar a tool garante.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é convenção do projeto: agent.js (registrar_itens_usados), nota-fiscal.js (extração inteira).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Reaplicada aqui pro juiz: se a saída não é estruturada de verdade, você não consegue agregar score nenhum depois.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julgamento ao dado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 → Juiz (Claude + tool_choice) → Score → Langfuse (trace_id).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Score é o que a Aula 3 vai usar pra mostrar "qualidade ao longo do tempo".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conjunto de evals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Priorizando o que avaliar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avaliar tudo — priorizar pelos cenários que mais custam quando dão errado.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que usa item fora de estoque.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que ignora restrição alimentar.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não registrado.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Rodando contra dado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conjunto roda contra interações reais já logadas — não interações sintéticas criadas na hora.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eval cai muito quando ele nunca viu dado real.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Comando: node evals/run-evals.js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lag do Langfuse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segundos entre a exportação e o Score ficar consultável (achado §11.2 do SDD).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é esperado, não é bug.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esse aviso, alguém vai achar que o Score sumiu ou que o script falhou.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a forma de automatizar em cima do Score — não dá pra checar em tempo real.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é o critério que decide se uma resposta é boa, de forma repetível.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mensurável nasce do requisito real do produto, não de intuição.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Claude-as-judge só é confiável com saída estruturada forçada — mesma regra do resto do projeto.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conjunto de evals prioriza cenários custosos, roda contra dado real, e escreve Score de volta no Langfuse.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— Evals: avaliando a qualidade das respostas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CONCLUÍDA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mensurável.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Juiz com saída forçada.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no trace.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2026-09-12T11:03:08Z</dcterms:created>
  <dcterms:modified xsi:type="dcterms:W3CDTF">2026-09-12T11:03:08Z</dcterms:modified>
</cp:coreProperties>
</file>