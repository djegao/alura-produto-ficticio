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3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4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5.xml" ContentType="application/vnd.openxmlformats-officedocument.presentationml.notesSlide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6.xml" ContentType="application/vnd.openxmlformats-officedocument.presentationml.notesSlid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notesSlides/notesSlide7.xml" ContentType="application/vnd.openxmlformats-officedocument.presentationml.notesSlide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notesSlides/notesSlide8.xml" ContentType="application/vnd.openxmlformats-officedocument.presentationml.notesSlide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notesSlides/notesSlide9.xml" ContentType="application/vnd.openxmlformats-officedocument.presentationml.notesSlide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notesSlides/notesSlide10.xml" ContentType="application/vnd.openxmlformats-officedocument.presentationml.notesSlide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notesSlides/notesSlide11.xml" ContentType="application/vnd.openxmlformats-officedocument.presentationml.notesSlide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notesSlides/notesSlide12.xml" ContentType="application/vnd.openxmlformats-officedocument.presentationml.notesSlide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notesSlides/notesSlide13.xml" ContentType="application/vnd.openxmlformats-officedocument.presentationml.notesSlide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notesSlides/notesSlide14.xml" ContentType="application/vnd.openxmlformats-officedocument.presentationml.notesSlide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notesSlides/notesSlide15.xml" ContentType="application/vnd.openxmlformats-officedocument.presentationml.notesSlide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notesSlides/notesSlide16.xml" ContentType="application/vnd.openxmlformats-officedocument.presentationml.notesSlide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notesSlides/notesSlide17.xml" ContentType="application/vnd.openxmlformats-officedocument.presentationml.notesSlid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notesSlides/notesSlide18.xml" ContentType="application/vnd.openxmlformats-officedocument.presentationml.notesSlide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notesSlides/notesSlide19.xml" ContentType="application/vnd.openxmlformats-officedocument.presentationml.notesSlide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notesSlides/notesSlide20.xml" ContentType="application/vnd.openxmlformats-officedocument.presentationml.notesSlide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notesSlides/notesSlide21.xml" ContentType="application/vnd.openxmlformats-officedocument.presentationml.notesSlide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notesSlides/notesSlide22.xml" ContentType="application/vnd.openxmlformats-officedocument.presentationml.notesSlide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notesSlides/notesSlide23.xml" ContentType="application/vnd.openxmlformats-officedocument.presentationml.notesSlide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notesSlides/notesSlide24.xml" ContentType="application/vnd.openxmlformats-officedocument.presentationml.notesSlide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notesSlides/notesSlide25.xml" ContentType="application/vnd.openxmlformats-officedocument.presentationml.notesSlide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notesSlides/notesSlide26.xml" ContentType="application/vnd.openxmlformats-officedocument.presentationml.notesSlide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notesSlides/notesSlide27.xml" ContentType="application/vnd.openxmlformats-officedocument.presentationml.notesSlide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notesSlides/notesSlide28.xml" ContentType="application/vnd.openxmlformats-officedocument.presentationml.notesSlide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notesSlides/notesSlide29.xml" ContentType="application/vnd.openxmlformats-officedocument.presentationml.notesSlide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notesSlides/notesSlide30.xml" ContentType="application/vnd.openxmlformats-officedocument.presentationml.notesSlide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notesSlides/notesSlide31.xml" ContentType="application/vnd.openxmlformats-officedocument.presentationml.notesSlide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notesSlides/notesSlide32.xml" ContentType="application/vnd.openxmlformats-officedocument.presentationml.notesSlide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notesSlides/notesSlide33.xml" ContentType="application/vnd.openxmlformats-officedocument.presentationml.notesSlide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notesSlides/notesSlide34.xml" ContentType="application/vnd.openxmlformats-officedocument.presentationml.notesSlide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notesSlides/notesSlide35.xml" ContentType="application/vnd.openxmlformats-officedocument.presentationml.notesSlide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notesSlides/notesSlide36.xml" ContentType="application/vnd.openxmlformats-officedocument.presentationml.notesSlide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notesSlides/notesSlide37.xml" ContentType="application/vnd.openxmlformats-officedocument.presentationml.notesSlide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notesSlides/notesSlide38.xml" ContentType="application/vnd.openxmlformats-officedocument.presentationml.notesSlide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notesSlides/notesSlide39.xml" ContentType="application/vnd.openxmlformats-officedocument.presentationml.notesSlide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notesSlides/notesSlide40.xml" ContentType="application/vnd.openxmlformats-officedocument.presentationml.notesSlide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notesSlides/notesSlide41.xml" ContentType="application/vnd.openxmlformats-officedocument.presentationml.notesSlide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notesSlides/notesSlide42.xml" ContentType="application/vnd.openxmlformats-officedocument.presentationml.notesSlide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notesSlides/notesSlide43.xml" ContentType="application/vnd.openxmlformats-officedocument.presentationml.notesSlide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notesSlides/notesSlide44.xml" ContentType="application/vnd.openxmlformats-officedocument.presentationml.notesSlide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notesSlides/notesSlide45.xml" ContentType="application/vnd.openxmlformats-officedocument.presentationml.notesSlide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notesSlides/notesSlide46.xml" ContentType="application/vnd.openxmlformats-officedocument.presentationml.notesSlide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notesSlides/notesSlide47.xml" ContentType="application/vnd.openxmlformats-officedocument.presentationml.notesSlide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notesSlides/notesSlide48.xml" ContentType="application/vnd.openxmlformats-officedocument.presentationml.notesSlide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notesSlides/notesSlide49.xml" ContentType="application/vnd.openxmlformats-officedocument.presentationml.notesSlide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notesSlides/notesSlide50.xml" ContentType="application/vnd.openxmlformats-officedocument.presentationml.notesSlide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notesSlides/notesSlide51.xml" ContentType="application/vnd.openxmlformats-officedocument.presentationml.notesSlide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notesSlides/notesSlide52.xml" ContentType="application/vnd.openxmlformats-officedocument.presentationml.notesSlide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notesSlides/notesSlide53.xml" ContentType="application/vnd.openxmlformats-officedocument.presentationml.notesSlide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notesSlides/notesSlide54.xml" ContentType="application/vnd.openxmlformats-officedocument.presentationml.notesSlide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notesSlides/notesSlide55.xml" ContentType="application/vnd.openxmlformats-officedocument.presentationml.notesSlide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notesSlides/notesSlide56.xml" ContentType="application/vnd.openxmlformats-officedocument.presentationml.notesSlide+xml"/>
  <Override PartName="/ppt/tags/tag559.xml" ContentType="application/vnd.openxmlformats-officedocument.presentationml.tags+xml"/>
  <Override PartName="/ppt/tags/tag560.xml" ContentType="application/vnd.openxmlformats-officedocument.presentationml.tags+xml"/>
  <Override PartName="/ppt/notesSlides/notesSlide57.xml" ContentType="application/vnd.openxmlformats-officedocument.presentationml.notesSlide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notesSlides/notesSlide58.xml" ContentType="application/vnd.openxmlformats-officedocument.presentationml.notesSlide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notesSlides/notesSlide59.xml" ContentType="application/vnd.openxmlformats-officedocument.presentationml.notesSlide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notesSlides/notesSlide60.xml" ContentType="application/vnd.openxmlformats-officedocument.presentationml.notesSlide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notesSlides/notesSlide61.xml" ContentType="application/vnd.openxmlformats-officedocument.presentationml.notesSlide+xml"/>
  <Override PartName="/ppt/tags/tag599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notesSlides/notesSlide62.xml" ContentType="application/vnd.openxmlformats-officedocument.presentationml.notesSlide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38.xml" ContentType="application/vnd.openxmlformats-officedocument.presentationml.tags+xml"/>
  <Override PartName="/ppt/tags/tag639.xml" ContentType="application/vnd.openxmlformats-officedocument.presentationml.tags+xml"/>
  <Override PartName="/ppt/tags/tag640.xml" ContentType="application/vnd.openxmlformats-officedocument.presentationml.tags+xml"/>
  <Override PartName="/ppt/tags/tag641.xml" ContentType="application/vnd.openxmlformats-officedocument.presentationml.tags+xml"/>
  <Override PartName="/ppt/tags/tag642.xml" ContentType="application/vnd.openxmlformats-officedocument.presentationml.tags+xml"/>
  <Override PartName="/ppt/tags/tag643.xml" ContentType="application/vnd.openxmlformats-officedocument.presentationml.tags+xml"/>
  <Override PartName="/ppt/tags/tag644.xml" ContentType="application/vnd.openxmlformats-officedocument.presentationml.tags+xml"/>
  <Override PartName="/ppt/notesSlides/notesSlide63.xml" ContentType="application/vnd.openxmlformats-officedocument.presentationml.notesSlide+xml"/>
  <Override PartName="/ppt/tags/tag645.xml" ContentType="application/vnd.openxmlformats-officedocument.presentationml.tags+xml"/>
  <Override PartName="/ppt/tags/tag646.xml" ContentType="application/vnd.openxmlformats-officedocument.presentationml.tags+xml"/>
  <Override PartName="/ppt/tags/tag647.xml" ContentType="application/vnd.openxmlformats-officedocument.presentationml.tags+xml"/>
  <Override PartName="/ppt/tags/tag648.xml" ContentType="application/vnd.openxmlformats-officedocument.presentationml.tags+xml"/>
  <Override PartName="/ppt/tags/tag649.xml" ContentType="application/vnd.openxmlformats-officedocument.presentationml.tags+xml"/>
  <Override PartName="/ppt/tags/tag650.xml" ContentType="application/vnd.openxmlformats-officedocument.presentationml.tags+xml"/>
  <Override PartName="/ppt/notesSlides/notesSlide64.xml" ContentType="application/vnd.openxmlformats-officedocument.presentationml.notesSlide+xml"/>
  <Override PartName="/ppt/tags/tag651.xml" ContentType="application/vnd.openxmlformats-officedocument.presentationml.tags+xml"/>
  <Override PartName="/ppt/tags/tag652.xml" ContentType="application/vnd.openxmlformats-officedocument.presentationml.tags+xml"/>
  <Override PartName="/ppt/tags/tag653.xml" ContentType="application/vnd.openxmlformats-officedocument.presentationml.tags+xml"/>
  <Override PartName="/ppt/tags/tag654.xml" ContentType="application/vnd.openxmlformats-officedocument.presentationml.tags+xml"/>
  <Override PartName="/ppt/tags/tag655.xml" ContentType="application/vnd.openxmlformats-officedocument.presentationml.tags+xml"/>
  <Override PartName="/ppt/tags/tag656.xml" ContentType="application/vnd.openxmlformats-officedocument.presentationml.tags+xml"/>
  <Override PartName="/ppt/tags/tag657.xml" ContentType="application/vnd.openxmlformats-officedocument.presentationml.tags+xml"/>
  <Override PartName="/ppt/tags/tag658.xml" ContentType="application/vnd.openxmlformats-officedocument.presentationml.tags+xml"/>
  <Override PartName="/ppt/tags/tag659.xml" ContentType="application/vnd.openxmlformats-officedocument.presentationml.tags+xml"/>
  <Override PartName="/ppt/notesSlides/notesSlide65.xml" ContentType="application/vnd.openxmlformats-officedocument.presentationml.notesSlide+xml"/>
  <Override PartName="/ppt/tags/tag660.xml" ContentType="application/vnd.openxmlformats-officedocument.presentationml.tags+xml"/>
  <Override PartName="/ppt/tags/tag661.xml" ContentType="application/vnd.openxmlformats-officedocument.presentationml.tags+xml"/>
  <Override PartName="/ppt/tags/tag662.xml" ContentType="application/vnd.openxmlformats-officedocument.presentationml.tags+xml"/>
  <Override PartName="/ppt/tags/tag663.xml" ContentType="application/vnd.openxmlformats-officedocument.presentationml.tags+xml"/>
  <Override PartName="/ppt/tags/tag664.xml" ContentType="application/vnd.openxmlformats-officedocument.presentationml.tags+xml"/>
  <Override PartName="/ppt/tags/tag665.xml" ContentType="application/vnd.openxmlformats-officedocument.presentationml.tags+xml"/>
  <Override PartName="/ppt/tags/tag666.xml" ContentType="application/vnd.openxmlformats-officedocument.presentationml.tags+xml"/>
  <Override PartName="/ppt/tags/tag667.xml" ContentType="application/vnd.openxmlformats-officedocument.presentationml.tags+xml"/>
  <Override PartName="/ppt/tags/tag668.xml" ContentType="application/vnd.openxmlformats-officedocument.presentationml.tags+xml"/>
  <Override PartName="/ppt/tags/tag669.xml" ContentType="application/vnd.openxmlformats-officedocument.presentationml.tags+xml"/>
  <Override PartName="/ppt/tags/tag670.xml" ContentType="application/vnd.openxmlformats-officedocument.presentationml.tags+xml"/>
  <Override PartName="/ppt/tags/tag671.xml" ContentType="application/vnd.openxmlformats-officedocument.presentationml.tags+xml"/>
  <Override PartName="/ppt/notesSlides/notesSlide66.xml" ContentType="application/vnd.openxmlformats-officedocument.presentationml.notesSlide+xml"/>
  <Override PartName="/ppt/tags/tag672.xml" ContentType="application/vnd.openxmlformats-officedocument.presentationml.tags+xml"/>
  <Override PartName="/ppt/tags/tag673.xml" ContentType="application/vnd.openxmlformats-officedocument.presentationml.tags+xml"/>
  <Override PartName="/ppt/tags/tag674.xml" ContentType="application/vnd.openxmlformats-officedocument.presentationml.tags+xml"/>
  <Override PartName="/ppt/tags/tag675.xml" ContentType="application/vnd.openxmlformats-officedocument.presentationml.tags+xml"/>
  <Override PartName="/ppt/tags/tag676.xml" ContentType="application/vnd.openxmlformats-officedocument.presentationml.tags+xml"/>
  <Override PartName="/ppt/tags/tag677.xml" ContentType="application/vnd.openxmlformats-officedocument.presentationml.tags+xml"/>
  <Override PartName="/ppt/tags/tag678.xml" ContentType="application/vnd.openxmlformats-officedocument.presentationml.tags+xml"/>
  <Override PartName="/ppt/notesSlides/notesSlide67.xml" ContentType="application/vnd.openxmlformats-officedocument.presentationml.notesSlide+xml"/>
  <Override PartName="/ppt/tags/tag679.xml" ContentType="application/vnd.openxmlformats-officedocument.presentationml.tags+xml"/>
  <Override PartName="/ppt/tags/tag680.xml" ContentType="application/vnd.openxmlformats-officedocument.presentationml.tags+xml"/>
  <Override PartName="/ppt/tags/tag681.xml" ContentType="application/vnd.openxmlformats-officedocument.presentationml.tags+xml"/>
  <Override PartName="/ppt/tags/tag682.xml" ContentType="application/vnd.openxmlformats-officedocument.presentationml.tags+xml"/>
  <Override PartName="/ppt/tags/tag683.xml" ContentType="application/vnd.openxmlformats-officedocument.presentationml.tags+xml"/>
  <Override PartName="/ppt/tags/tag684.xml" ContentType="application/vnd.openxmlformats-officedocument.presentationml.tags+xml"/>
  <Override PartName="/ppt/tags/tag685.xml" ContentType="application/vnd.openxmlformats-officedocument.presentationml.tags+xml"/>
  <Override PartName="/ppt/tags/tag686.xml" ContentType="application/vnd.openxmlformats-officedocument.presentationml.tags+xml"/>
  <Override PartName="/ppt/tags/tag687.xml" ContentType="application/vnd.openxmlformats-officedocument.presentationml.tags+xml"/>
  <Override PartName="/ppt/tags/tag688.xml" ContentType="application/vnd.openxmlformats-officedocument.presentationml.tags+xml"/>
  <Override PartName="/ppt/tags/tag689.xml" ContentType="application/vnd.openxmlformats-officedocument.presentationml.tags+xml"/>
  <Override PartName="/ppt/tags/tag690.xml" ContentType="application/vnd.openxmlformats-officedocument.presentationml.tags+xml"/>
  <Override PartName="/ppt/notesSlides/notesSlide68.xml" ContentType="application/vnd.openxmlformats-officedocument.presentationml.notesSlide+xml"/>
  <Override PartName="/ppt/tags/tag691.xml" ContentType="application/vnd.openxmlformats-officedocument.presentationml.tags+xml"/>
  <Override PartName="/ppt/tags/tag692.xml" ContentType="application/vnd.openxmlformats-officedocument.presentationml.tags+xml"/>
  <Override PartName="/ppt/tags/tag693.xml" ContentType="application/vnd.openxmlformats-officedocument.presentationml.tags+xml"/>
  <Override PartName="/ppt/tags/tag694.xml" ContentType="application/vnd.openxmlformats-officedocument.presentationml.tags+xml"/>
  <Override PartName="/ppt/tags/tag695.xml" ContentType="application/vnd.openxmlformats-officedocument.presentationml.tags+xml"/>
  <Override PartName="/ppt/tags/tag696.xml" ContentType="application/vnd.openxmlformats-officedocument.presentationml.tags+xml"/>
  <Override PartName="/ppt/tags/tag697.xml" ContentType="application/vnd.openxmlformats-officedocument.presentationml.tags+xml"/>
  <Override PartName="/ppt/tags/tag698.xml" ContentType="application/vnd.openxmlformats-officedocument.presentationml.tags+xml"/>
  <Override PartName="/ppt/tags/tag699.xml" ContentType="application/vnd.openxmlformats-officedocument.presentationml.tags+xml"/>
  <Override PartName="/ppt/tags/tag700.xml" ContentType="application/vnd.openxmlformats-officedocument.presentationml.tags+xml"/>
  <Override PartName="/ppt/tags/tag701.xml" ContentType="application/vnd.openxmlformats-officedocument.presentationml.tags+xml"/>
  <Override PartName="/ppt/tags/tag702.xml" ContentType="application/vnd.openxmlformats-officedocument.presentationml.tags+xml"/>
  <Override PartName="/ppt/tags/tag703.xml" ContentType="application/vnd.openxmlformats-officedocument.presentationml.tags+xml"/>
  <Override PartName="/ppt/tags/tag704.xml" ContentType="application/vnd.openxmlformats-officedocument.presentationml.tags+xml"/>
  <Override PartName="/ppt/tags/tag705.xml" ContentType="application/vnd.openxmlformats-officedocument.presentationml.tags+xml"/>
  <Override PartName="/ppt/tags/tag706.xml" ContentType="application/vnd.openxmlformats-officedocument.presentationml.tags+xml"/>
  <Override PartName="/ppt/tags/tag707.xml" ContentType="application/vnd.openxmlformats-officedocument.presentationml.tags+xml"/>
  <Override PartName="/ppt/notesSlides/notesSlide69.xml" ContentType="application/vnd.openxmlformats-officedocument.presentationml.notesSlide+xml"/>
  <Override PartName="/ppt/tags/tag708.xml" ContentType="application/vnd.openxmlformats-officedocument.presentationml.tags+xml"/>
  <Override PartName="/ppt/tags/tag709.xml" ContentType="application/vnd.openxmlformats-officedocument.presentationml.tags+xml"/>
  <Override PartName="/ppt/notesSlides/notesSlide70.xml" ContentType="application/vnd.openxmlformats-officedocument.presentationml.notesSlide+xml"/>
  <Override PartName="/ppt/tags/tag710.xml" ContentType="application/vnd.openxmlformats-officedocument.presentationml.tags+xml"/>
  <Override PartName="/ppt/tags/tag711.xml" ContentType="application/vnd.openxmlformats-officedocument.presentationml.tags+xml"/>
  <Override PartName="/ppt/tags/tag712.xml" ContentType="application/vnd.openxmlformats-officedocument.presentationml.tags+xml"/>
  <Override PartName="/ppt/notesSlides/notesSlide71.xml" ContentType="application/vnd.openxmlformats-officedocument.presentationml.notesSlide+xml"/>
  <Override PartName="/ppt/tags/tag713.xml" ContentType="application/vnd.openxmlformats-officedocument.presentationml.tags+xml"/>
  <Override PartName="/ppt/tags/tag714.xml" ContentType="application/vnd.openxmlformats-officedocument.presentationml.tags+xml"/>
  <Override PartName="/ppt/tags/tag715.xml" ContentType="application/vnd.openxmlformats-officedocument.presentationml.tags+xml"/>
  <Override PartName="/ppt/tags/tag716.xml" ContentType="application/vnd.openxmlformats-officedocument.presentationml.tags+xml"/>
  <Override PartName="/ppt/notesSlides/notesSlide72.xml" ContentType="application/vnd.openxmlformats-officedocument.presentationml.notesSlide+xml"/>
  <Override PartName="/ppt/tags/tag717.xml" ContentType="application/vnd.openxmlformats-officedocument.presentationml.tags+xml"/>
  <Override PartName="/ppt/tags/tag718.xml" ContentType="application/vnd.openxmlformats-officedocument.presentationml.tags+xml"/>
  <Override PartName="/ppt/tags/tag719.xml" ContentType="application/vnd.openxmlformats-officedocument.presentationml.tags+xml"/>
  <Override PartName="/ppt/tags/tag720.xml" ContentType="application/vnd.openxmlformats-officedocument.presentationml.tags+xml"/>
  <Override PartName="/ppt/tags/tag721.xml" ContentType="application/vnd.openxmlformats-officedocument.presentationml.tags+xml"/>
  <Override PartName="/ppt/notesSlides/notesSlide73.xml" ContentType="application/vnd.openxmlformats-officedocument.presentationml.notesSlide+xml"/>
  <Override PartName="/ppt/tags/tag722.xml" ContentType="application/vnd.openxmlformats-officedocument.presentationml.tags+xml"/>
  <Override PartName="/ppt/tags/tag723.xml" ContentType="application/vnd.openxmlformats-officedocument.presentationml.tags+xml"/>
  <Override PartName="/ppt/tags/tag724.xml" ContentType="application/vnd.openxmlformats-officedocument.presentationml.tags+xml"/>
  <Override PartName="/ppt/tags/tag725.xml" ContentType="application/vnd.openxmlformats-officedocument.presentationml.tags+xml"/>
  <Override PartName="/ppt/tags/tag726.xml" ContentType="application/vnd.openxmlformats-officedocument.presentationml.tags+xml"/>
  <Override PartName="/ppt/tags/tag727.xml" ContentType="application/vnd.openxmlformats-officedocument.presentationml.tags+xml"/>
  <Override PartName="/ppt/notesSlides/notesSlide74.xml" ContentType="application/vnd.openxmlformats-officedocument.presentationml.notesSlide+xml"/>
  <Override PartName="/ppt/tags/tag728.xml" ContentType="application/vnd.openxmlformats-officedocument.presentationml.tags+xml"/>
  <Override PartName="/ppt/tags/tag729.xml" ContentType="application/vnd.openxmlformats-officedocument.presentationml.tags+xml"/>
  <Override PartName="/ppt/tags/tag730.xml" ContentType="application/vnd.openxmlformats-officedocument.presentationml.tags+xml"/>
  <Override PartName="/ppt/tags/tag731.xml" ContentType="application/vnd.openxmlformats-officedocument.presentationml.tags+xml"/>
  <Override PartName="/ppt/tags/tag732.xml" ContentType="application/vnd.openxmlformats-officedocument.presentationml.tags+xml"/>
  <Override PartName="/ppt/tags/tag733.xml" ContentType="application/vnd.openxmlformats-officedocument.presentationml.tags+xml"/>
  <Override PartName="/ppt/tags/tag734.xml" ContentType="application/vnd.openxmlformats-officedocument.presentationml.tags+xml"/>
  <Override PartName="/ppt/notesSlides/notesSlide75.xml" ContentType="application/vnd.openxmlformats-officedocument.presentationml.notesSlide+xml"/>
  <Override PartName="/ppt/tags/tag735.xml" ContentType="application/vnd.openxmlformats-officedocument.presentationml.tags+xml"/>
  <Override PartName="/ppt/tags/tag736.xml" ContentType="application/vnd.openxmlformats-officedocument.presentationml.tags+xml"/>
  <Override PartName="/ppt/tags/tag737.xml" ContentType="application/vnd.openxmlformats-officedocument.presentationml.tags+xml"/>
  <Override PartName="/ppt/tags/tag738.xml" ContentType="application/vnd.openxmlformats-officedocument.presentationml.tags+xml"/>
  <Override PartName="/ppt/tags/tag739.xml" ContentType="application/vnd.openxmlformats-officedocument.presentationml.tags+xml"/>
  <Override PartName="/ppt/notesSlides/notesSlide76.xml" ContentType="application/vnd.openxmlformats-officedocument.presentationml.notesSlide+xml"/>
  <Override PartName="/ppt/tags/tag740.xml" ContentType="application/vnd.openxmlformats-officedocument.presentationml.tags+xml"/>
  <Override PartName="/ppt/tags/tag741.xml" ContentType="application/vnd.openxmlformats-officedocument.presentationml.tags+xml"/>
  <Override PartName="/ppt/tags/tag742.xml" ContentType="application/vnd.openxmlformats-officedocument.presentationml.tags+xml"/>
  <Override PartName="/ppt/tags/tag743.xml" ContentType="application/vnd.openxmlformats-officedocument.presentationml.tags+xml"/>
  <Override PartName="/ppt/tags/tag744.xml" ContentType="application/vnd.openxmlformats-officedocument.presentationml.tags+xml"/>
  <Override PartName="/ppt/tags/tag745.xml" ContentType="application/vnd.openxmlformats-officedocument.presentationml.tags+xml"/>
  <Override PartName="/ppt/tags/tag746.xml" ContentType="application/vnd.openxmlformats-officedocument.presentationml.tags+xml"/>
  <Override PartName="/ppt/tags/tag747.xml" ContentType="application/vnd.openxmlformats-officedocument.presentationml.tags+xml"/>
  <Override PartName="/ppt/notesSlides/notesSlide77.xml" ContentType="application/vnd.openxmlformats-officedocument.presentationml.notesSlide+xml"/>
  <Override PartName="/ppt/tags/tag748.xml" ContentType="application/vnd.openxmlformats-officedocument.presentationml.tags+xml"/>
  <Override PartName="/ppt/tags/tag749.xml" ContentType="application/vnd.openxmlformats-officedocument.presentationml.tags+xml"/>
  <Override PartName="/ppt/tags/tag750.xml" ContentType="application/vnd.openxmlformats-officedocument.presentationml.tags+xml"/>
  <Override PartName="/ppt/tags/tag751.xml" ContentType="application/vnd.openxmlformats-officedocument.presentationml.tags+xml"/>
  <Override PartName="/ppt/tags/tag752.xml" ContentType="application/vnd.openxmlformats-officedocument.presentationml.tags+xml"/>
  <Override PartName="/ppt/tags/tag753.xml" ContentType="application/vnd.openxmlformats-officedocument.presentationml.tags+xml"/>
  <Override PartName="/ppt/tags/tag754.xml" ContentType="application/vnd.openxmlformats-officedocument.presentationml.tags+xml"/>
  <Override PartName="/ppt/tags/tag755.xml" ContentType="application/vnd.openxmlformats-officedocument.presentationml.tags+xml"/>
  <Override PartName="/ppt/tags/tag756.xml" ContentType="application/vnd.openxmlformats-officedocument.presentationml.tags+xml"/>
  <Override PartName="/ppt/tags/tag757.xml" ContentType="application/vnd.openxmlformats-officedocument.presentationml.tags+xml"/>
  <Override PartName="/ppt/tags/tag758.xml" ContentType="application/vnd.openxmlformats-officedocument.presentationml.tags+xml"/>
  <Override PartName="/ppt/notesSlides/notesSlide78.xml" ContentType="application/vnd.openxmlformats-officedocument.presentationml.notesSlide+xml"/>
  <Override PartName="/ppt/tags/tag759.xml" ContentType="application/vnd.openxmlformats-officedocument.presentationml.tags+xml"/>
  <Override PartName="/ppt/tags/tag760.xml" ContentType="application/vnd.openxmlformats-officedocument.presentationml.tags+xml"/>
  <Override PartName="/ppt/tags/tag761.xml" ContentType="application/vnd.openxmlformats-officedocument.presentationml.tags+xml"/>
  <Override PartName="/ppt/tags/tag762.xml" ContentType="application/vnd.openxmlformats-officedocument.presentationml.tags+xml"/>
  <Override PartName="/ppt/tags/tag763.xml" ContentType="application/vnd.openxmlformats-officedocument.presentationml.tags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81"/>
  </p:notesMasterIdLst>
  <p:sldIdLst>
    <p:sldId id="329" r:id="rId2"/>
    <p:sldId id="331" r:id="rId3"/>
    <p:sldId id="332" r:id="rId4"/>
    <p:sldId id="333" r:id="rId5"/>
    <p:sldId id="334" r:id="rId6"/>
    <p:sldId id="335" r:id="rId7"/>
    <p:sldId id="336" r:id="rId8"/>
    <p:sldId id="330" r:id="rId9"/>
    <p:sldId id="338" r:id="rId10"/>
    <p:sldId id="339" r:id="rId11"/>
    <p:sldId id="340" r:id="rId12"/>
    <p:sldId id="337" r:id="rId13"/>
    <p:sldId id="342" r:id="rId14"/>
    <p:sldId id="343" r:id="rId15"/>
    <p:sldId id="344" r:id="rId16"/>
    <p:sldId id="341" r:id="rId17"/>
    <p:sldId id="345" r:id="rId18"/>
    <p:sldId id="347" r:id="rId19"/>
    <p:sldId id="348" r:id="rId20"/>
    <p:sldId id="346" r:id="rId21"/>
    <p:sldId id="350" r:id="rId22"/>
    <p:sldId id="351" r:id="rId23"/>
    <p:sldId id="349" r:id="rId24"/>
    <p:sldId id="352" r:id="rId25"/>
    <p:sldId id="354" r:id="rId26"/>
    <p:sldId id="355" r:id="rId27"/>
    <p:sldId id="353" r:id="rId28"/>
    <p:sldId id="356" r:id="rId29"/>
    <p:sldId id="357" r:id="rId30"/>
    <p:sldId id="359" r:id="rId31"/>
    <p:sldId id="360" r:id="rId32"/>
    <p:sldId id="361" r:id="rId33"/>
    <p:sldId id="362" r:id="rId34"/>
    <p:sldId id="358" r:id="rId35"/>
    <p:sldId id="364" r:id="rId36"/>
    <p:sldId id="365" r:id="rId37"/>
    <p:sldId id="366" r:id="rId38"/>
    <p:sldId id="367" r:id="rId39"/>
    <p:sldId id="363" r:id="rId40"/>
    <p:sldId id="368" r:id="rId41"/>
    <p:sldId id="370" r:id="rId42"/>
    <p:sldId id="369" r:id="rId43"/>
    <p:sldId id="372" r:id="rId44"/>
    <p:sldId id="373" r:id="rId45"/>
    <p:sldId id="371" r:id="rId46"/>
    <p:sldId id="375" r:id="rId47"/>
    <p:sldId id="374" r:id="rId48"/>
    <p:sldId id="377" r:id="rId49"/>
    <p:sldId id="378" r:id="rId50"/>
    <p:sldId id="376" r:id="rId51"/>
    <p:sldId id="379" r:id="rId52"/>
    <p:sldId id="381" r:id="rId53"/>
    <p:sldId id="380" r:id="rId54"/>
    <p:sldId id="383" r:id="rId55"/>
    <p:sldId id="384" r:id="rId56"/>
    <p:sldId id="382" r:id="rId57"/>
    <p:sldId id="385" r:id="rId58"/>
    <p:sldId id="386" r:id="rId59"/>
    <p:sldId id="388" r:id="rId60"/>
    <p:sldId id="389" r:id="rId61"/>
    <p:sldId id="390" r:id="rId62"/>
    <p:sldId id="391" r:id="rId63"/>
    <p:sldId id="387" r:id="rId64"/>
    <p:sldId id="393" r:id="rId65"/>
    <p:sldId id="394" r:id="rId66"/>
    <p:sldId id="392" r:id="rId67"/>
    <p:sldId id="396" r:id="rId68"/>
    <p:sldId id="397" r:id="rId69"/>
    <p:sldId id="395" r:id="rId70"/>
    <p:sldId id="398" r:id="rId71"/>
    <p:sldId id="400" r:id="rId72"/>
    <p:sldId id="401" r:id="rId73"/>
    <p:sldId id="402" r:id="rId74"/>
    <p:sldId id="403" r:id="rId75"/>
    <p:sldId id="399" r:id="rId76"/>
    <p:sldId id="405" r:id="rId77"/>
    <p:sldId id="406" r:id="rId78"/>
    <p:sldId id="404" r:id="rId79"/>
    <p:sldId id="407" r:id="rId80"/>
  </p:sldIdLst>
  <p:sldSz cx="24387175" cy="13716000"/>
  <p:notesSz cx="13716000" cy="24387175"/>
  <p:embeddedFontLst>
    <p:embeddedFont>
      <p:font typeface="Encode Sans" pitchFamily="2" charset="0"/>
      <p:regular r:id="rId82"/>
      <p:bold r:id="rId83"/>
    </p:embeddedFont>
    <p:embeddedFont>
      <p:font typeface="Encode Sans SemiBold" pitchFamily="2" charset="0"/>
      <p:regular r:id="rId84"/>
      <p:bold r:id="rId85"/>
    </p:embeddedFont>
    <p:embeddedFont>
      <p:font typeface="Roboto" panose="02000000000000000000" pitchFamily="2" charset="0"/>
      <p:regular r:id="rId86"/>
      <p:bold r:id="rId87"/>
      <p:italic r:id="rId88"/>
      <p:boldItalic r:id="rId89"/>
    </p:embeddedFont>
    <p:embeddedFont>
      <p:font typeface="Segoe UI Symbol" panose="020B0502040204020203" pitchFamily="34" charset="0"/>
      <p:regular r:id="rId90"/>
    </p:embeddedFont>
    <p:embeddedFont>
      <p:font typeface="Ubuntu Mono" panose="020B0309030602030204" pitchFamily="49" charset="0"/>
      <p:regular r:id="rId91"/>
      <p:bold r:id="rId9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339">
          <p15:clr>
            <a:srgbClr val="747775"/>
          </p15:clr>
        </p15:guide>
        <p15:guide id="2" pos="768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3" roundtripDataSignature="AMtx7mhO2+9mf9/IodkjW8n4ottlZ3ZE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561" autoAdjust="0"/>
  </p:normalViewPr>
  <p:slideViewPr>
    <p:cSldViewPr snapToGrid="0">
      <p:cViewPr varScale="1">
        <p:scale>
          <a:sx n="42" d="100"/>
          <a:sy n="42" d="100"/>
        </p:scale>
        <p:origin x="1596" y="48"/>
      </p:cViewPr>
      <p:guideLst>
        <p:guide orient="horz" pos="5339"/>
        <p:guide pos="7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3.fntdata"/><Relationship Id="rId89" Type="http://schemas.openxmlformats.org/officeDocument/2006/relationships/font" Target="fonts/font8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font" Target="fonts/font9.fntdata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2.fntdata"/><Relationship Id="rId88" Type="http://schemas.openxmlformats.org/officeDocument/2006/relationships/font" Target="fonts/font7.fntdata"/><Relationship Id="rId91" Type="http://schemas.openxmlformats.org/officeDocument/2006/relationships/font" Target="fonts/font10.fntdata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font" Target="fonts/font5.fntdata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font" Target="fonts/font1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6.fntdata"/><Relationship Id="rId61" Type="http://schemas.openxmlformats.org/officeDocument/2006/relationships/slide" Target="slides/slide60.xml"/><Relationship Id="rId82" Type="http://schemas.openxmlformats.org/officeDocument/2006/relationships/font" Target="fonts/font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286450" y="1829025"/>
            <a:ext cx="9144450" cy="91451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Recap do diagnóstico. Na aula passada eu mostrei o achado; agora ele vira o fio de um ciclo inteiro: decidir, corrigir e provar.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Essa é a conversa real, no Telegram, 14 de setembro. Eu cozinhei, contei pro produto, ele perguntou quantas porções — do jeito que eu mesmo desenhei, nunca chutar. Eu respondi. Ele perguntou de novo, mais genérico. Eu respondi de novo. E acabou num emoji.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Nada deu erro. Nenhum log, nenhum alarme. O hambúrguer simplesmente não existe no sistema.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5/7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6/7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7/7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Olhando trace por trace: a classificação está certa nas quatro. A mensagem 2 não tinha número, então perguntou. A mensagem 3 não repetia o nome do prato — e o classificador só recebe a mensagem atual, começa do zero. A 4, sem contexto, parece um desejo.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 última coluna é o problema: nada ficou gravado em nenhuma das quatro. Nem a pergunta.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 framework de diagnóstico que a gente usou nos outros episódios não fecha aqui. Não é prompt, não é dado, não é modelo. É uma quarta categoria: arquitetura. A pergunta foi feita e ninguém guardou que ela foi feita.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Ponte: eu já sei o que quebrou. Antes de abrir código, eu preciso decidir o caminho.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4/4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D3 aplicada: antes de gravar este vídeo, a mensagem "Preparei sopa de abóbora" já foi mandada no grupo, sem resposta. Ela vai expirar sozinha até o 4.2.5.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Eu já tenho um backlog pra esse episódio, com três caminhos. Eu tenho opinião sobre qual é o certo — mas eu não quero que o Claude só concorde comigo. Vou dar o código real e perguntar qual deles resolve o caso de verdade sem criar um problema maior.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(P4 fica de fora da tabela de propósito: em qualquer caminho, eu preciso de um jeito de provar.)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AÇÃO: tela cheia no chat do Claude, colar o prompt de docs/aula4-concierge-debate-e-fechamento.md §2.1, anexando intencao-efeitos.js e telegram.js. Deixar terminar e ler em voz alta a parte sobre P3.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RAMIFICAÇÃO A (recomenda P1): Bateu com o backlog. Mas repara no motivo que importa pra mim: P3 parece a solução "inteligente", só que ela devolve pro modelo uma decisão que hoje é do código — o que é resposta a quê. Aí cada conversa longa vira uma chance nova de o modelo ligar a resposta no prato errado, e isso não aparece em lugar nenhum.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RAMIFICAÇÃO B (recomenda P2 ou P3): Olha que interessante: ele foi pro caminho mais geral. Não está errado em tese — mas eu tenho um caso real, um só. Generalizar sem um segundo caso é especular. E memória de conversa tira do código uma decisão que hoje é verificável. Eu fico com P1 e anoto o resto.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Não corrigir o Claude no ar.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f8342f7686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9" name="Google Shape;269;g3f8342f7686_0_4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Essa é a frase do P1. O guardrail de perguntar em vez de chutar estava certo. O que faltava era guardar a pergunta num lugar que a próxima mensagem consulta antes de classificar do zero.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g3f8342f7686_0_4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Só que P1, do jeito que está escrito, tem um furo. Ele guarda a pergunta pendente. E se ninguém nunca responder? A pendência fica lá, aberta, pra sempre — e ninguém fica sabendo que o prato não entrou. É o mesmo bug de 14/09, só que um passo depois: silêncio de novo.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Então a pendência precisa de um fim que alguém veja. Ou resolve, ou expira com um aviso claro. Não é bonito, mas é visível. E visível é o requisito.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Ponte: agora sim eu tenho um caminho. Antes de pedir código, quatro decisões pequenas — e uma delas eu ainda não fechei direito.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Este vídeo é o antigo capítulo 4.4.1 (D2: fundidos).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TELA: docs/aula4-sdd-pre-manufaturado-episodio-d.md aberto no editor.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Esse é o rascunho da seção 11.7 da SDD do produto. Observação, diagnóstico, restrição derivada, onde mexer — o mesmo formato dos outros achados. A restrição tem duas partes: guardar a pergunta, e garantir que ela termina em algo que alguém vê.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Antes de escrever uma linha de código, quatro decisões pequenas que fazem diferença depois. Vou decidir as quatro agora, em voz alta, e registrar na SDD.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AÇÃO: editar o bloco "Pontos pra debater ao vivo" da SDD pré-manufaturada, fechando as quatro em texto corrido. Uma resposta entra por frame.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1. aguardando_porcoes: simetria com aguardando_categoria, que já existe.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2. Coluna nova item_pendente, não reusar descricao: mais explícito pro eval consultar depois.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3. Janela: 20 minutos — decisão, mas com o debate aberto (próximo slide).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4. Só porcionamento. Generalizar pra qualquer guardrail fica pra quando houver um segundo caso real.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5/5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LEMBRETE (não é fala literal): o debate aconteceu em 17/09. Janela longa não custa API — o job não chama LLM — e frustra menos quem demora. O que segurou foi o risco de criar problema novo: o mesmo ator acumula mais de um prato pendente e o número cai no prato errado, em silêncio. Não é risco de confundir pessoas (filtro por actor_id).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FALA: Coloquei 20 minutos. Cheguei a pensar em duas horas — não custa nada a mais — mas aí eu abro espaço pra um bug novo: eu cozinho dois pratos, não respondo nenhum, e a próxima resposta vai pro prato errado sem ninguém perceber. Essa régua não está fechada; é uma aposta que o dado de uso vai confirmar ou derrubar.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5/5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Esse código eu subi antes de gravar. Vou mostrar a migração, o diff e o deploy reais — e testar ao vivo, contra produção, no próximo vídeo.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Essa é a única parte que eu não pedi pro Claude escrever — é schema, é barato, e é convenção deste projeto rodar migração manual no SQL Editor, documentada depois no schema.sql.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Reparem que já entra um terceiro status, expirada — não é só pendente ou resolvida. Uma pendência que nunca resolve precisa de um destino final que alguém vê.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2/2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TELA: diff de intencao-efeitos.js.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 fluxo de orçamento já resolve exatamente este problema pra outro caso — pergunta, guarda a pendência, a resposta seguinte resolve. O pedido pro Claude foi aplicar a mesma forma no porcionamento, com as quatro decisões explícitas.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Repara que a mudança inteira mora dentro de uma função que já existia — não precisou de arquitetura nova, só um pedaço de estado que faltava.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TELA: expiracao-porcionamento.js, ao lado de lembrete.js.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O produto já tem um job que cobra relato — lembrete.js, de hora em hora. A pendência precisa da mesma ideia, só que rápida: minutos, não horas, porque a conversa real se resolve ou morre em minutos.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 frase do aviso é literal de propósito — vira o padrão de UX pra qualquer guardrail futuro que expirar. Antes eu só fazia a pendência existir; agora ela sempre termina em algo que alguém vê.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2/2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TELA: terminal (git log da branch aula4/fix-episodio-d-porcionamento) e o PR real.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Aqui é onde este episódio se separa da 2.5: lá o PR era simulado. Aqui teve push, deploy no Railway, e esse código vale pra minha casa de verdade. Título, corpo, diff, merge — o mesmo destino de qualquer mudança de produto.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Isso aqui não é o teste formal — o teste formal com Score é o próximo vídeo. É só: o código está no ar e faz as duas coisas que eu descrevi.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AÇÃO 1 (ao vivo): "Preparei frango desfiado, 300g" → esperar a pergunta → "Porcionei em 3 unidades" (sem repetir o prato, número único — nunca "dois de cada"). Confirmar que a resposta do bot menciona frango desfiado.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AÇÃO 2: mostrar no grupo o aviso da sopa, já expirado.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FALA: Mandei essa antes de começar, de propósito, pra não fazer vocês esperarem vinte minutos.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o bot não reconhecer a continuação ou não houver aviso: parar aqui, não seguir pro eval fingindo que funcionou.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2/2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D1 = A, contado em câmera.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 mensagem real daquele dia não traz número nenhum. Chegar a 4 é somar, e a regra de ouro proíbe o modelo de fazer conta. O que o fix faz: pergunta de novo, já citando o prato — a referência não se perde mais, e a pendência continua viva. Melhor que silêncio. Mas o Diego de 14/09 ainda teria que mandar "porcionei em 4".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Fica no backlog: o modelo separa as parcelas, o código soma. É a segunda volta, não esta.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SETUP (off): backfill da linha de 14/09 feito; nome do prato do "depois" anotado (frango desfiado); chat do Claude, evals/criterios.md e terminal abertos.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f8342f7686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9" name="Google Shape;269;g3f8342f7686_0_4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Aula 2.5 criou um eval do zero pra uma operação que nunca tinha eval. Hoje é diferente: ingerir-relato já tem três critérios. Só que nenhum pega o Episódio D, porque todos julgam um trace por vez — e a falha do hambúrguer só existe entre quatro traces.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AÇÃO: colar o prompt do passo 5.1 (docs/aula4-concierge-evals-episodio-d.md).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RAMIFICAÇÃO A (juiz decidindo qualidade): se resolveu ou não é fato, banco de dados — não entra pro juiz. Qualidade da pergunta é outro critério.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RAMIFICAÇÃO B (binário, cálculo em código): Isso. Ele já separou o que é fato do que seria opinião.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g3f8342f7686_0_4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Antes de fechar o critério, bato contra o que aconteceu em produção: 14 de setembro, quatro mensagens, 18h17 às 18h18, cada classificação correta. A mensagem 2 cria a pendência. A 3 tenta responder sem repetir o prato. A 4 nem é reconhecida como resposta.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Por isso este eval não pode ser "olhe o trace 3 e julgue" — o trace 3, isolado, está perfeito. O problema só existe quando você olha o par 2→3 junto.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5/5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AÇÃO: colar o bloco do passo 5.3 em evals/criterios.md; depois pedir o script (passo 5.4), no molde de run-eval-receita-premium.js.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 documento final não é a primeira resposta — é a proposta menos o que já é código, mais o que os quatro traces reais mostraram.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Expirada vale 0 mesmo com aviso: avisar que falhou não é o mesmo que o prato estar no estoque.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Repara: ele não inventou estrutura nova, reaproveitou a forma da 2.5. E fica mais simples, porque nem o eval decide o que é "resolvido" — o produto já decidiu.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AÇÃO: node evals/run-eval-ciclo-pergunta-resposta.js --limit 20 --dry-run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ANTES: Ali está o trace de 14 de setembro. Nota 0. Transparência: a linha que guarda essa pendência eu inseri à mão antes de gravar, com o timestamp real do incidente — em 14/09 o produto não persistia nada, esse era o bug. Não é dado fabricado, é o mesmo achado documentado entrando na estrutura que não existia na época.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AÇÃO: node evals/run-eval-ciclo-pergunta-resposta.js --limit 5 --dry-run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DEPOIS: Mesmo critério, mesmo script, trace novo — frango desfiado, resolvido, nota 1.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SOPA: E a sopa de abóbora aparece com zero. Não é o eval errando: é exatamente o que ele tem que dizer. O produto avisou — mas a sopa não está no estoque.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Opcional (5.6): rodar sem --dry-run pra gravar o Score real no Langfuse.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Substitui o 4.5 antigo ("quatro falhas, nenhuma gritou"). A aula não termina mais em diagnóstico: termina num ciclo fechado com prova.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Recapitulando o que a gente fez nesta aula. Eu não li código pra descobrir o problema: eu observei. Quatro mensagens, quatro classificações certas, e um prato que nunca existiu no sistema. O diagnóstico não era prompt, nem dado, nem modelo — era o produto em volta do modelo. Aí eu decidi o caminho, escrevi a restrição, subi o código, e criei um eval que enxerga o que nenhum dos três critérios anteriores enxergava: o ciclo, não a mensagem.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5/5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 agora o ponto que eu mais quero que fique. Essa correção não terminou o trabalho — ela trocou um problema invisível por três coisas visíveis. A janela de 20 minutos é uma aposta: se o dado mostrar muita pendência expirando, a régua estava errada. O aviso de ingestão não concluída é honesto, mas alguém precisa ler. E a mensagem real daquele dia ainda não resolve sozinha — somar é conta, e conta aqui é do código, não do modelo. O produto agora pergunta de novo, citando o prato. Melhor que silêncio. Não é o fim.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271588" y="1828800"/>
            <a:ext cx="16260763" cy="91455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Consertar não é o fim — é o começo do que observar. E quando o produto passa a perguntar, a avisar e a decidir coisas pela casa, a pergunta seguinte é inevitável: o que ele pode fazer sozinho, o que ele precisa me contar, e o que ele não deveria nem guardar. Isso é a Aula 5: guardrails, transparência e LGPD — começando justamente pelo episódio que eu deixei de propósito sem corrigir, o da lasanha.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 ">
  <p:cSld name="Capa 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5" descr=" "/>
          <p:cNvPicPr preferRelativeResize="0"/>
          <p:nvPr/>
        </p:nvPicPr>
        <p:blipFill rotWithShape="1">
          <a:blip r:embed="rId2">
            <a:alphaModFix amt="50000"/>
          </a:blip>
          <a:srcRect l="588" r="-1"/>
          <a:stretch/>
        </p:blipFill>
        <p:spPr>
          <a:xfrm>
            <a:off x="8089900" y="0"/>
            <a:ext cx="16297148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35"/>
          <p:cNvSpPr/>
          <p:nvPr/>
        </p:nvSpPr>
        <p:spPr>
          <a:xfrm>
            <a:off x="2426003" y="2641600"/>
            <a:ext cx="13539892" cy="84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35"/>
          <p:cNvSpPr/>
          <p:nvPr/>
        </p:nvSpPr>
        <p:spPr>
          <a:xfrm>
            <a:off x="2426003" y="2641600"/>
            <a:ext cx="13539892" cy="706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35"/>
          <p:cNvSpPr/>
          <p:nvPr/>
        </p:nvSpPr>
        <p:spPr>
          <a:xfrm>
            <a:off x="2426003" y="10718800"/>
            <a:ext cx="459797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35"/>
          <p:cNvSpPr txBox="1">
            <a:spLocks noGrp="1"/>
          </p:cNvSpPr>
          <p:nvPr>
            <p:ph type="body" idx="1"/>
          </p:nvPr>
        </p:nvSpPr>
        <p:spPr>
          <a:xfrm>
            <a:off x="2315981" y="2414588"/>
            <a:ext cx="13963162" cy="626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DBFC7"/>
              </a:buClr>
              <a:buSzPts val="13200"/>
              <a:buFont typeface="Arial"/>
              <a:buNone/>
              <a:defRPr sz="13200" b="0" i="0" u="none" strike="noStrike" cap="none">
                <a:solidFill>
                  <a:srgbClr val="BDBFC7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marL="914400" marR="0" lvl="1" indent="-10668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Char char="–"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2pPr>
            <a:lvl3pPr marL="1371600" marR="0" lvl="2" indent="-10668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Char char="•"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3pPr>
            <a:lvl4pPr marL="1828800" marR="0" lvl="3" indent="-10668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Char char="–"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4pPr>
            <a:lvl5pPr marL="2286000" marR="0" lvl="4" indent="-10668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Char char="»"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5"/>
          <p:cNvSpPr txBox="1">
            <a:spLocks noGrp="1"/>
          </p:cNvSpPr>
          <p:nvPr>
            <p:ph type="body" idx="2"/>
          </p:nvPr>
        </p:nvSpPr>
        <p:spPr>
          <a:xfrm>
            <a:off x="2315981" y="8892645"/>
            <a:ext cx="13963650" cy="81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rgbClr val="BDBFC7"/>
              </a:buClr>
              <a:buSzPts val="4800"/>
              <a:buFont typeface="Arial"/>
              <a:buNone/>
              <a:defRPr sz="4800" b="0" i="0" u="none" strike="noStrike" cap="none">
                <a:solidFill>
                  <a:srgbClr val="BDBFC7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5"/>
          <p:cNvSpPr txBox="1">
            <a:spLocks noGrp="1"/>
          </p:cNvSpPr>
          <p:nvPr>
            <p:ph type="body" idx="3"/>
          </p:nvPr>
        </p:nvSpPr>
        <p:spPr>
          <a:xfrm>
            <a:off x="2375778" y="10535920"/>
            <a:ext cx="9296400" cy="642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BDBFC7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BDBFC7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1">
  <p:cSld name="Título 1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6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6"/>
          <p:cNvSpPr/>
          <p:nvPr/>
        </p:nvSpPr>
        <p:spPr>
          <a:xfrm>
            <a:off x="23433139" y="406400"/>
            <a:ext cx="477061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36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6"/>
          <p:cNvSpPr/>
          <p:nvPr/>
        </p:nvSpPr>
        <p:spPr>
          <a:xfrm>
            <a:off x="-10694737" y="-1130300"/>
            <a:ext cx="15965895" cy="159639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36"/>
          <p:cNvSpPr/>
          <p:nvPr/>
        </p:nvSpPr>
        <p:spPr>
          <a:xfrm>
            <a:off x="4216927" y="-1130300"/>
            <a:ext cx="15965895" cy="159639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" name="Google Shape;21;p36" descr="Ícone&#10;&#10;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140419" y="-144842"/>
            <a:ext cx="1568332" cy="1001005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6"/>
          <p:cNvSpPr txBox="1">
            <a:spLocks noGrp="1"/>
          </p:cNvSpPr>
          <p:nvPr>
            <p:ph type="body" idx="1"/>
          </p:nvPr>
        </p:nvSpPr>
        <p:spPr>
          <a:xfrm>
            <a:off x="7214502" y="5040312"/>
            <a:ext cx="11704637" cy="3622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2040"/>
              </a:spcBef>
              <a:spcAft>
                <a:spcPts val="0"/>
              </a:spcAft>
              <a:buClr>
                <a:srgbClr val="F4F4F6"/>
              </a:buClr>
              <a:buSzPts val="10200"/>
              <a:buFont typeface="Arial"/>
              <a:buNone/>
              <a:defRPr sz="10200" b="0" i="0" u="none" strike="noStrike" cap="none">
                <a:solidFill>
                  <a:srgbClr val="F4F4F6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texto">
  <p:cSld name="Título + texto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7"/>
          <p:cNvSpPr/>
          <p:nvPr/>
        </p:nvSpPr>
        <p:spPr>
          <a:xfrm>
            <a:off x="-143885" y="-152400"/>
            <a:ext cx="24674946" cy="13965382"/>
          </a:xfrm>
          <a:prstGeom prst="rect">
            <a:avLst/>
          </a:prstGeom>
          <a:solidFill>
            <a:srgbClr val="D6D4D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Google Shape;25;p37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605007" y="355600"/>
            <a:ext cx="13782041" cy="1336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37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53171" y="355600"/>
            <a:ext cx="3651917" cy="1336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37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" name="Google Shape;28;p37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37"/>
          <p:cNvSpPr/>
          <p:nvPr/>
        </p:nvSpPr>
        <p:spPr>
          <a:xfrm>
            <a:off x="2426003" y="3759200"/>
            <a:ext cx="9551594" cy="57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p37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10629900"/>
            <a:ext cx="15638833" cy="308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37" descr=" 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226028" y="10629900"/>
            <a:ext cx="9161020" cy="308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37"/>
          <p:cNvSpPr txBox="1">
            <a:spLocks noGrp="1"/>
          </p:cNvSpPr>
          <p:nvPr>
            <p:ph type="body" idx="1"/>
          </p:nvPr>
        </p:nvSpPr>
        <p:spPr>
          <a:xfrm>
            <a:off x="2317856" y="7017970"/>
            <a:ext cx="9767888" cy="401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37"/>
          <p:cNvSpPr txBox="1">
            <a:spLocks noGrp="1"/>
          </p:cNvSpPr>
          <p:nvPr>
            <p:ph type="body" idx="2"/>
          </p:nvPr>
        </p:nvSpPr>
        <p:spPr>
          <a:xfrm>
            <a:off x="2330450" y="3519120"/>
            <a:ext cx="9863138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72C"/>
              </a:buClr>
              <a:buSzPts val="9200"/>
              <a:buFont typeface="Arial"/>
              <a:buNone/>
              <a:defRPr sz="9200" b="0" i="0" u="none" strike="noStrike" cap="none">
                <a:solidFill>
                  <a:srgbClr val="26272C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  <a:defRPr sz="7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  <a:defRPr sz="7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  <a:defRPr sz="7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  <a:defRPr sz="7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a 1">
  <p:cSld name="Tema 1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8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" name="Google Shape;36;p38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70252" y="462769"/>
            <a:ext cx="12791764" cy="12790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38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4734" y="424672"/>
            <a:ext cx="12791764" cy="1279046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38"/>
          <p:cNvSpPr/>
          <p:nvPr/>
        </p:nvSpPr>
        <p:spPr>
          <a:xfrm>
            <a:off x="3099187" y="-2235200"/>
            <a:ext cx="18201375" cy="181991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38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" name="Google Shape;40;p38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38" descr="Ícone&#10;&#10;O conteúdo gerado por IA pode estar incorreto.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202249" y="-8621"/>
            <a:ext cx="1568332" cy="1001005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38"/>
          <p:cNvSpPr txBox="1">
            <a:spLocks noGrp="1"/>
          </p:cNvSpPr>
          <p:nvPr>
            <p:ph type="body" idx="1"/>
          </p:nvPr>
        </p:nvSpPr>
        <p:spPr>
          <a:xfrm>
            <a:off x="6598775" y="3358662"/>
            <a:ext cx="11163300" cy="619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DBFC7"/>
              </a:buClr>
              <a:buSzPts val="13200"/>
              <a:buFont typeface="Arial"/>
              <a:buNone/>
              <a:defRPr sz="132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DBFC7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DBFC7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DBFC7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DBFC7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a 2">
  <p:cSld name="Tema 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9"/>
          <p:cNvSpPr/>
          <p:nvPr/>
        </p:nvSpPr>
        <p:spPr>
          <a:xfrm>
            <a:off x="4216927" y="-1130300"/>
            <a:ext cx="15965895" cy="15963900"/>
          </a:xfrm>
          <a:prstGeom prst="ellipse">
            <a:avLst/>
          </a:prstGeom>
          <a:solidFill>
            <a:srgbClr val="131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39"/>
          <p:cNvSpPr/>
          <p:nvPr/>
        </p:nvSpPr>
        <p:spPr>
          <a:xfrm>
            <a:off x="18798350" y="-1130300"/>
            <a:ext cx="15965895" cy="15963900"/>
          </a:xfrm>
          <a:prstGeom prst="ellipse">
            <a:avLst/>
          </a:prstGeom>
          <a:solidFill>
            <a:srgbClr val="131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39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" name="Google Shape;47;p39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39" descr="Ícone&#10;&#10;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202249" y="-8621"/>
            <a:ext cx="1568332" cy="10010051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9"/>
          <p:cNvSpPr txBox="1">
            <a:spLocks noGrp="1"/>
          </p:cNvSpPr>
          <p:nvPr>
            <p:ph type="body" idx="1"/>
          </p:nvPr>
        </p:nvSpPr>
        <p:spPr>
          <a:xfrm>
            <a:off x="431800" y="5135034"/>
            <a:ext cx="10833100" cy="80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8BEC"/>
              </a:buClr>
              <a:buSzPts val="13200"/>
              <a:buFont typeface="Arial"/>
              <a:buNone/>
              <a:defRPr sz="13200" b="0" i="0" u="none" strike="noStrike" cap="none">
                <a:solidFill>
                  <a:srgbClr val="5F8BEC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None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None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None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None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lateral 1">
  <p:cSld name="Imagem lateral 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0"/>
          <p:cNvSpPr/>
          <p:nvPr/>
        </p:nvSpPr>
        <p:spPr>
          <a:xfrm>
            <a:off x="23433139" y="406400"/>
            <a:ext cx="477061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" name="Google Shape;52;p40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40"/>
          <p:cNvSpPr>
            <a:spLocks noGrp="1"/>
          </p:cNvSpPr>
          <p:nvPr>
            <p:ph type="pic" idx="2"/>
          </p:nvPr>
        </p:nvSpPr>
        <p:spPr>
          <a:xfrm flipH="1">
            <a:off x="14403599" y="-518160"/>
            <a:ext cx="12266400" cy="14538960"/>
          </a:xfrm>
          <a:prstGeom prst="flowChartDelay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lateral 2">
  <p:cSld name="Imagem lateral 2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1"/>
          <p:cNvSpPr>
            <a:spLocks noGrp="1"/>
          </p:cNvSpPr>
          <p:nvPr>
            <p:ph type="pic" idx="2"/>
          </p:nvPr>
        </p:nvSpPr>
        <p:spPr>
          <a:xfrm flipH="1">
            <a:off x="15109197" y="0"/>
            <a:ext cx="10752938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56" name="Google Shape;56;p41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41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41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ção">
  <p:cSld name="Citação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42"/>
          <p:cNvSpPr/>
          <p:nvPr/>
        </p:nvSpPr>
        <p:spPr>
          <a:xfrm>
            <a:off x="1460683" y="-1130300"/>
            <a:ext cx="15965895" cy="15963900"/>
          </a:xfrm>
          <a:prstGeom prst="ellipse">
            <a:avLst/>
          </a:prstGeom>
          <a:solidFill>
            <a:srgbClr val="131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42"/>
          <p:cNvSpPr/>
          <p:nvPr/>
        </p:nvSpPr>
        <p:spPr>
          <a:xfrm>
            <a:off x="16372346" y="-1130300"/>
            <a:ext cx="15965895" cy="15963900"/>
          </a:xfrm>
          <a:prstGeom prst="ellipse">
            <a:avLst/>
          </a:prstGeom>
          <a:solidFill>
            <a:srgbClr val="131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42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" name="Google Shape;63;p42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4429" y="406400"/>
            <a:ext cx="47436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42"/>
          <p:cNvSpPr/>
          <p:nvPr/>
        </p:nvSpPr>
        <p:spPr>
          <a:xfrm>
            <a:off x="4420152" y="5372100"/>
            <a:ext cx="15546743" cy="4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" name="Google Shape;65;p42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42330" y="4025900"/>
            <a:ext cx="1066933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42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39205" y="4311650"/>
            <a:ext cx="673184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42"/>
          <p:cNvSpPr txBox="1">
            <a:spLocks noGrp="1"/>
          </p:cNvSpPr>
          <p:nvPr>
            <p:ph type="body" idx="1"/>
          </p:nvPr>
        </p:nvSpPr>
        <p:spPr>
          <a:xfrm>
            <a:off x="4439205" y="5284064"/>
            <a:ext cx="15751175" cy="34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F4F4F6"/>
              </a:buClr>
              <a:buSzPts val="4000"/>
              <a:buFont typeface="Arial"/>
              <a:buNone/>
              <a:defRPr sz="4000" b="0" i="0" u="none" strike="noStrike" cap="none">
                <a:solidFill>
                  <a:srgbClr val="F4F4F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42"/>
          <p:cNvSpPr txBox="1">
            <a:spLocks noGrp="1"/>
          </p:cNvSpPr>
          <p:nvPr>
            <p:ph type="body" idx="2"/>
          </p:nvPr>
        </p:nvSpPr>
        <p:spPr>
          <a:xfrm>
            <a:off x="4465016" y="9191625"/>
            <a:ext cx="15965487" cy="77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BDBFC7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texto 2">
  <p:cSld name="Título + texto 2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3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1" name="Google Shape;71;p43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70265" y="462769"/>
            <a:ext cx="12791776" cy="12790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43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4722" y="424672"/>
            <a:ext cx="12791776" cy="1279046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43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" name="Google Shape;74;p43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434429" y="406400"/>
            <a:ext cx="47436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43"/>
          <p:cNvSpPr/>
          <p:nvPr/>
        </p:nvSpPr>
        <p:spPr>
          <a:xfrm>
            <a:off x="3099187" y="-2235200"/>
            <a:ext cx="18201375" cy="18199100"/>
          </a:xfrm>
          <a:prstGeom prst="ellipse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3"/>
          <p:cNvSpPr/>
          <p:nvPr/>
        </p:nvSpPr>
        <p:spPr>
          <a:xfrm>
            <a:off x="7328816" y="4051300"/>
            <a:ext cx="9742118" cy="561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3"/>
          <p:cNvSpPr txBox="1">
            <a:spLocks noGrp="1"/>
          </p:cNvSpPr>
          <p:nvPr>
            <p:ph type="body" idx="1"/>
          </p:nvPr>
        </p:nvSpPr>
        <p:spPr>
          <a:xfrm>
            <a:off x="7161212" y="3915833"/>
            <a:ext cx="10064750" cy="2657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43"/>
          <p:cNvSpPr txBox="1">
            <a:spLocks noGrp="1"/>
          </p:cNvSpPr>
          <p:nvPr>
            <p:ph type="body" idx="2"/>
          </p:nvPr>
        </p:nvSpPr>
        <p:spPr>
          <a:xfrm>
            <a:off x="6708775" y="6815348"/>
            <a:ext cx="10969625" cy="3522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+ título">
  <p:cSld name="Imagem + títul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44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70265" y="462769"/>
            <a:ext cx="12791776" cy="12790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44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4722" y="424669"/>
            <a:ext cx="10652539" cy="12790463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44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" name="Google Shape;83;p44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434429" y="406400"/>
            <a:ext cx="47436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44"/>
          <p:cNvSpPr/>
          <p:nvPr/>
        </p:nvSpPr>
        <p:spPr>
          <a:xfrm>
            <a:off x="431854" y="13004800"/>
            <a:ext cx="296370" cy="34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rgbClr val="868998"/>
              </a:buClr>
              <a:buSzPts val="1600"/>
              <a:buFont typeface="Roboto"/>
              <a:buNone/>
            </a:pPr>
            <a:r>
              <a:rPr lang="en-US" sz="1600" b="0" i="0" u="none" strike="noStrike" cap="none">
                <a:solidFill>
                  <a:srgbClr val="868998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  <a:endParaRPr sz="16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44"/>
          <p:cNvSpPr>
            <a:spLocks noGrp="1"/>
          </p:cNvSpPr>
          <p:nvPr>
            <p:ph type="pic" idx="2"/>
          </p:nvPr>
        </p:nvSpPr>
        <p:spPr>
          <a:xfrm>
            <a:off x="1993900" y="3098800"/>
            <a:ext cx="20399375" cy="8801100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44"/>
          <p:cNvSpPr txBox="1">
            <a:spLocks noGrp="1"/>
          </p:cNvSpPr>
          <p:nvPr>
            <p:ph type="body" idx="1"/>
          </p:nvPr>
        </p:nvSpPr>
        <p:spPr>
          <a:xfrm>
            <a:off x="1993900" y="1437999"/>
            <a:ext cx="82169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44"/>
          <p:cNvSpPr txBox="1">
            <a:spLocks noGrp="1"/>
          </p:cNvSpPr>
          <p:nvPr>
            <p:ph type="body" idx="3"/>
          </p:nvPr>
        </p:nvSpPr>
        <p:spPr>
          <a:xfrm>
            <a:off x="16262350" y="1711566"/>
            <a:ext cx="6130925" cy="708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imagens">
  <p:cSld name="Duas imagen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45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70265" y="462769"/>
            <a:ext cx="12791776" cy="12790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45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4722" y="424669"/>
            <a:ext cx="10652539" cy="12790463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45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45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434429" y="406400"/>
            <a:ext cx="47436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45"/>
          <p:cNvSpPr>
            <a:spLocks noGrp="1"/>
          </p:cNvSpPr>
          <p:nvPr>
            <p:ph type="pic" idx="2"/>
          </p:nvPr>
        </p:nvSpPr>
        <p:spPr>
          <a:xfrm>
            <a:off x="1148863" y="2222500"/>
            <a:ext cx="10480430" cy="9271000"/>
          </a:xfrm>
          <a:prstGeom prst="rect">
            <a:avLst/>
          </a:prstGeom>
          <a:noFill/>
          <a:ln>
            <a:noFill/>
          </a:ln>
        </p:spPr>
      </p:sp>
      <p:sp>
        <p:nvSpPr>
          <p:cNvPr id="94" name="Google Shape;94;p45"/>
          <p:cNvSpPr>
            <a:spLocks noGrp="1"/>
          </p:cNvSpPr>
          <p:nvPr>
            <p:ph type="pic" idx="3"/>
          </p:nvPr>
        </p:nvSpPr>
        <p:spPr>
          <a:xfrm>
            <a:off x="12757882" y="2205892"/>
            <a:ext cx="10480430" cy="9271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subtítulo">
  <p:cSld name="Título + subtítulo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6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6"/>
          <p:cNvSpPr/>
          <p:nvPr/>
        </p:nvSpPr>
        <p:spPr>
          <a:xfrm>
            <a:off x="1994149" y="3302000"/>
            <a:ext cx="10415302" cy="71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46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9" name="Google Shape;99;p46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4429" y="406400"/>
            <a:ext cx="474362" cy="5930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0" name="Google Shape;100;p46"/>
          <p:cNvGrpSpPr/>
          <p:nvPr/>
        </p:nvGrpSpPr>
        <p:grpSpPr>
          <a:xfrm>
            <a:off x="10809051" y="1676205"/>
            <a:ext cx="13578125" cy="12039795"/>
            <a:chOff x="10809051" y="1676205"/>
            <a:chExt cx="13578125" cy="12039795"/>
          </a:xfrm>
        </p:grpSpPr>
        <p:pic>
          <p:nvPicPr>
            <p:cNvPr id="101" name="Google Shape;101;p46" descr=" 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815365" y="1689100"/>
              <a:ext cx="13571683" cy="12026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2" name="Google Shape;102;p46" descr=" 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809051" y="1739900"/>
              <a:ext cx="1574997" cy="11976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3" name="Google Shape;103;p46" descr=" 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 rot="5400000">
              <a:off x="17319527" y="-3232246"/>
              <a:ext cx="2159198" cy="119761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4" name="Google Shape;104;p46"/>
          <p:cNvSpPr txBox="1">
            <a:spLocks noGrp="1"/>
          </p:cNvSpPr>
          <p:nvPr>
            <p:ph type="body" idx="1"/>
          </p:nvPr>
        </p:nvSpPr>
        <p:spPr>
          <a:xfrm>
            <a:off x="1994149" y="3302000"/>
            <a:ext cx="11531600" cy="619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5" name="Google Shape;105;p46"/>
          <p:cNvSpPr txBox="1">
            <a:spLocks noGrp="1"/>
          </p:cNvSpPr>
          <p:nvPr>
            <p:ph type="body" idx="2"/>
          </p:nvPr>
        </p:nvSpPr>
        <p:spPr>
          <a:xfrm>
            <a:off x="1994149" y="9550400"/>
            <a:ext cx="10618788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tópicos ">
  <p:cSld name="Título + tópicos 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7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8" name="Google Shape;108;p47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47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47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47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26003" y="5537200"/>
            <a:ext cx="5004425" cy="552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47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572" y="6635750"/>
            <a:ext cx="711289" cy="71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47" descr=" 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36879" y="5537200"/>
            <a:ext cx="5017127" cy="552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47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989799" y="6635750"/>
            <a:ext cx="711289" cy="71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47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260457" y="5537200"/>
            <a:ext cx="5004425" cy="552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47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407026" y="6635750"/>
            <a:ext cx="711289" cy="7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47"/>
          <p:cNvSpPr/>
          <p:nvPr/>
        </p:nvSpPr>
        <p:spPr>
          <a:xfrm>
            <a:off x="2426003" y="1574800"/>
            <a:ext cx="11545743" cy="2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8" name="Google Shape;118;p47"/>
          <p:cNvCxnSpPr/>
          <p:nvPr/>
        </p:nvCxnSpPr>
        <p:spPr>
          <a:xfrm>
            <a:off x="2551710" y="12520246"/>
            <a:ext cx="3365197" cy="0"/>
          </a:xfrm>
          <a:prstGeom prst="straightConnector1">
            <a:avLst/>
          </a:prstGeom>
          <a:noFill/>
          <a:ln w="28575" cap="flat" cmpd="sng">
            <a:solidFill>
              <a:srgbClr val="0C0C0E"/>
            </a:solidFill>
            <a:prstDash val="solid"/>
            <a:miter lim="0"/>
            <a:headEnd type="none" w="sm" len="sm"/>
            <a:tailEnd type="none" w="sm" len="sm"/>
          </a:ln>
        </p:spPr>
      </p:cxnSp>
      <p:sp>
        <p:nvSpPr>
          <p:cNvPr id="119" name="Google Shape;119;p47"/>
          <p:cNvSpPr>
            <a:spLocks noGrp="1"/>
          </p:cNvSpPr>
          <p:nvPr>
            <p:ph type="pic" idx="2"/>
          </p:nvPr>
        </p:nvSpPr>
        <p:spPr>
          <a:xfrm>
            <a:off x="18670588" y="5537200"/>
            <a:ext cx="5716587" cy="5524500"/>
          </a:xfrm>
          <a:prstGeom prst="rect">
            <a:avLst/>
          </a:prstGeom>
          <a:noFill/>
          <a:ln>
            <a:noFill/>
          </a:ln>
        </p:spPr>
      </p:sp>
      <p:sp>
        <p:nvSpPr>
          <p:cNvPr id="120" name="Google Shape;120;p47"/>
          <p:cNvSpPr txBox="1">
            <a:spLocks noGrp="1"/>
          </p:cNvSpPr>
          <p:nvPr>
            <p:ph type="body" idx="1"/>
          </p:nvPr>
        </p:nvSpPr>
        <p:spPr>
          <a:xfrm>
            <a:off x="2426003" y="1502629"/>
            <a:ext cx="11868150" cy="1566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1" name="Google Shape;121;p47"/>
          <p:cNvSpPr txBox="1">
            <a:spLocks noGrp="1"/>
          </p:cNvSpPr>
          <p:nvPr>
            <p:ph type="body" idx="3"/>
          </p:nvPr>
        </p:nvSpPr>
        <p:spPr>
          <a:xfrm>
            <a:off x="2425876" y="3245935"/>
            <a:ext cx="11680825" cy="1336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47"/>
          <p:cNvSpPr txBox="1">
            <a:spLocks noGrp="1"/>
          </p:cNvSpPr>
          <p:nvPr>
            <p:ph type="body" idx="4"/>
          </p:nvPr>
        </p:nvSpPr>
        <p:spPr>
          <a:xfrm>
            <a:off x="3128963" y="8032750"/>
            <a:ext cx="3741737" cy="20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3" name="Google Shape;123;p47"/>
          <p:cNvSpPr>
            <a:spLocks noGrp="1"/>
          </p:cNvSpPr>
          <p:nvPr>
            <p:ph type="pic" idx="5"/>
          </p:nvPr>
        </p:nvSpPr>
        <p:spPr>
          <a:xfrm>
            <a:off x="4657725" y="6662738"/>
            <a:ext cx="684213" cy="684212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47"/>
          <p:cNvSpPr txBox="1">
            <a:spLocks noGrp="1"/>
          </p:cNvSpPr>
          <p:nvPr>
            <p:ph type="body" idx="6"/>
          </p:nvPr>
        </p:nvSpPr>
        <p:spPr>
          <a:xfrm>
            <a:off x="8437323" y="8032750"/>
            <a:ext cx="3741737" cy="20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5" name="Google Shape;125;p47"/>
          <p:cNvSpPr>
            <a:spLocks noGrp="1"/>
          </p:cNvSpPr>
          <p:nvPr>
            <p:ph type="pic" idx="7"/>
          </p:nvPr>
        </p:nvSpPr>
        <p:spPr>
          <a:xfrm>
            <a:off x="9966085" y="6662738"/>
            <a:ext cx="684213" cy="684212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47"/>
          <p:cNvSpPr txBox="1">
            <a:spLocks noGrp="1"/>
          </p:cNvSpPr>
          <p:nvPr>
            <p:ph type="body" idx="8"/>
          </p:nvPr>
        </p:nvSpPr>
        <p:spPr>
          <a:xfrm>
            <a:off x="13927607" y="8032750"/>
            <a:ext cx="3741737" cy="20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7" name="Google Shape;127;p47"/>
          <p:cNvSpPr>
            <a:spLocks noGrp="1"/>
          </p:cNvSpPr>
          <p:nvPr>
            <p:ph type="pic" idx="9"/>
          </p:nvPr>
        </p:nvSpPr>
        <p:spPr>
          <a:xfrm>
            <a:off x="15456369" y="6662738"/>
            <a:ext cx="684213" cy="684212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ndo escuro 1">
  <p:cSld name="Fundo escuro 1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8"/>
          <p:cNvSpPr/>
          <p:nvPr/>
        </p:nvSpPr>
        <p:spPr>
          <a:xfrm>
            <a:off x="-1397175" y="-1117600"/>
            <a:ext cx="15965895" cy="15963900"/>
          </a:xfrm>
          <a:prstGeom prst="ellipse">
            <a:avLst/>
          </a:prstGeom>
          <a:solidFill>
            <a:srgbClr val="0C0C0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48"/>
          <p:cNvSpPr/>
          <p:nvPr/>
        </p:nvSpPr>
        <p:spPr>
          <a:xfrm>
            <a:off x="13514489" y="-1117600"/>
            <a:ext cx="15965895" cy="15963900"/>
          </a:xfrm>
          <a:prstGeom prst="ellipse">
            <a:avLst/>
          </a:prstGeom>
          <a:solidFill>
            <a:srgbClr val="0C0C0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ndo escuro 2">
  <p:cSld name="Fundo escuro 2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9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rgbClr val="13131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9"/>
          <p:cNvSpPr/>
          <p:nvPr/>
        </p:nvSpPr>
        <p:spPr>
          <a:xfrm>
            <a:off x="-6109464" y="-1117600"/>
            <a:ext cx="15965895" cy="159639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49"/>
          <p:cNvSpPr/>
          <p:nvPr/>
        </p:nvSpPr>
        <p:spPr>
          <a:xfrm>
            <a:off x="8719640" y="-1117600"/>
            <a:ext cx="15965895" cy="159639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8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F26B43"/>
          </p15:clr>
        </p15:guide>
        <p15:guide id="2" pos="768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5.xml"/><Relationship Id="rId7" Type="http://schemas.openxmlformats.org/officeDocument/2006/relationships/image" Target="../media/image15.png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4.png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tags" Target="../tags/tag8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12.xml"/><Relationship Id="rId7" Type="http://schemas.openxmlformats.org/officeDocument/2006/relationships/notesSlide" Target="../notesSlides/notesSlide4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3" Type="http://schemas.openxmlformats.org/officeDocument/2006/relationships/tags" Target="../tags/tag17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10" Type="http://schemas.openxmlformats.org/officeDocument/2006/relationships/image" Target="../media/image15.png"/><Relationship Id="rId4" Type="http://schemas.openxmlformats.org/officeDocument/2006/relationships/tags" Target="../tags/tag18.xml"/><Relationship Id="rId9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23.xml"/><Relationship Id="rId7" Type="http://schemas.openxmlformats.org/officeDocument/2006/relationships/tags" Target="../tags/tag27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11" Type="http://schemas.openxmlformats.org/officeDocument/2006/relationships/image" Target="../media/image15.png"/><Relationship Id="rId5" Type="http://schemas.openxmlformats.org/officeDocument/2006/relationships/tags" Target="../tags/tag25.xml"/><Relationship Id="rId10" Type="http://schemas.openxmlformats.org/officeDocument/2006/relationships/image" Target="../media/image4.png"/><Relationship Id="rId4" Type="http://schemas.openxmlformats.org/officeDocument/2006/relationships/tags" Target="../tags/tag24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12" Type="http://schemas.openxmlformats.org/officeDocument/2006/relationships/image" Target="../media/image15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11" Type="http://schemas.openxmlformats.org/officeDocument/2006/relationships/image" Target="../media/image4.png"/><Relationship Id="rId5" Type="http://schemas.openxmlformats.org/officeDocument/2006/relationships/tags" Target="../tags/tag32.xml"/><Relationship Id="rId10" Type="http://schemas.openxmlformats.org/officeDocument/2006/relationships/notesSlide" Target="../notesSlides/notesSlide7.xml"/><Relationship Id="rId4" Type="http://schemas.openxmlformats.org/officeDocument/2006/relationships/tags" Target="../tags/tag31.xml"/><Relationship Id="rId9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43.xml"/><Relationship Id="rId13" Type="http://schemas.openxmlformats.org/officeDocument/2006/relationships/image" Target="../media/image15.png"/><Relationship Id="rId3" Type="http://schemas.openxmlformats.org/officeDocument/2006/relationships/tags" Target="../tags/tag38.xml"/><Relationship Id="rId7" Type="http://schemas.openxmlformats.org/officeDocument/2006/relationships/tags" Target="../tags/tag42.xml"/><Relationship Id="rId12" Type="http://schemas.openxmlformats.org/officeDocument/2006/relationships/image" Target="../media/image4.png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tags" Target="../tags/tag41.xml"/><Relationship Id="rId11" Type="http://schemas.openxmlformats.org/officeDocument/2006/relationships/notesSlide" Target="../notesSlides/notesSlide8.xml"/><Relationship Id="rId5" Type="http://schemas.openxmlformats.org/officeDocument/2006/relationships/tags" Target="../tags/tag40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39.xml"/><Relationship Id="rId9" Type="http://schemas.openxmlformats.org/officeDocument/2006/relationships/tags" Target="../tags/tag4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6" Type="http://schemas.openxmlformats.org/officeDocument/2006/relationships/image" Target="../media/image15.png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5" Type="http://schemas.openxmlformats.org/officeDocument/2006/relationships/image" Target="../media/image4.png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tags" Target="../tags/tag69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59.xml"/><Relationship Id="rId21" Type="http://schemas.openxmlformats.org/officeDocument/2006/relationships/image" Target="../media/image15.png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17" Type="http://schemas.openxmlformats.org/officeDocument/2006/relationships/tags" Target="../tags/tag73.xml"/><Relationship Id="rId2" Type="http://schemas.openxmlformats.org/officeDocument/2006/relationships/tags" Target="../tags/tag58.xml"/><Relationship Id="rId16" Type="http://schemas.openxmlformats.org/officeDocument/2006/relationships/tags" Target="../tags/tag72.xml"/><Relationship Id="rId20" Type="http://schemas.openxmlformats.org/officeDocument/2006/relationships/image" Target="../media/image4.png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5" Type="http://schemas.openxmlformats.org/officeDocument/2006/relationships/tags" Target="../tags/tag71.xml"/><Relationship Id="rId10" Type="http://schemas.openxmlformats.org/officeDocument/2006/relationships/tags" Target="../tags/tag66.xml"/><Relationship Id="rId19" Type="http://schemas.openxmlformats.org/officeDocument/2006/relationships/notesSlide" Target="../notesSlides/notesSlide10.xml"/><Relationship Id="rId4" Type="http://schemas.openxmlformats.org/officeDocument/2006/relationships/tags" Target="../tags/tag60.xml"/><Relationship Id="rId9" Type="http://schemas.openxmlformats.org/officeDocument/2006/relationships/tags" Target="../tags/tag65.xml"/><Relationship Id="rId14" Type="http://schemas.openxmlformats.org/officeDocument/2006/relationships/tags" Target="../tags/tag7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81.xml"/><Relationship Id="rId13" Type="http://schemas.openxmlformats.org/officeDocument/2006/relationships/tags" Target="../tags/tag86.xml"/><Relationship Id="rId18" Type="http://schemas.openxmlformats.org/officeDocument/2006/relationships/tags" Target="../tags/tag91.xml"/><Relationship Id="rId26" Type="http://schemas.openxmlformats.org/officeDocument/2006/relationships/image" Target="../media/image15.png"/><Relationship Id="rId3" Type="http://schemas.openxmlformats.org/officeDocument/2006/relationships/tags" Target="../tags/tag76.xml"/><Relationship Id="rId21" Type="http://schemas.openxmlformats.org/officeDocument/2006/relationships/tags" Target="../tags/tag94.xml"/><Relationship Id="rId7" Type="http://schemas.openxmlformats.org/officeDocument/2006/relationships/tags" Target="../tags/tag80.xml"/><Relationship Id="rId12" Type="http://schemas.openxmlformats.org/officeDocument/2006/relationships/tags" Target="../tags/tag85.xml"/><Relationship Id="rId17" Type="http://schemas.openxmlformats.org/officeDocument/2006/relationships/tags" Target="../tags/tag90.xml"/><Relationship Id="rId25" Type="http://schemas.openxmlformats.org/officeDocument/2006/relationships/image" Target="../media/image4.png"/><Relationship Id="rId2" Type="http://schemas.openxmlformats.org/officeDocument/2006/relationships/tags" Target="../tags/tag75.xml"/><Relationship Id="rId16" Type="http://schemas.openxmlformats.org/officeDocument/2006/relationships/tags" Target="../tags/tag89.xml"/><Relationship Id="rId20" Type="http://schemas.openxmlformats.org/officeDocument/2006/relationships/tags" Target="../tags/tag93.xml"/><Relationship Id="rId1" Type="http://schemas.openxmlformats.org/officeDocument/2006/relationships/tags" Target="../tags/tag74.xml"/><Relationship Id="rId6" Type="http://schemas.openxmlformats.org/officeDocument/2006/relationships/tags" Target="../tags/tag79.xml"/><Relationship Id="rId11" Type="http://schemas.openxmlformats.org/officeDocument/2006/relationships/tags" Target="../tags/tag84.xml"/><Relationship Id="rId24" Type="http://schemas.openxmlformats.org/officeDocument/2006/relationships/notesSlide" Target="../notesSlides/notesSlide11.xml"/><Relationship Id="rId5" Type="http://schemas.openxmlformats.org/officeDocument/2006/relationships/tags" Target="../tags/tag78.xml"/><Relationship Id="rId15" Type="http://schemas.openxmlformats.org/officeDocument/2006/relationships/tags" Target="../tags/tag88.xml"/><Relationship Id="rId23" Type="http://schemas.openxmlformats.org/officeDocument/2006/relationships/slideLayout" Target="../slideLayouts/slideLayout1.xml"/><Relationship Id="rId10" Type="http://schemas.openxmlformats.org/officeDocument/2006/relationships/tags" Target="../tags/tag83.xml"/><Relationship Id="rId19" Type="http://schemas.openxmlformats.org/officeDocument/2006/relationships/tags" Target="../tags/tag92.xml"/><Relationship Id="rId4" Type="http://schemas.openxmlformats.org/officeDocument/2006/relationships/tags" Target="../tags/tag77.xml"/><Relationship Id="rId9" Type="http://schemas.openxmlformats.org/officeDocument/2006/relationships/tags" Target="../tags/tag82.xml"/><Relationship Id="rId14" Type="http://schemas.openxmlformats.org/officeDocument/2006/relationships/tags" Target="../tags/tag87.xml"/><Relationship Id="rId22" Type="http://schemas.openxmlformats.org/officeDocument/2006/relationships/tags" Target="../tags/tag9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103.xml"/><Relationship Id="rId13" Type="http://schemas.openxmlformats.org/officeDocument/2006/relationships/tags" Target="../tags/tag108.xml"/><Relationship Id="rId18" Type="http://schemas.openxmlformats.org/officeDocument/2006/relationships/tags" Target="../tags/tag113.xml"/><Relationship Id="rId26" Type="http://schemas.openxmlformats.org/officeDocument/2006/relationships/tags" Target="../tags/tag121.xml"/><Relationship Id="rId3" Type="http://schemas.openxmlformats.org/officeDocument/2006/relationships/tags" Target="../tags/tag98.xml"/><Relationship Id="rId21" Type="http://schemas.openxmlformats.org/officeDocument/2006/relationships/tags" Target="../tags/tag116.xml"/><Relationship Id="rId7" Type="http://schemas.openxmlformats.org/officeDocument/2006/relationships/tags" Target="../tags/tag102.xml"/><Relationship Id="rId12" Type="http://schemas.openxmlformats.org/officeDocument/2006/relationships/tags" Target="../tags/tag107.xml"/><Relationship Id="rId17" Type="http://schemas.openxmlformats.org/officeDocument/2006/relationships/tags" Target="../tags/tag112.xml"/><Relationship Id="rId25" Type="http://schemas.openxmlformats.org/officeDocument/2006/relationships/tags" Target="../tags/tag120.xml"/><Relationship Id="rId2" Type="http://schemas.openxmlformats.org/officeDocument/2006/relationships/tags" Target="../tags/tag97.xml"/><Relationship Id="rId16" Type="http://schemas.openxmlformats.org/officeDocument/2006/relationships/tags" Target="../tags/tag111.xml"/><Relationship Id="rId20" Type="http://schemas.openxmlformats.org/officeDocument/2006/relationships/tags" Target="../tags/tag115.xml"/><Relationship Id="rId29" Type="http://schemas.openxmlformats.org/officeDocument/2006/relationships/notesSlide" Target="../notesSlides/notesSlide12.xml"/><Relationship Id="rId1" Type="http://schemas.openxmlformats.org/officeDocument/2006/relationships/tags" Target="../tags/tag96.xml"/><Relationship Id="rId6" Type="http://schemas.openxmlformats.org/officeDocument/2006/relationships/tags" Target="../tags/tag101.xml"/><Relationship Id="rId11" Type="http://schemas.openxmlformats.org/officeDocument/2006/relationships/tags" Target="../tags/tag106.xml"/><Relationship Id="rId24" Type="http://schemas.openxmlformats.org/officeDocument/2006/relationships/tags" Target="../tags/tag119.xml"/><Relationship Id="rId5" Type="http://schemas.openxmlformats.org/officeDocument/2006/relationships/tags" Target="../tags/tag100.xml"/><Relationship Id="rId15" Type="http://schemas.openxmlformats.org/officeDocument/2006/relationships/tags" Target="../tags/tag110.xml"/><Relationship Id="rId23" Type="http://schemas.openxmlformats.org/officeDocument/2006/relationships/tags" Target="../tags/tag118.xml"/><Relationship Id="rId28" Type="http://schemas.openxmlformats.org/officeDocument/2006/relationships/slideLayout" Target="../slideLayouts/slideLayout1.xml"/><Relationship Id="rId10" Type="http://schemas.openxmlformats.org/officeDocument/2006/relationships/tags" Target="../tags/tag105.xml"/><Relationship Id="rId19" Type="http://schemas.openxmlformats.org/officeDocument/2006/relationships/tags" Target="../tags/tag114.xml"/><Relationship Id="rId31" Type="http://schemas.openxmlformats.org/officeDocument/2006/relationships/image" Target="../media/image15.png"/><Relationship Id="rId4" Type="http://schemas.openxmlformats.org/officeDocument/2006/relationships/tags" Target="../tags/tag99.xml"/><Relationship Id="rId9" Type="http://schemas.openxmlformats.org/officeDocument/2006/relationships/tags" Target="../tags/tag104.xml"/><Relationship Id="rId14" Type="http://schemas.openxmlformats.org/officeDocument/2006/relationships/tags" Target="../tags/tag109.xml"/><Relationship Id="rId22" Type="http://schemas.openxmlformats.org/officeDocument/2006/relationships/tags" Target="../tags/tag117.xml"/><Relationship Id="rId27" Type="http://schemas.openxmlformats.org/officeDocument/2006/relationships/tags" Target="../tags/tag122.xml"/><Relationship Id="rId30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125.xml"/><Relationship Id="rId7" Type="http://schemas.openxmlformats.org/officeDocument/2006/relationships/tags" Target="../tags/tag129.xml"/><Relationship Id="rId12" Type="http://schemas.openxmlformats.org/officeDocument/2006/relationships/image" Target="../media/image4.png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6" Type="http://schemas.openxmlformats.org/officeDocument/2006/relationships/tags" Target="../tags/tag128.xml"/><Relationship Id="rId11" Type="http://schemas.openxmlformats.org/officeDocument/2006/relationships/image" Target="../media/image15.png"/><Relationship Id="rId5" Type="http://schemas.openxmlformats.org/officeDocument/2006/relationships/tags" Target="../tags/tag127.xml"/><Relationship Id="rId10" Type="http://schemas.openxmlformats.org/officeDocument/2006/relationships/image" Target="../media/image25.png"/><Relationship Id="rId4" Type="http://schemas.openxmlformats.org/officeDocument/2006/relationships/tags" Target="../tags/tag126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137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132.xml"/><Relationship Id="rId7" Type="http://schemas.openxmlformats.org/officeDocument/2006/relationships/tags" Target="../tags/tag136.xml"/><Relationship Id="rId12" Type="http://schemas.openxmlformats.org/officeDocument/2006/relationships/tags" Target="../tags/tag141.xml"/><Relationship Id="rId17" Type="http://schemas.openxmlformats.org/officeDocument/2006/relationships/image" Target="../media/image4.png"/><Relationship Id="rId2" Type="http://schemas.openxmlformats.org/officeDocument/2006/relationships/tags" Target="../tags/tag131.xml"/><Relationship Id="rId16" Type="http://schemas.openxmlformats.org/officeDocument/2006/relationships/image" Target="../media/image15.png"/><Relationship Id="rId1" Type="http://schemas.openxmlformats.org/officeDocument/2006/relationships/tags" Target="../tags/tag130.xml"/><Relationship Id="rId6" Type="http://schemas.openxmlformats.org/officeDocument/2006/relationships/tags" Target="../tags/tag135.xml"/><Relationship Id="rId11" Type="http://schemas.openxmlformats.org/officeDocument/2006/relationships/tags" Target="../tags/tag140.xml"/><Relationship Id="rId5" Type="http://schemas.openxmlformats.org/officeDocument/2006/relationships/tags" Target="../tags/tag134.xml"/><Relationship Id="rId15" Type="http://schemas.openxmlformats.org/officeDocument/2006/relationships/image" Target="../media/image25.png"/><Relationship Id="rId10" Type="http://schemas.openxmlformats.org/officeDocument/2006/relationships/tags" Target="../tags/tag139.xml"/><Relationship Id="rId4" Type="http://schemas.openxmlformats.org/officeDocument/2006/relationships/tags" Target="../tags/tag133.xml"/><Relationship Id="rId9" Type="http://schemas.openxmlformats.org/officeDocument/2006/relationships/tags" Target="../tags/tag138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149.xml"/><Relationship Id="rId13" Type="http://schemas.openxmlformats.org/officeDocument/2006/relationships/tags" Target="../tags/tag154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144.xml"/><Relationship Id="rId21" Type="http://schemas.openxmlformats.org/officeDocument/2006/relationships/image" Target="../media/image15.png"/><Relationship Id="rId7" Type="http://schemas.openxmlformats.org/officeDocument/2006/relationships/tags" Target="../tags/tag148.xml"/><Relationship Id="rId12" Type="http://schemas.openxmlformats.org/officeDocument/2006/relationships/tags" Target="../tags/tag153.xml"/><Relationship Id="rId17" Type="http://schemas.openxmlformats.org/officeDocument/2006/relationships/tags" Target="../tags/tag158.xml"/><Relationship Id="rId2" Type="http://schemas.openxmlformats.org/officeDocument/2006/relationships/tags" Target="../tags/tag143.xml"/><Relationship Id="rId16" Type="http://schemas.openxmlformats.org/officeDocument/2006/relationships/tags" Target="../tags/tag157.xml"/><Relationship Id="rId20" Type="http://schemas.openxmlformats.org/officeDocument/2006/relationships/image" Target="../media/image25.png"/><Relationship Id="rId1" Type="http://schemas.openxmlformats.org/officeDocument/2006/relationships/tags" Target="../tags/tag142.xml"/><Relationship Id="rId6" Type="http://schemas.openxmlformats.org/officeDocument/2006/relationships/tags" Target="../tags/tag147.xml"/><Relationship Id="rId11" Type="http://schemas.openxmlformats.org/officeDocument/2006/relationships/tags" Target="../tags/tag152.xml"/><Relationship Id="rId5" Type="http://schemas.openxmlformats.org/officeDocument/2006/relationships/tags" Target="../tags/tag146.xml"/><Relationship Id="rId15" Type="http://schemas.openxmlformats.org/officeDocument/2006/relationships/tags" Target="../tags/tag156.xml"/><Relationship Id="rId10" Type="http://schemas.openxmlformats.org/officeDocument/2006/relationships/tags" Target="../tags/tag151.xml"/><Relationship Id="rId19" Type="http://schemas.openxmlformats.org/officeDocument/2006/relationships/notesSlide" Target="../notesSlides/notesSlide15.xml"/><Relationship Id="rId4" Type="http://schemas.openxmlformats.org/officeDocument/2006/relationships/tags" Target="../tags/tag145.xml"/><Relationship Id="rId9" Type="http://schemas.openxmlformats.org/officeDocument/2006/relationships/tags" Target="../tags/tag150.xml"/><Relationship Id="rId14" Type="http://schemas.openxmlformats.org/officeDocument/2006/relationships/tags" Target="../tags/tag155.xml"/><Relationship Id="rId22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166.xml"/><Relationship Id="rId13" Type="http://schemas.openxmlformats.org/officeDocument/2006/relationships/tags" Target="../tags/tag171.xml"/><Relationship Id="rId18" Type="http://schemas.openxmlformats.org/officeDocument/2006/relationships/tags" Target="../tags/tag176.xml"/><Relationship Id="rId3" Type="http://schemas.openxmlformats.org/officeDocument/2006/relationships/tags" Target="../tags/tag161.xml"/><Relationship Id="rId21" Type="http://schemas.openxmlformats.org/officeDocument/2006/relationships/image" Target="../media/image25.png"/><Relationship Id="rId7" Type="http://schemas.openxmlformats.org/officeDocument/2006/relationships/tags" Target="../tags/tag165.xml"/><Relationship Id="rId12" Type="http://schemas.openxmlformats.org/officeDocument/2006/relationships/tags" Target="../tags/tag170.xml"/><Relationship Id="rId17" Type="http://schemas.openxmlformats.org/officeDocument/2006/relationships/tags" Target="../tags/tag175.xml"/><Relationship Id="rId2" Type="http://schemas.openxmlformats.org/officeDocument/2006/relationships/tags" Target="../tags/tag160.xml"/><Relationship Id="rId16" Type="http://schemas.openxmlformats.org/officeDocument/2006/relationships/tags" Target="../tags/tag174.xml"/><Relationship Id="rId20" Type="http://schemas.openxmlformats.org/officeDocument/2006/relationships/notesSlide" Target="../notesSlides/notesSlide16.xml"/><Relationship Id="rId1" Type="http://schemas.openxmlformats.org/officeDocument/2006/relationships/tags" Target="../tags/tag159.xml"/><Relationship Id="rId6" Type="http://schemas.openxmlformats.org/officeDocument/2006/relationships/tags" Target="../tags/tag164.xml"/><Relationship Id="rId11" Type="http://schemas.openxmlformats.org/officeDocument/2006/relationships/tags" Target="../tags/tag169.xml"/><Relationship Id="rId5" Type="http://schemas.openxmlformats.org/officeDocument/2006/relationships/tags" Target="../tags/tag163.xml"/><Relationship Id="rId15" Type="http://schemas.openxmlformats.org/officeDocument/2006/relationships/tags" Target="../tags/tag173.xml"/><Relationship Id="rId23" Type="http://schemas.openxmlformats.org/officeDocument/2006/relationships/image" Target="../media/image4.png"/><Relationship Id="rId10" Type="http://schemas.openxmlformats.org/officeDocument/2006/relationships/tags" Target="../tags/tag168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162.xml"/><Relationship Id="rId9" Type="http://schemas.openxmlformats.org/officeDocument/2006/relationships/tags" Target="../tags/tag167.xml"/><Relationship Id="rId14" Type="http://schemas.openxmlformats.org/officeDocument/2006/relationships/tags" Target="../tags/tag172.xml"/><Relationship Id="rId22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78.xml"/><Relationship Id="rId1" Type="http://schemas.openxmlformats.org/officeDocument/2006/relationships/tags" Target="../tags/tag17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tags" Target="../tags/tag186.xml"/><Relationship Id="rId3" Type="http://schemas.openxmlformats.org/officeDocument/2006/relationships/tags" Target="../tags/tag181.xml"/><Relationship Id="rId7" Type="http://schemas.openxmlformats.org/officeDocument/2006/relationships/tags" Target="../tags/tag185.xml"/><Relationship Id="rId12" Type="http://schemas.openxmlformats.org/officeDocument/2006/relationships/image" Target="../media/image15.png"/><Relationship Id="rId2" Type="http://schemas.openxmlformats.org/officeDocument/2006/relationships/tags" Target="../tags/tag180.xml"/><Relationship Id="rId1" Type="http://schemas.openxmlformats.org/officeDocument/2006/relationships/tags" Target="../tags/tag179.xml"/><Relationship Id="rId6" Type="http://schemas.openxmlformats.org/officeDocument/2006/relationships/tags" Target="../tags/tag184.xml"/><Relationship Id="rId11" Type="http://schemas.openxmlformats.org/officeDocument/2006/relationships/image" Target="../media/image4.png"/><Relationship Id="rId5" Type="http://schemas.openxmlformats.org/officeDocument/2006/relationships/tags" Target="../tags/tag183.xml"/><Relationship Id="rId10" Type="http://schemas.openxmlformats.org/officeDocument/2006/relationships/notesSlide" Target="../notesSlides/notesSlide18.xml"/><Relationship Id="rId4" Type="http://schemas.openxmlformats.org/officeDocument/2006/relationships/tags" Target="../tags/tag182.xml"/><Relationship Id="rId9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tags" Target="../tags/tag194.xml"/><Relationship Id="rId13" Type="http://schemas.openxmlformats.org/officeDocument/2006/relationships/tags" Target="../tags/tag199.xml"/><Relationship Id="rId18" Type="http://schemas.openxmlformats.org/officeDocument/2006/relationships/image" Target="../media/image15.png"/><Relationship Id="rId3" Type="http://schemas.openxmlformats.org/officeDocument/2006/relationships/tags" Target="../tags/tag189.xml"/><Relationship Id="rId7" Type="http://schemas.openxmlformats.org/officeDocument/2006/relationships/tags" Target="../tags/tag193.xml"/><Relationship Id="rId12" Type="http://schemas.openxmlformats.org/officeDocument/2006/relationships/tags" Target="../tags/tag198.xml"/><Relationship Id="rId17" Type="http://schemas.openxmlformats.org/officeDocument/2006/relationships/image" Target="../media/image4.png"/><Relationship Id="rId2" Type="http://schemas.openxmlformats.org/officeDocument/2006/relationships/tags" Target="../tags/tag188.xml"/><Relationship Id="rId16" Type="http://schemas.openxmlformats.org/officeDocument/2006/relationships/notesSlide" Target="../notesSlides/notesSlide19.xml"/><Relationship Id="rId1" Type="http://schemas.openxmlformats.org/officeDocument/2006/relationships/tags" Target="../tags/tag187.xml"/><Relationship Id="rId6" Type="http://schemas.openxmlformats.org/officeDocument/2006/relationships/tags" Target="../tags/tag192.xml"/><Relationship Id="rId11" Type="http://schemas.openxmlformats.org/officeDocument/2006/relationships/tags" Target="../tags/tag197.xml"/><Relationship Id="rId5" Type="http://schemas.openxmlformats.org/officeDocument/2006/relationships/tags" Target="../tags/tag191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196.xml"/><Relationship Id="rId4" Type="http://schemas.openxmlformats.org/officeDocument/2006/relationships/tags" Target="../tags/tag190.xml"/><Relationship Id="rId9" Type="http://schemas.openxmlformats.org/officeDocument/2006/relationships/tags" Target="../tags/tag195.xml"/><Relationship Id="rId14" Type="http://schemas.openxmlformats.org/officeDocument/2006/relationships/tags" Target="../tags/tag200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tags" Target="../tags/tag208.xml"/><Relationship Id="rId13" Type="http://schemas.openxmlformats.org/officeDocument/2006/relationships/tags" Target="../tags/tag213.xml"/><Relationship Id="rId18" Type="http://schemas.openxmlformats.org/officeDocument/2006/relationships/tags" Target="../tags/tag218.xml"/><Relationship Id="rId3" Type="http://schemas.openxmlformats.org/officeDocument/2006/relationships/tags" Target="../tags/tag203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207.xml"/><Relationship Id="rId12" Type="http://schemas.openxmlformats.org/officeDocument/2006/relationships/tags" Target="../tags/tag212.xml"/><Relationship Id="rId17" Type="http://schemas.openxmlformats.org/officeDocument/2006/relationships/tags" Target="../tags/tag217.xml"/><Relationship Id="rId2" Type="http://schemas.openxmlformats.org/officeDocument/2006/relationships/tags" Target="../tags/tag202.xml"/><Relationship Id="rId16" Type="http://schemas.openxmlformats.org/officeDocument/2006/relationships/tags" Target="../tags/tag216.xml"/><Relationship Id="rId20" Type="http://schemas.openxmlformats.org/officeDocument/2006/relationships/tags" Target="../tags/tag220.xml"/><Relationship Id="rId1" Type="http://schemas.openxmlformats.org/officeDocument/2006/relationships/tags" Target="../tags/tag201.xml"/><Relationship Id="rId6" Type="http://schemas.openxmlformats.org/officeDocument/2006/relationships/tags" Target="../tags/tag206.xml"/><Relationship Id="rId11" Type="http://schemas.openxmlformats.org/officeDocument/2006/relationships/tags" Target="../tags/tag211.xml"/><Relationship Id="rId24" Type="http://schemas.openxmlformats.org/officeDocument/2006/relationships/image" Target="../media/image15.png"/><Relationship Id="rId5" Type="http://schemas.openxmlformats.org/officeDocument/2006/relationships/tags" Target="../tags/tag205.xml"/><Relationship Id="rId15" Type="http://schemas.openxmlformats.org/officeDocument/2006/relationships/tags" Target="../tags/tag215.xml"/><Relationship Id="rId23" Type="http://schemas.openxmlformats.org/officeDocument/2006/relationships/image" Target="../media/image4.png"/><Relationship Id="rId10" Type="http://schemas.openxmlformats.org/officeDocument/2006/relationships/tags" Target="../tags/tag210.xml"/><Relationship Id="rId19" Type="http://schemas.openxmlformats.org/officeDocument/2006/relationships/tags" Target="../tags/tag219.xml"/><Relationship Id="rId4" Type="http://schemas.openxmlformats.org/officeDocument/2006/relationships/tags" Target="../tags/tag204.xml"/><Relationship Id="rId9" Type="http://schemas.openxmlformats.org/officeDocument/2006/relationships/tags" Target="../tags/tag209.xml"/><Relationship Id="rId14" Type="http://schemas.openxmlformats.org/officeDocument/2006/relationships/tags" Target="../tags/tag214.xml"/><Relationship Id="rId2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1.xml"/><Relationship Id="rId3" Type="http://schemas.openxmlformats.org/officeDocument/2006/relationships/tags" Target="../tags/tag223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222.xml"/><Relationship Id="rId1" Type="http://schemas.openxmlformats.org/officeDocument/2006/relationships/tags" Target="../tags/tag221.xml"/><Relationship Id="rId6" Type="http://schemas.openxmlformats.org/officeDocument/2006/relationships/tags" Target="../tags/tag226.xml"/><Relationship Id="rId5" Type="http://schemas.openxmlformats.org/officeDocument/2006/relationships/tags" Target="../tags/tag225.xml"/><Relationship Id="rId10" Type="http://schemas.openxmlformats.org/officeDocument/2006/relationships/image" Target="../media/image13.png"/><Relationship Id="rId4" Type="http://schemas.openxmlformats.org/officeDocument/2006/relationships/tags" Target="../tags/tag224.xml"/><Relationship Id="rId9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234.xml"/><Relationship Id="rId3" Type="http://schemas.openxmlformats.org/officeDocument/2006/relationships/tags" Target="../tags/tag229.xml"/><Relationship Id="rId7" Type="http://schemas.openxmlformats.org/officeDocument/2006/relationships/tags" Target="../tags/tag233.xml"/><Relationship Id="rId12" Type="http://schemas.openxmlformats.org/officeDocument/2006/relationships/image" Target="../media/image13.png"/><Relationship Id="rId2" Type="http://schemas.openxmlformats.org/officeDocument/2006/relationships/tags" Target="../tags/tag228.xml"/><Relationship Id="rId1" Type="http://schemas.openxmlformats.org/officeDocument/2006/relationships/tags" Target="../tags/tag227.xml"/><Relationship Id="rId6" Type="http://schemas.openxmlformats.org/officeDocument/2006/relationships/tags" Target="../tags/tag232.xml"/><Relationship Id="rId11" Type="http://schemas.openxmlformats.org/officeDocument/2006/relationships/image" Target="../media/image4.png"/><Relationship Id="rId5" Type="http://schemas.openxmlformats.org/officeDocument/2006/relationships/tags" Target="../tags/tag231.xml"/><Relationship Id="rId10" Type="http://schemas.openxmlformats.org/officeDocument/2006/relationships/notesSlide" Target="../notesSlides/notesSlide22.xml"/><Relationship Id="rId4" Type="http://schemas.openxmlformats.org/officeDocument/2006/relationships/tags" Target="../tags/tag230.xml"/><Relationship Id="rId9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tags" Target="../tags/tag242.xml"/><Relationship Id="rId13" Type="http://schemas.openxmlformats.org/officeDocument/2006/relationships/image" Target="../media/image4.png"/><Relationship Id="rId3" Type="http://schemas.openxmlformats.org/officeDocument/2006/relationships/tags" Target="../tags/tag237.xml"/><Relationship Id="rId7" Type="http://schemas.openxmlformats.org/officeDocument/2006/relationships/tags" Target="../tags/tag241.xml"/><Relationship Id="rId12" Type="http://schemas.openxmlformats.org/officeDocument/2006/relationships/notesSlide" Target="../notesSlides/notesSlide23.xml"/><Relationship Id="rId2" Type="http://schemas.openxmlformats.org/officeDocument/2006/relationships/tags" Target="../tags/tag236.xml"/><Relationship Id="rId1" Type="http://schemas.openxmlformats.org/officeDocument/2006/relationships/tags" Target="../tags/tag235.xml"/><Relationship Id="rId6" Type="http://schemas.openxmlformats.org/officeDocument/2006/relationships/tags" Target="../tags/tag240.xml"/><Relationship Id="rId11" Type="http://schemas.openxmlformats.org/officeDocument/2006/relationships/slideLayout" Target="../slideLayouts/slideLayout1.xml"/><Relationship Id="rId5" Type="http://schemas.openxmlformats.org/officeDocument/2006/relationships/tags" Target="../tags/tag239.xml"/><Relationship Id="rId10" Type="http://schemas.openxmlformats.org/officeDocument/2006/relationships/tags" Target="../tags/tag244.xml"/><Relationship Id="rId4" Type="http://schemas.openxmlformats.org/officeDocument/2006/relationships/tags" Target="../tags/tag238.xml"/><Relationship Id="rId9" Type="http://schemas.openxmlformats.org/officeDocument/2006/relationships/tags" Target="../tags/tag243.xml"/><Relationship Id="rId1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2.png"/><Relationship Id="rId2" Type="http://schemas.openxmlformats.org/officeDocument/2006/relationships/tags" Target="../tags/tag246.xml"/><Relationship Id="rId1" Type="http://schemas.openxmlformats.org/officeDocument/2006/relationships/tags" Target="../tags/tag24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tags" Target="../tags/tag254.xml"/><Relationship Id="rId3" Type="http://schemas.openxmlformats.org/officeDocument/2006/relationships/tags" Target="../tags/tag249.xml"/><Relationship Id="rId7" Type="http://schemas.openxmlformats.org/officeDocument/2006/relationships/tags" Target="../tags/tag253.xml"/><Relationship Id="rId12" Type="http://schemas.openxmlformats.org/officeDocument/2006/relationships/image" Target="../media/image15.png"/><Relationship Id="rId2" Type="http://schemas.openxmlformats.org/officeDocument/2006/relationships/tags" Target="../tags/tag248.xml"/><Relationship Id="rId1" Type="http://schemas.openxmlformats.org/officeDocument/2006/relationships/tags" Target="../tags/tag247.xml"/><Relationship Id="rId6" Type="http://schemas.openxmlformats.org/officeDocument/2006/relationships/tags" Target="../tags/tag252.xml"/><Relationship Id="rId11" Type="http://schemas.openxmlformats.org/officeDocument/2006/relationships/image" Target="../media/image4.png"/><Relationship Id="rId5" Type="http://schemas.openxmlformats.org/officeDocument/2006/relationships/tags" Target="../tags/tag251.xml"/><Relationship Id="rId10" Type="http://schemas.openxmlformats.org/officeDocument/2006/relationships/notesSlide" Target="../notesSlides/notesSlide25.xml"/><Relationship Id="rId4" Type="http://schemas.openxmlformats.org/officeDocument/2006/relationships/tags" Target="../tags/tag250.xml"/><Relationship Id="rId9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tags" Target="../tags/tag262.xml"/><Relationship Id="rId13" Type="http://schemas.openxmlformats.org/officeDocument/2006/relationships/tags" Target="../tags/tag267.xml"/><Relationship Id="rId3" Type="http://schemas.openxmlformats.org/officeDocument/2006/relationships/tags" Target="../tags/tag257.xml"/><Relationship Id="rId7" Type="http://schemas.openxmlformats.org/officeDocument/2006/relationships/tags" Target="../tags/tag261.xml"/><Relationship Id="rId12" Type="http://schemas.openxmlformats.org/officeDocument/2006/relationships/tags" Target="../tags/tag266.xml"/><Relationship Id="rId17" Type="http://schemas.openxmlformats.org/officeDocument/2006/relationships/image" Target="../media/image15.png"/><Relationship Id="rId2" Type="http://schemas.openxmlformats.org/officeDocument/2006/relationships/tags" Target="../tags/tag256.xml"/><Relationship Id="rId16" Type="http://schemas.openxmlformats.org/officeDocument/2006/relationships/image" Target="../media/image4.png"/><Relationship Id="rId1" Type="http://schemas.openxmlformats.org/officeDocument/2006/relationships/tags" Target="../tags/tag255.xml"/><Relationship Id="rId6" Type="http://schemas.openxmlformats.org/officeDocument/2006/relationships/tags" Target="../tags/tag260.xml"/><Relationship Id="rId11" Type="http://schemas.openxmlformats.org/officeDocument/2006/relationships/tags" Target="../tags/tag265.xml"/><Relationship Id="rId5" Type="http://schemas.openxmlformats.org/officeDocument/2006/relationships/tags" Target="../tags/tag259.xml"/><Relationship Id="rId15" Type="http://schemas.openxmlformats.org/officeDocument/2006/relationships/notesSlide" Target="../notesSlides/notesSlide26.xml"/><Relationship Id="rId10" Type="http://schemas.openxmlformats.org/officeDocument/2006/relationships/tags" Target="../tags/tag264.xml"/><Relationship Id="rId4" Type="http://schemas.openxmlformats.org/officeDocument/2006/relationships/tags" Target="../tags/tag258.xml"/><Relationship Id="rId9" Type="http://schemas.openxmlformats.org/officeDocument/2006/relationships/tags" Target="../tags/tag263.xml"/><Relationship Id="rId14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tags" Target="../tags/tag275.xml"/><Relationship Id="rId13" Type="http://schemas.openxmlformats.org/officeDocument/2006/relationships/tags" Target="../tags/tag280.xml"/><Relationship Id="rId18" Type="http://schemas.openxmlformats.org/officeDocument/2006/relationships/image" Target="../media/image15.png"/><Relationship Id="rId3" Type="http://schemas.openxmlformats.org/officeDocument/2006/relationships/tags" Target="../tags/tag270.xml"/><Relationship Id="rId7" Type="http://schemas.openxmlformats.org/officeDocument/2006/relationships/tags" Target="../tags/tag274.xml"/><Relationship Id="rId12" Type="http://schemas.openxmlformats.org/officeDocument/2006/relationships/tags" Target="../tags/tag279.xml"/><Relationship Id="rId17" Type="http://schemas.openxmlformats.org/officeDocument/2006/relationships/image" Target="../media/image4.png"/><Relationship Id="rId2" Type="http://schemas.openxmlformats.org/officeDocument/2006/relationships/tags" Target="../tags/tag269.xml"/><Relationship Id="rId16" Type="http://schemas.openxmlformats.org/officeDocument/2006/relationships/notesSlide" Target="../notesSlides/notesSlide27.xml"/><Relationship Id="rId1" Type="http://schemas.openxmlformats.org/officeDocument/2006/relationships/tags" Target="../tags/tag268.xml"/><Relationship Id="rId6" Type="http://schemas.openxmlformats.org/officeDocument/2006/relationships/tags" Target="../tags/tag273.xml"/><Relationship Id="rId11" Type="http://schemas.openxmlformats.org/officeDocument/2006/relationships/tags" Target="../tags/tag278.xml"/><Relationship Id="rId5" Type="http://schemas.openxmlformats.org/officeDocument/2006/relationships/tags" Target="../tags/tag272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277.xml"/><Relationship Id="rId4" Type="http://schemas.openxmlformats.org/officeDocument/2006/relationships/tags" Target="../tags/tag271.xml"/><Relationship Id="rId9" Type="http://schemas.openxmlformats.org/officeDocument/2006/relationships/tags" Target="../tags/tag276.xml"/><Relationship Id="rId14" Type="http://schemas.openxmlformats.org/officeDocument/2006/relationships/tags" Target="../tags/tag28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83.xml"/><Relationship Id="rId1" Type="http://schemas.openxmlformats.org/officeDocument/2006/relationships/tags" Target="../tags/tag28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tags" Target="../tags/tag286.xml"/><Relationship Id="rId7" Type="http://schemas.openxmlformats.org/officeDocument/2006/relationships/notesSlide" Target="../notesSlides/notesSlide29.xml"/><Relationship Id="rId2" Type="http://schemas.openxmlformats.org/officeDocument/2006/relationships/tags" Target="../tags/tag285.xml"/><Relationship Id="rId1" Type="http://schemas.openxmlformats.org/officeDocument/2006/relationships/tags" Target="../tags/tag284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288.xml"/><Relationship Id="rId10" Type="http://schemas.openxmlformats.org/officeDocument/2006/relationships/image" Target="../media/image4.png"/><Relationship Id="rId4" Type="http://schemas.openxmlformats.org/officeDocument/2006/relationships/tags" Target="../tags/tag287.xml"/><Relationship Id="rId9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tags" Target="../tags/tag296.xml"/><Relationship Id="rId13" Type="http://schemas.openxmlformats.org/officeDocument/2006/relationships/tags" Target="../tags/tag301.xml"/><Relationship Id="rId18" Type="http://schemas.openxmlformats.org/officeDocument/2006/relationships/image" Target="../media/image15.png"/><Relationship Id="rId3" Type="http://schemas.openxmlformats.org/officeDocument/2006/relationships/tags" Target="../tags/tag291.xml"/><Relationship Id="rId7" Type="http://schemas.openxmlformats.org/officeDocument/2006/relationships/tags" Target="../tags/tag295.xml"/><Relationship Id="rId12" Type="http://schemas.openxmlformats.org/officeDocument/2006/relationships/tags" Target="../tags/tag300.xml"/><Relationship Id="rId17" Type="http://schemas.openxmlformats.org/officeDocument/2006/relationships/image" Target="../media/image4.png"/><Relationship Id="rId2" Type="http://schemas.openxmlformats.org/officeDocument/2006/relationships/tags" Target="../tags/tag290.xml"/><Relationship Id="rId16" Type="http://schemas.openxmlformats.org/officeDocument/2006/relationships/notesSlide" Target="../notesSlides/notesSlide30.xml"/><Relationship Id="rId1" Type="http://schemas.openxmlformats.org/officeDocument/2006/relationships/tags" Target="../tags/tag289.xml"/><Relationship Id="rId6" Type="http://schemas.openxmlformats.org/officeDocument/2006/relationships/tags" Target="../tags/tag294.xml"/><Relationship Id="rId11" Type="http://schemas.openxmlformats.org/officeDocument/2006/relationships/tags" Target="../tags/tag299.xml"/><Relationship Id="rId5" Type="http://schemas.openxmlformats.org/officeDocument/2006/relationships/tags" Target="../tags/tag293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298.xml"/><Relationship Id="rId4" Type="http://schemas.openxmlformats.org/officeDocument/2006/relationships/tags" Target="../tags/tag292.xml"/><Relationship Id="rId9" Type="http://schemas.openxmlformats.org/officeDocument/2006/relationships/tags" Target="../tags/tag297.xml"/><Relationship Id="rId14" Type="http://schemas.openxmlformats.org/officeDocument/2006/relationships/tags" Target="../tags/tag30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tags" Target="../tags/tag310.xml"/><Relationship Id="rId13" Type="http://schemas.openxmlformats.org/officeDocument/2006/relationships/tags" Target="../tags/tag315.xml"/><Relationship Id="rId18" Type="http://schemas.openxmlformats.org/officeDocument/2006/relationships/image" Target="../media/image4.png"/><Relationship Id="rId3" Type="http://schemas.openxmlformats.org/officeDocument/2006/relationships/tags" Target="../tags/tag305.xml"/><Relationship Id="rId7" Type="http://schemas.openxmlformats.org/officeDocument/2006/relationships/tags" Target="../tags/tag309.xml"/><Relationship Id="rId12" Type="http://schemas.openxmlformats.org/officeDocument/2006/relationships/tags" Target="../tags/tag314.xml"/><Relationship Id="rId17" Type="http://schemas.openxmlformats.org/officeDocument/2006/relationships/notesSlide" Target="../notesSlides/notesSlide31.xml"/><Relationship Id="rId2" Type="http://schemas.openxmlformats.org/officeDocument/2006/relationships/tags" Target="../tags/tag304.xml"/><Relationship Id="rId16" Type="http://schemas.openxmlformats.org/officeDocument/2006/relationships/slideLayout" Target="../slideLayouts/slideLayout1.xml"/><Relationship Id="rId1" Type="http://schemas.openxmlformats.org/officeDocument/2006/relationships/tags" Target="../tags/tag303.xml"/><Relationship Id="rId6" Type="http://schemas.openxmlformats.org/officeDocument/2006/relationships/tags" Target="../tags/tag308.xml"/><Relationship Id="rId11" Type="http://schemas.openxmlformats.org/officeDocument/2006/relationships/tags" Target="../tags/tag313.xml"/><Relationship Id="rId5" Type="http://schemas.openxmlformats.org/officeDocument/2006/relationships/tags" Target="../tags/tag307.xml"/><Relationship Id="rId15" Type="http://schemas.openxmlformats.org/officeDocument/2006/relationships/tags" Target="../tags/tag317.xml"/><Relationship Id="rId10" Type="http://schemas.openxmlformats.org/officeDocument/2006/relationships/tags" Target="../tags/tag312.xml"/><Relationship Id="rId19" Type="http://schemas.openxmlformats.org/officeDocument/2006/relationships/image" Target="../media/image15.png"/><Relationship Id="rId4" Type="http://schemas.openxmlformats.org/officeDocument/2006/relationships/tags" Target="../tags/tag306.xml"/><Relationship Id="rId9" Type="http://schemas.openxmlformats.org/officeDocument/2006/relationships/tags" Target="../tags/tag311.xml"/><Relationship Id="rId14" Type="http://schemas.openxmlformats.org/officeDocument/2006/relationships/tags" Target="../tags/tag316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tags" Target="../tags/tag325.xml"/><Relationship Id="rId13" Type="http://schemas.openxmlformats.org/officeDocument/2006/relationships/tags" Target="../tags/tag330.xml"/><Relationship Id="rId18" Type="http://schemas.openxmlformats.org/officeDocument/2006/relationships/notesSlide" Target="../notesSlides/notesSlide32.xml"/><Relationship Id="rId3" Type="http://schemas.openxmlformats.org/officeDocument/2006/relationships/tags" Target="../tags/tag320.xml"/><Relationship Id="rId7" Type="http://schemas.openxmlformats.org/officeDocument/2006/relationships/tags" Target="../tags/tag324.xml"/><Relationship Id="rId12" Type="http://schemas.openxmlformats.org/officeDocument/2006/relationships/tags" Target="../tags/tag329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319.xml"/><Relationship Id="rId16" Type="http://schemas.openxmlformats.org/officeDocument/2006/relationships/tags" Target="../tags/tag333.xml"/><Relationship Id="rId20" Type="http://schemas.openxmlformats.org/officeDocument/2006/relationships/image" Target="../media/image15.png"/><Relationship Id="rId1" Type="http://schemas.openxmlformats.org/officeDocument/2006/relationships/tags" Target="../tags/tag318.xml"/><Relationship Id="rId6" Type="http://schemas.openxmlformats.org/officeDocument/2006/relationships/tags" Target="../tags/tag323.xml"/><Relationship Id="rId11" Type="http://schemas.openxmlformats.org/officeDocument/2006/relationships/tags" Target="../tags/tag328.xml"/><Relationship Id="rId5" Type="http://schemas.openxmlformats.org/officeDocument/2006/relationships/tags" Target="../tags/tag322.xml"/><Relationship Id="rId15" Type="http://schemas.openxmlformats.org/officeDocument/2006/relationships/tags" Target="../tags/tag332.xml"/><Relationship Id="rId10" Type="http://schemas.openxmlformats.org/officeDocument/2006/relationships/tags" Target="../tags/tag327.xml"/><Relationship Id="rId19" Type="http://schemas.openxmlformats.org/officeDocument/2006/relationships/image" Target="../media/image4.png"/><Relationship Id="rId4" Type="http://schemas.openxmlformats.org/officeDocument/2006/relationships/tags" Target="../tags/tag321.xml"/><Relationship Id="rId9" Type="http://schemas.openxmlformats.org/officeDocument/2006/relationships/tags" Target="../tags/tag326.xml"/><Relationship Id="rId14" Type="http://schemas.openxmlformats.org/officeDocument/2006/relationships/tags" Target="../tags/tag33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tags" Target="../tags/tag341.xml"/><Relationship Id="rId13" Type="http://schemas.openxmlformats.org/officeDocument/2006/relationships/tags" Target="../tags/tag346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336.xml"/><Relationship Id="rId21" Type="http://schemas.openxmlformats.org/officeDocument/2006/relationships/image" Target="../media/image15.png"/><Relationship Id="rId7" Type="http://schemas.openxmlformats.org/officeDocument/2006/relationships/tags" Target="../tags/tag340.xml"/><Relationship Id="rId12" Type="http://schemas.openxmlformats.org/officeDocument/2006/relationships/tags" Target="../tags/tag345.xml"/><Relationship Id="rId17" Type="http://schemas.openxmlformats.org/officeDocument/2006/relationships/tags" Target="../tags/tag350.xml"/><Relationship Id="rId2" Type="http://schemas.openxmlformats.org/officeDocument/2006/relationships/tags" Target="../tags/tag335.xml"/><Relationship Id="rId16" Type="http://schemas.openxmlformats.org/officeDocument/2006/relationships/tags" Target="../tags/tag349.xml"/><Relationship Id="rId20" Type="http://schemas.openxmlformats.org/officeDocument/2006/relationships/image" Target="../media/image4.png"/><Relationship Id="rId1" Type="http://schemas.openxmlformats.org/officeDocument/2006/relationships/tags" Target="../tags/tag334.xml"/><Relationship Id="rId6" Type="http://schemas.openxmlformats.org/officeDocument/2006/relationships/tags" Target="../tags/tag339.xml"/><Relationship Id="rId11" Type="http://schemas.openxmlformats.org/officeDocument/2006/relationships/tags" Target="../tags/tag344.xml"/><Relationship Id="rId5" Type="http://schemas.openxmlformats.org/officeDocument/2006/relationships/tags" Target="../tags/tag338.xml"/><Relationship Id="rId15" Type="http://schemas.openxmlformats.org/officeDocument/2006/relationships/tags" Target="../tags/tag348.xml"/><Relationship Id="rId10" Type="http://schemas.openxmlformats.org/officeDocument/2006/relationships/tags" Target="../tags/tag343.xml"/><Relationship Id="rId19" Type="http://schemas.openxmlformats.org/officeDocument/2006/relationships/notesSlide" Target="../notesSlides/notesSlide33.xml"/><Relationship Id="rId4" Type="http://schemas.openxmlformats.org/officeDocument/2006/relationships/tags" Target="../tags/tag337.xml"/><Relationship Id="rId9" Type="http://schemas.openxmlformats.org/officeDocument/2006/relationships/tags" Target="../tags/tag342.xml"/><Relationship Id="rId14" Type="http://schemas.openxmlformats.org/officeDocument/2006/relationships/tags" Target="../tags/tag34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tags" Target="../tags/tag358.xml"/><Relationship Id="rId13" Type="http://schemas.openxmlformats.org/officeDocument/2006/relationships/tags" Target="../tags/tag363.xml"/><Relationship Id="rId18" Type="http://schemas.openxmlformats.org/officeDocument/2006/relationships/tags" Target="../tags/tag368.xml"/><Relationship Id="rId3" Type="http://schemas.openxmlformats.org/officeDocument/2006/relationships/tags" Target="../tags/tag353.xml"/><Relationship Id="rId21" Type="http://schemas.openxmlformats.org/officeDocument/2006/relationships/image" Target="../media/image4.png"/><Relationship Id="rId7" Type="http://schemas.openxmlformats.org/officeDocument/2006/relationships/tags" Target="../tags/tag357.xml"/><Relationship Id="rId12" Type="http://schemas.openxmlformats.org/officeDocument/2006/relationships/tags" Target="../tags/tag362.xml"/><Relationship Id="rId17" Type="http://schemas.openxmlformats.org/officeDocument/2006/relationships/tags" Target="../tags/tag367.xml"/><Relationship Id="rId2" Type="http://schemas.openxmlformats.org/officeDocument/2006/relationships/tags" Target="../tags/tag352.xml"/><Relationship Id="rId16" Type="http://schemas.openxmlformats.org/officeDocument/2006/relationships/tags" Target="../tags/tag366.xml"/><Relationship Id="rId20" Type="http://schemas.openxmlformats.org/officeDocument/2006/relationships/notesSlide" Target="../notesSlides/notesSlide34.xml"/><Relationship Id="rId1" Type="http://schemas.openxmlformats.org/officeDocument/2006/relationships/tags" Target="../tags/tag351.xml"/><Relationship Id="rId6" Type="http://schemas.openxmlformats.org/officeDocument/2006/relationships/tags" Target="../tags/tag356.xml"/><Relationship Id="rId11" Type="http://schemas.openxmlformats.org/officeDocument/2006/relationships/tags" Target="../tags/tag361.xml"/><Relationship Id="rId5" Type="http://schemas.openxmlformats.org/officeDocument/2006/relationships/tags" Target="../tags/tag355.xml"/><Relationship Id="rId15" Type="http://schemas.openxmlformats.org/officeDocument/2006/relationships/tags" Target="../tags/tag365.xml"/><Relationship Id="rId10" Type="http://schemas.openxmlformats.org/officeDocument/2006/relationships/tags" Target="../tags/tag360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354.xml"/><Relationship Id="rId9" Type="http://schemas.openxmlformats.org/officeDocument/2006/relationships/tags" Target="../tags/tag359.xml"/><Relationship Id="rId14" Type="http://schemas.openxmlformats.org/officeDocument/2006/relationships/tags" Target="../tags/tag364.xml"/><Relationship Id="rId22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5.xml"/><Relationship Id="rId3" Type="http://schemas.openxmlformats.org/officeDocument/2006/relationships/tags" Target="../tags/tag371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370.xml"/><Relationship Id="rId1" Type="http://schemas.openxmlformats.org/officeDocument/2006/relationships/tags" Target="../tags/tag369.xml"/><Relationship Id="rId6" Type="http://schemas.openxmlformats.org/officeDocument/2006/relationships/tags" Target="../tags/tag374.xml"/><Relationship Id="rId5" Type="http://schemas.openxmlformats.org/officeDocument/2006/relationships/tags" Target="../tags/tag373.xml"/><Relationship Id="rId10" Type="http://schemas.openxmlformats.org/officeDocument/2006/relationships/image" Target="../media/image15.png"/><Relationship Id="rId4" Type="http://schemas.openxmlformats.org/officeDocument/2006/relationships/tags" Target="../tags/tag372.xml"/><Relationship Id="rId9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tags" Target="../tags/tag382.xml"/><Relationship Id="rId13" Type="http://schemas.openxmlformats.org/officeDocument/2006/relationships/image" Target="../media/image15.png"/><Relationship Id="rId3" Type="http://schemas.openxmlformats.org/officeDocument/2006/relationships/tags" Target="../tags/tag377.xml"/><Relationship Id="rId7" Type="http://schemas.openxmlformats.org/officeDocument/2006/relationships/tags" Target="../tags/tag381.xml"/><Relationship Id="rId12" Type="http://schemas.openxmlformats.org/officeDocument/2006/relationships/image" Target="../media/image4.png"/><Relationship Id="rId2" Type="http://schemas.openxmlformats.org/officeDocument/2006/relationships/tags" Target="../tags/tag376.xml"/><Relationship Id="rId1" Type="http://schemas.openxmlformats.org/officeDocument/2006/relationships/tags" Target="../tags/tag375.xml"/><Relationship Id="rId6" Type="http://schemas.openxmlformats.org/officeDocument/2006/relationships/tags" Target="../tags/tag380.xml"/><Relationship Id="rId11" Type="http://schemas.openxmlformats.org/officeDocument/2006/relationships/notesSlide" Target="../notesSlides/notesSlide36.xml"/><Relationship Id="rId5" Type="http://schemas.openxmlformats.org/officeDocument/2006/relationships/tags" Target="../tags/tag379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378.xml"/><Relationship Id="rId9" Type="http://schemas.openxmlformats.org/officeDocument/2006/relationships/tags" Target="../tags/tag383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tags" Target="../tags/tag391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386.xml"/><Relationship Id="rId7" Type="http://schemas.openxmlformats.org/officeDocument/2006/relationships/tags" Target="../tags/tag390.xml"/><Relationship Id="rId12" Type="http://schemas.openxmlformats.org/officeDocument/2006/relationships/tags" Target="../tags/tag395.xml"/><Relationship Id="rId2" Type="http://schemas.openxmlformats.org/officeDocument/2006/relationships/tags" Target="../tags/tag385.xml"/><Relationship Id="rId16" Type="http://schemas.openxmlformats.org/officeDocument/2006/relationships/image" Target="../media/image15.png"/><Relationship Id="rId1" Type="http://schemas.openxmlformats.org/officeDocument/2006/relationships/tags" Target="../tags/tag384.xml"/><Relationship Id="rId6" Type="http://schemas.openxmlformats.org/officeDocument/2006/relationships/tags" Target="../tags/tag389.xml"/><Relationship Id="rId11" Type="http://schemas.openxmlformats.org/officeDocument/2006/relationships/tags" Target="../tags/tag394.xml"/><Relationship Id="rId5" Type="http://schemas.openxmlformats.org/officeDocument/2006/relationships/tags" Target="../tags/tag388.xml"/><Relationship Id="rId15" Type="http://schemas.openxmlformats.org/officeDocument/2006/relationships/image" Target="../media/image4.png"/><Relationship Id="rId10" Type="http://schemas.openxmlformats.org/officeDocument/2006/relationships/tags" Target="../tags/tag393.xml"/><Relationship Id="rId4" Type="http://schemas.openxmlformats.org/officeDocument/2006/relationships/tags" Target="../tags/tag387.xml"/><Relationship Id="rId9" Type="http://schemas.openxmlformats.org/officeDocument/2006/relationships/tags" Target="../tags/tag392.xml"/><Relationship Id="rId1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tags" Target="../tags/tag403.xml"/><Relationship Id="rId13" Type="http://schemas.openxmlformats.org/officeDocument/2006/relationships/tags" Target="../tags/tag408.xml"/><Relationship Id="rId3" Type="http://schemas.openxmlformats.org/officeDocument/2006/relationships/tags" Target="../tags/tag398.xml"/><Relationship Id="rId7" Type="http://schemas.openxmlformats.org/officeDocument/2006/relationships/tags" Target="../tags/tag402.xml"/><Relationship Id="rId12" Type="http://schemas.openxmlformats.org/officeDocument/2006/relationships/tags" Target="../tags/tag407.xml"/><Relationship Id="rId17" Type="http://schemas.openxmlformats.org/officeDocument/2006/relationships/image" Target="../media/image15.png"/><Relationship Id="rId2" Type="http://schemas.openxmlformats.org/officeDocument/2006/relationships/tags" Target="../tags/tag397.xml"/><Relationship Id="rId16" Type="http://schemas.openxmlformats.org/officeDocument/2006/relationships/image" Target="../media/image4.png"/><Relationship Id="rId1" Type="http://schemas.openxmlformats.org/officeDocument/2006/relationships/tags" Target="../tags/tag396.xml"/><Relationship Id="rId6" Type="http://schemas.openxmlformats.org/officeDocument/2006/relationships/tags" Target="../tags/tag401.xml"/><Relationship Id="rId11" Type="http://schemas.openxmlformats.org/officeDocument/2006/relationships/tags" Target="../tags/tag406.xml"/><Relationship Id="rId5" Type="http://schemas.openxmlformats.org/officeDocument/2006/relationships/tags" Target="../tags/tag400.xml"/><Relationship Id="rId15" Type="http://schemas.openxmlformats.org/officeDocument/2006/relationships/notesSlide" Target="../notesSlides/notesSlide38.xml"/><Relationship Id="rId10" Type="http://schemas.openxmlformats.org/officeDocument/2006/relationships/tags" Target="../tags/tag405.xml"/><Relationship Id="rId4" Type="http://schemas.openxmlformats.org/officeDocument/2006/relationships/tags" Target="../tags/tag399.xml"/><Relationship Id="rId9" Type="http://schemas.openxmlformats.org/officeDocument/2006/relationships/tags" Target="../tags/tag404.xml"/><Relationship Id="rId14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tags" Target="../tags/tag416.xml"/><Relationship Id="rId13" Type="http://schemas.openxmlformats.org/officeDocument/2006/relationships/tags" Target="../tags/tag421.xml"/><Relationship Id="rId18" Type="http://schemas.openxmlformats.org/officeDocument/2006/relationships/image" Target="../media/image15.png"/><Relationship Id="rId3" Type="http://schemas.openxmlformats.org/officeDocument/2006/relationships/tags" Target="../tags/tag411.xml"/><Relationship Id="rId7" Type="http://schemas.openxmlformats.org/officeDocument/2006/relationships/tags" Target="../tags/tag415.xml"/><Relationship Id="rId12" Type="http://schemas.openxmlformats.org/officeDocument/2006/relationships/tags" Target="../tags/tag420.xml"/><Relationship Id="rId17" Type="http://schemas.openxmlformats.org/officeDocument/2006/relationships/image" Target="../media/image4.png"/><Relationship Id="rId2" Type="http://schemas.openxmlformats.org/officeDocument/2006/relationships/tags" Target="../tags/tag410.xml"/><Relationship Id="rId16" Type="http://schemas.openxmlformats.org/officeDocument/2006/relationships/notesSlide" Target="../notesSlides/notesSlide39.xml"/><Relationship Id="rId1" Type="http://schemas.openxmlformats.org/officeDocument/2006/relationships/tags" Target="../tags/tag409.xml"/><Relationship Id="rId6" Type="http://schemas.openxmlformats.org/officeDocument/2006/relationships/tags" Target="../tags/tag414.xml"/><Relationship Id="rId11" Type="http://schemas.openxmlformats.org/officeDocument/2006/relationships/tags" Target="../tags/tag419.xml"/><Relationship Id="rId5" Type="http://schemas.openxmlformats.org/officeDocument/2006/relationships/tags" Target="../tags/tag413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418.xml"/><Relationship Id="rId4" Type="http://schemas.openxmlformats.org/officeDocument/2006/relationships/tags" Target="../tags/tag412.xml"/><Relationship Id="rId9" Type="http://schemas.openxmlformats.org/officeDocument/2006/relationships/tags" Target="../tags/tag417.xml"/><Relationship Id="rId14" Type="http://schemas.openxmlformats.org/officeDocument/2006/relationships/tags" Target="../tags/tag42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424.xml"/><Relationship Id="rId1" Type="http://schemas.openxmlformats.org/officeDocument/2006/relationships/tags" Target="../tags/tag42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tags" Target="../tags/tag432.xml"/><Relationship Id="rId3" Type="http://schemas.openxmlformats.org/officeDocument/2006/relationships/tags" Target="../tags/tag427.xml"/><Relationship Id="rId7" Type="http://schemas.openxmlformats.org/officeDocument/2006/relationships/tags" Target="../tags/tag431.xml"/><Relationship Id="rId12" Type="http://schemas.openxmlformats.org/officeDocument/2006/relationships/image" Target="../media/image15.png"/><Relationship Id="rId2" Type="http://schemas.openxmlformats.org/officeDocument/2006/relationships/tags" Target="../tags/tag426.xml"/><Relationship Id="rId1" Type="http://schemas.openxmlformats.org/officeDocument/2006/relationships/tags" Target="../tags/tag425.xml"/><Relationship Id="rId6" Type="http://schemas.openxmlformats.org/officeDocument/2006/relationships/tags" Target="../tags/tag430.xml"/><Relationship Id="rId11" Type="http://schemas.openxmlformats.org/officeDocument/2006/relationships/image" Target="../media/image4.png"/><Relationship Id="rId5" Type="http://schemas.openxmlformats.org/officeDocument/2006/relationships/tags" Target="../tags/tag429.xml"/><Relationship Id="rId10" Type="http://schemas.openxmlformats.org/officeDocument/2006/relationships/notesSlide" Target="../notesSlides/notesSlide41.xml"/><Relationship Id="rId4" Type="http://schemas.openxmlformats.org/officeDocument/2006/relationships/tags" Target="../tags/tag428.xml"/><Relationship Id="rId9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tags" Target="../tags/tag440.xml"/><Relationship Id="rId13" Type="http://schemas.openxmlformats.org/officeDocument/2006/relationships/image" Target="../media/image15.png"/><Relationship Id="rId3" Type="http://schemas.openxmlformats.org/officeDocument/2006/relationships/tags" Target="../tags/tag435.xml"/><Relationship Id="rId7" Type="http://schemas.openxmlformats.org/officeDocument/2006/relationships/tags" Target="../tags/tag439.xml"/><Relationship Id="rId12" Type="http://schemas.openxmlformats.org/officeDocument/2006/relationships/image" Target="../media/image4.png"/><Relationship Id="rId2" Type="http://schemas.openxmlformats.org/officeDocument/2006/relationships/tags" Target="../tags/tag434.xml"/><Relationship Id="rId1" Type="http://schemas.openxmlformats.org/officeDocument/2006/relationships/tags" Target="../tags/tag433.xml"/><Relationship Id="rId6" Type="http://schemas.openxmlformats.org/officeDocument/2006/relationships/tags" Target="../tags/tag438.xml"/><Relationship Id="rId11" Type="http://schemas.openxmlformats.org/officeDocument/2006/relationships/notesSlide" Target="../notesSlides/notesSlide42.xml"/><Relationship Id="rId5" Type="http://schemas.openxmlformats.org/officeDocument/2006/relationships/tags" Target="../tags/tag437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436.xml"/><Relationship Id="rId9" Type="http://schemas.openxmlformats.org/officeDocument/2006/relationships/tags" Target="../tags/tag441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tags" Target="../tags/tag444.xml"/><Relationship Id="rId7" Type="http://schemas.openxmlformats.org/officeDocument/2006/relationships/notesSlide" Target="../notesSlides/notesSlide43.xml"/><Relationship Id="rId2" Type="http://schemas.openxmlformats.org/officeDocument/2006/relationships/tags" Target="../tags/tag443.xml"/><Relationship Id="rId1" Type="http://schemas.openxmlformats.org/officeDocument/2006/relationships/tags" Target="../tags/tag44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446.xml"/><Relationship Id="rId10" Type="http://schemas.openxmlformats.org/officeDocument/2006/relationships/image" Target="../media/image4.png"/><Relationship Id="rId4" Type="http://schemas.openxmlformats.org/officeDocument/2006/relationships/tags" Target="../tags/tag445.xml"/><Relationship Id="rId9" Type="http://schemas.openxmlformats.org/officeDocument/2006/relationships/image" Target="../media/image1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tags" Target="../tags/tag454.xml"/><Relationship Id="rId13" Type="http://schemas.openxmlformats.org/officeDocument/2006/relationships/image" Target="../media/image15.png"/><Relationship Id="rId3" Type="http://schemas.openxmlformats.org/officeDocument/2006/relationships/tags" Target="../tags/tag449.xml"/><Relationship Id="rId7" Type="http://schemas.openxmlformats.org/officeDocument/2006/relationships/tags" Target="../tags/tag453.xml"/><Relationship Id="rId12" Type="http://schemas.openxmlformats.org/officeDocument/2006/relationships/image" Target="../media/image25.png"/><Relationship Id="rId2" Type="http://schemas.openxmlformats.org/officeDocument/2006/relationships/tags" Target="../tags/tag448.xml"/><Relationship Id="rId1" Type="http://schemas.openxmlformats.org/officeDocument/2006/relationships/tags" Target="../tags/tag447.xml"/><Relationship Id="rId6" Type="http://schemas.openxmlformats.org/officeDocument/2006/relationships/tags" Target="../tags/tag452.xml"/><Relationship Id="rId11" Type="http://schemas.openxmlformats.org/officeDocument/2006/relationships/notesSlide" Target="../notesSlides/notesSlide44.xml"/><Relationship Id="rId5" Type="http://schemas.openxmlformats.org/officeDocument/2006/relationships/tags" Target="../tags/tag451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450.xml"/><Relationship Id="rId9" Type="http://schemas.openxmlformats.org/officeDocument/2006/relationships/tags" Target="../tags/tag455.xml"/><Relationship Id="rId1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tags" Target="../tags/tag463.xml"/><Relationship Id="rId13" Type="http://schemas.openxmlformats.org/officeDocument/2006/relationships/tags" Target="../tags/tag468.xml"/><Relationship Id="rId18" Type="http://schemas.openxmlformats.org/officeDocument/2006/relationships/image" Target="../media/image25.png"/><Relationship Id="rId3" Type="http://schemas.openxmlformats.org/officeDocument/2006/relationships/tags" Target="../tags/tag458.xml"/><Relationship Id="rId7" Type="http://schemas.openxmlformats.org/officeDocument/2006/relationships/tags" Target="../tags/tag462.xml"/><Relationship Id="rId12" Type="http://schemas.openxmlformats.org/officeDocument/2006/relationships/tags" Target="../tags/tag467.xml"/><Relationship Id="rId17" Type="http://schemas.openxmlformats.org/officeDocument/2006/relationships/notesSlide" Target="../notesSlides/notesSlide45.xml"/><Relationship Id="rId2" Type="http://schemas.openxmlformats.org/officeDocument/2006/relationships/tags" Target="../tags/tag457.xml"/><Relationship Id="rId16" Type="http://schemas.openxmlformats.org/officeDocument/2006/relationships/slideLayout" Target="../slideLayouts/slideLayout1.xml"/><Relationship Id="rId20" Type="http://schemas.openxmlformats.org/officeDocument/2006/relationships/image" Target="../media/image4.png"/><Relationship Id="rId1" Type="http://schemas.openxmlformats.org/officeDocument/2006/relationships/tags" Target="../tags/tag456.xml"/><Relationship Id="rId6" Type="http://schemas.openxmlformats.org/officeDocument/2006/relationships/tags" Target="../tags/tag461.xml"/><Relationship Id="rId11" Type="http://schemas.openxmlformats.org/officeDocument/2006/relationships/tags" Target="../tags/tag466.xml"/><Relationship Id="rId5" Type="http://schemas.openxmlformats.org/officeDocument/2006/relationships/tags" Target="../tags/tag460.xml"/><Relationship Id="rId15" Type="http://schemas.openxmlformats.org/officeDocument/2006/relationships/tags" Target="../tags/tag470.xml"/><Relationship Id="rId10" Type="http://schemas.openxmlformats.org/officeDocument/2006/relationships/tags" Target="../tags/tag465.xml"/><Relationship Id="rId19" Type="http://schemas.openxmlformats.org/officeDocument/2006/relationships/image" Target="../media/image15.png"/><Relationship Id="rId4" Type="http://schemas.openxmlformats.org/officeDocument/2006/relationships/tags" Target="../tags/tag459.xml"/><Relationship Id="rId9" Type="http://schemas.openxmlformats.org/officeDocument/2006/relationships/tags" Target="../tags/tag464.xml"/><Relationship Id="rId14" Type="http://schemas.openxmlformats.org/officeDocument/2006/relationships/tags" Target="../tags/tag469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473.xml"/><Relationship Id="rId7" Type="http://schemas.openxmlformats.org/officeDocument/2006/relationships/tags" Target="../tags/tag477.xml"/><Relationship Id="rId2" Type="http://schemas.openxmlformats.org/officeDocument/2006/relationships/tags" Target="../tags/tag472.xml"/><Relationship Id="rId1" Type="http://schemas.openxmlformats.org/officeDocument/2006/relationships/tags" Target="../tags/tag471.xml"/><Relationship Id="rId6" Type="http://schemas.openxmlformats.org/officeDocument/2006/relationships/tags" Target="../tags/tag476.xml"/><Relationship Id="rId11" Type="http://schemas.openxmlformats.org/officeDocument/2006/relationships/image" Target="../media/image15.png"/><Relationship Id="rId5" Type="http://schemas.openxmlformats.org/officeDocument/2006/relationships/tags" Target="../tags/tag475.xml"/><Relationship Id="rId10" Type="http://schemas.openxmlformats.org/officeDocument/2006/relationships/image" Target="../media/image4.png"/><Relationship Id="rId4" Type="http://schemas.openxmlformats.org/officeDocument/2006/relationships/tags" Target="../tags/tag474.xml"/><Relationship Id="rId9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tags" Target="../tags/tag485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480.xml"/><Relationship Id="rId7" Type="http://schemas.openxmlformats.org/officeDocument/2006/relationships/tags" Target="../tags/tag484.xml"/><Relationship Id="rId12" Type="http://schemas.openxmlformats.org/officeDocument/2006/relationships/tags" Target="../tags/tag489.xml"/><Relationship Id="rId2" Type="http://schemas.openxmlformats.org/officeDocument/2006/relationships/tags" Target="../tags/tag479.xml"/><Relationship Id="rId16" Type="http://schemas.openxmlformats.org/officeDocument/2006/relationships/image" Target="../media/image15.png"/><Relationship Id="rId1" Type="http://schemas.openxmlformats.org/officeDocument/2006/relationships/tags" Target="../tags/tag478.xml"/><Relationship Id="rId6" Type="http://schemas.openxmlformats.org/officeDocument/2006/relationships/tags" Target="../tags/tag483.xml"/><Relationship Id="rId11" Type="http://schemas.openxmlformats.org/officeDocument/2006/relationships/tags" Target="../tags/tag488.xml"/><Relationship Id="rId5" Type="http://schemas.openxmlformats.org/officeDocument/2006/relationships/tags" Target="../tags/tag482.xml"/><Relationship Id="rId15" Type="http://schemas.openxmlformats.org/officeDocument/2006/relationships/image" Target="../media/image4.png"/><Relationship Id="rId10" Type="http://schemas.openxmlformats.org/officeDocument/2006/relationships/tags" Target="../tags/tag487.xml"/><Relationship Id="rId4" Type="http://schemas.openxmlformats.org/officeDocument/2006/relationships/tags" Target="../tags/tag481.xml"/><Relationship Id="rId9" Type="http://schemas.openxmlformats.org/officeDocument/2006/relationships/tags" Target="../tags/tag486.xml"/><Relationship Id="rId1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8.xml"/><Relationship Id="rId3" Type="http://schemas.openxmlformats.org/officeDocument/2006/relationships/tags" Target="../tags/tag492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491.xml"/><Relationship Id="rId1" Type="http://schemas.openxmlformats.org/officeDocument/2006/relationships/tags" Target="../tags/tag490.xml"/><Relationship Id="rId6" Type="http://schemas.openxmlformats.org/officeDocument/2006/relationships/tags" Target="../tags/tag495.xml"/><Relationship Id="rId5" Type="http://schemas.openxmlformats.org/officeDocument/2006/relationships/tags" Target="../tags/tag494.xml"/><Relationship Id="rId10" Type="http://schemas.openxmlformats.org/officeDocument/2006/relationships/image" Target="../media/image13.png"/><Relationship Id="rId4" Type="http://schemas.openxmlformats.org/officeDocument/2006/relationships/tags" Target="../tags/tag493.xml"/><Relationship Id="rId9" Type="http://schemas.openxmlformats.org/officeDocument/2006/relationships/image" Target="../media/image4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tags" Target="../tags/tag503.xml"/><Relationship Id="rId3" Type="http://schemas.openxmlformats.org/officeDocument/2006/relationships/tags" Target="../tags/tag498.xml"/><Relationship Id="rId7" Type="http://schemas.openxmlformats.org/officeDocument/2006/relationships/tags" Target="../tags/tag502.xml"/><Relationship Id="rId12" Type="http://schemas.openxmlformats.org/officeDocument/2006/relationships/image" Target="../media/image13.png"/><Relationship Id="rId2" Type="http://schemas.openxmlformats.org/officeDocument/2006/relationships/tags" Target="../tags/tag497.xml"/><Relationship Id="rId1" Type="http://schemas.openxmlformats.org/officeDocument/2006/relationships/tags" Target="../tags/tag496.xml"/><Relationship Id="rId6" Type="http://schemas.openxmlformats.org/officeDocument/2006/relationships/tags" Target="../tags/tag501.xml"/><Relationship Id="rId11" Type="http://schemas.openxmlformats.org/officeDocument/2006/relationships/image" Target="../media/image4.png"/><Relationship Id="rId5" Type="http://schemas.openxmlformats.org/officeDocument/2006/relationships/tags" Target="../tags/tag500.xml"/><Relationship Id="rId10" Type="http://schemas.openxmlformats.org/officeDocument/2006/relationships/notesSlide" Target="../notesSlides/notesSlide49.xml"/><Relationship Id="rId4" Type="http://schemas.openxmlformats.org/officeDocument/2006/relationships/tags" Target="../tags/tag499.xml"/><Relationship Id="rId9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tags" Target="../tags/tag511.xml"/><Relationship Id="rId13" Type="http://schemas.openxmlformats.org/officeDocument/2006/relationships/image" Target="../media/image4.png"/><Relationship Id="rId3" Type="http://schemas.openxmlformats.org/officeDocument/2006/relationships/tags" Target="../tags/tag506.xml"/><Relationship Id="rId7" Type="http://schemas.openxmlformats.org/officeDocument/2006/relationships/tags" Target="../tags/tag510.xml"/><Relationship Id="rId12" Type="http://schemas.openxmlformats.org/officeDocument/2006/relationships/notesSlide" Target="../notesSlides/notesSlide50.xml"/><Relationship Id="rId2" Type="http://schemas.openxmlformats.org/officeDocument/2006/relationships/tags" Target="../tags/tag505.xml"/><Relationship Id="rId1" Type="http://schemas.openxmlformats.org/officeDocument/2006/relationships/tags" Target="../tags/tag504.xml"/><Relationship Id="rId6" Type="http://schemas.openxmlformats.org/officeDocument/2006/relationships/tags" Target="../tags/tag509.xml"/><Relationship Id="rId11" Type="http://schemas.openxmlformats.org/officeDocument/2006/relationships/slideLayout" Target="../slideLayouts/slideLayout1.xml"/><Relationship Id="rId5" Type="http://schemas.openxmlformats.org/officeDocument/2006/relationships/tags" Target="../tags/tag508.xml"/><Relationship Id="rId10" Type="http://schemas.openxmlformats.org/officeDocument/2006/relationships/tags" Target="../tags/tag513.xml"/><Relationship Id="rId4" Type="http://schemas.openxmlformats.org/officeDocument/2006/relationships/tags" Target="../tags/tag507.xml"/><Relationship Id="rId9" Type="http://schemas.openxmlformats.org/officeDocument/2006/relationships/tags" Target="../tags/tag512.xml"/><Relationship Id="rId14" Type="http://schemas.openxmlformats.org/officeDocument/2006/relationships/image" Target="../media/image1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515.xml"/><Relationship Id="rId1" Type="http://schemas.openxmlformats.org/officeDocument/2006/relationships/tags" Target="../tags/tag51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tags" Target="../tags/tag523.xml"/><Relationship Id="rId13" Type="http://schemas.openxmlformats.org/officeDocument/2006/relationships/notesSlide" Target="../notesSlides/notesSlide52.xml"/><Relationship Id="rId3" Type="http://schemas.openxmlformats.org/officeDocument/2006/relationships/tags" Target="../tags/tag518.xml"/><Relationship Id="rId7" Type="http://schemas.openxmlformats.org/officeDocument/2006/relationships/tags" Target="../tags/tag522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517.xml"/><Relationship Id="rId16" Type="http://schemas.openxmlformats.org/officeDocument/2006/relationships/image" Target="../media/image4.png"/><Relationship Id="rId1" Type="http://schemas.openxmlformats.org/officeDocument/2006/relationships/tags" Target="../tags/tag516.xml"/><Relationship Id="rId6" Type="http://schemas.openxmlformats.org/officeDocument/2006/relationships/tags" Target="../tags/tag521.xml"/><Relationship Id="rId11" Type="http://schemas.openxmlformats.org/officeDocument/2006/relationships/tags" Target="../tags/tag526.xml"/><Relationship Id="rId5" Type="http://schemas.openxmlformats.org/officeDocument/2006/relationships/tags" Target="../tags/tag520.xml"/><Relationship Id="rId15" Type="http://schemas.openxmlformats.org/officeDocument/2006/relationships/image" Target="../media/image15.png"/><Relationship Id="rId10" Type="http://schemas.openxmlformats.org/officeDocument/2006/relationships/tags" Target="../tags/tag525.xml"/><Relationship Id="rId4" Type="http://schemas.openxmlformats.org/officeDocument/2006/relationships/tags" Target="../tags/tag519.xml"/><Relationship Id="rId9" Type="http://schemas.openxmlformats.org/officeDocument/2006/relationships/tags" Target="../tags/tag524.xml"/><Relationship Id="rId14" Type="http://schemas.openxmlformats.org/officeDocument/2006/relationships/image" Target="../media/image25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tags" Target="../tags/tag534.xml"/><Relationship Id="rId13" Type="http://schemas.openxmlformats.org/officeDocument/2006/relationships/tags" Target="../tags/tag539.xml"/><Relationship Id="rId18" Type="http://schemas.openxmlformats.org/officeDocument/2006/relationships/tags" Target="../tags/tag544.xml"/><Relationship Id="rId3" Type="http://schemas.openxmlformats.org/officeDocument/2006/relationships/tags" Target="../tags/tag529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533.xml"/><Relationship Id="rId12" Type="http://schemas.openxmlformats.org/officeDocument/2006/relationships/tags" Target="../tags/tag538.xml"/><Relationship Id="rId17" Type="http://schemas.openxmlformats.org/officeDocument/2006/relationships/tags" Target="../tags/tag543.xml"/><Relationship Id="rId25" Type="http://schemas.openxmlformats.org/officeDocument/2006/relationships/image" Target="../media/image4.png"/><Relationship Id="rId2" Type="http://schemas.openxmlformats.org/officeDocument/2006/relationships/tags" Target="../tags/tag528.xml"/><Relationship Id="rId16" Type="http://schemas.openxmlformats.org/officeDocument/2006/relationships/tags" Target="../tags/tag542.xml"/><Relationship Id="rId20" Type="http://schemas.openxmlformats.org/officeDocument/2006/relationships/tags" Target="../tags/tag546.xml"/><Relationship Id="rId1" Type="http://schemas.openxmlformats.org/officeDocument/2006/relationships/tags" Target="../tags/tag527.xml"/><Relationship Id="rId6" Type="http://schemas.openxmlformats.org/officeDocument/2006/relationships/tags" Target="../tags/tag532.xml"/><Relationship Id="rId11" Type="http://schemas.openxmlformats.org/officeDocument/2006/relationships/tags" Target="../tags/tag537.xml"/><Relationship Id="rId24" Type="http://schemas.openxmlformats.org/officeDocument/2006/relationships/image" Target="../media/image15.png"/><Relationship Id="rId5" Type="http://schemas.openxmlformats.org/officeDocument/2006/relationships/tags" Target="../tags/tag531.xml"/><Relationship Id="rId15" Type="http://schemas.openxmlformats.org/officeDocument/2006/relationships/tags" Target="../tags/tag541.xml"/><Relationship Id="rId23" Type="http://schemas.openxmlformats.org/officeDocument/2006/relationships/image" Target="../media/image25.png"/><Relationship Id="rId10" Type="http://schemas.openxmlformats.org/officeDocument/2006/relationships/tags" Target="../tags/tag536.xml"/><Relationship Id="rId19" Type="http://schemas.openxmlformats.org/officeDocument/2006/relationships/tags" Target="../tags/tag545.xml"/><Relationship Id="rId4" Type="http://schemas.openxmlformats.org/officeDocument/2006/relationships/tags" Target="../tags/tag530.xml"/><Relationship Id="rId9" Type="http://schemas.openxmlformats.org/officeDocument/2006/relationships/tags" Target="../tags/tag535.xml"/><Relationship Id="rId14" Type="http://schemas.openxmlformats.org/officeDocument/2006/relationships/tags" Target="../tags/tag540.xml"/><Relationship Id="rId2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tags" Target="../tags/tag549.xml"/><Relationship Id="rId7" Type="http://schemas.openxmlformats.org/officeDocument/2006/relationships/image" Target="../media/image15.png"/><Relationship Id="rId2" Type="http://schemas.openxmlformats.org/officeDocument/2006/relationships/tags" Target="../tags/tag548.xml"/><Relationship Id="rId1" Type="http://schemas.openxmlformats.org/officeDocument/2006/relationships/tags" Target="../tags/tag547.xml"/><Relationship Id="rId6" Type="http://schemas.openxmlformats.org/officeDocument/2006/relationships/image" Target="../media/image4.png"/><Relationship Id="rId5" Type="http://schemas.openxmlformats.org/officeDocument/2006/relationships/notesSlide" Target="../notesSlides/notesSlide54.xml"/><Relationship Id="rId4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tags" Target="../tags/tag552.xml"/><Relationship Id="rId7" Type="http://schemas.openxmlformats.org/officeDocument/2006/relationships/image" Target="../media/image4.png"/><Relationship Id="rId2" Type="http://schemas.openxmlformats.org/officeDocument/2006/relationships/tags" Target="../tags/tag551.xml"/><Relationship Id="rId1" Type="http://schemas.openxmlformats.org/officeDocument/2006/relationships/tags" Target="../tags/tag550.xml"/><Relationship Id="rId6" Type="http://schemas.openxmlformats.org/officeDocument/2006/relationships/notesSlide" Target="../notesSlides/notesSlide55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553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556.xml"/><Relationship Id="rId7" Type="http://schemas.openxmlformats.org/officeDocument/2006/relationships/notesSlide" Target="../notesSlides/notesSlide56.xml"/><Relationship Id="rId2" Type="http://schemas.openxmlformats.org/officeDocument/2006/relationships/tags" Target="../tags/tag555.xml"/><Relationship Id="rId1" Type="http://schemas.openxmlformats.org/officeDocument/2006/relationships/tags" Target="../tags/tag554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558.xml"/><Relationship Id="rId4" Type="http://schemas.openxmlformats.org/officeDocument/2006/relationships/tags" Target="../tags/tag557.xml"/><Relationship Id="rId9" Type="http://schemas.openxmlformats.org/officeDocument/2006/relationships/image" Target="../media/image1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560.xml"/><Relationship Id="rId1" Type="http://schemas.openxmlformats.org/officeDocument/2006/relationships/tags" Target="../tags/tag55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2.png"/><Relationship Id="rId2" Type="http://schemas.openxmlformats.org/officeDocument/2006/relationships/tags" Target="../tags/tag562.xml"/><Relationship Id="rId1" Type="http://schemas.openxmlformats.org/officeDocument/2006/relationships/tags" Target="../tags/tag56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565.xml"/><Relationship Id="rId7" Type="http://schemas.openxmlformats.org/officeDocument/2006/relationships/tags" Target="../tags/tag569.xml"/><Relationship Id="rId2" Type="http://schemas.openxmlformats.org/officeDocument/2006/relationships/tags" Target="../tags/tag564.xml"/><Relationship Id="rId1" Type="http://schemas.openxmlformats.org/officeDocument/2006/relationships/tags" Target="../tags/tag563.xml"/><Relationship Id="rId6" Type="http://schemas.openxmlformats.org/officeDocument/2006/relationships/tags" Target="../tags/tag568.xml"/><Relationship Id="rId11" Type="http://schemas.openxmlformats.org/officeDocument/2006/relationships/image" Target="../media/image15.png"/><Relationship Id="rId5" Type="http://schemas.openxmlformats.org/officeDocument/2006/relationships/tags" Target="../tags/tag567.xml"/><Relationship Id="rId10" Type="http://schemas.openxmlformats.org/officeDocument/2006/relationships/image" Target="../media/image4.png"/><Relationship Id="rId4" Type="http://schemas.openxmlformats.org/officeDocument/2006/relationships/tags" Target="../tags/tag566.xml"/><Relationship Id="rId9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tags" Target="../tags/tag577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572.xml"/><Relationship Id="rId7" Type="http://schemas.openxmlformats.org/officeDocument/2006/relationships/tags" Target="../tags/tag576.xml"/><Relationship Id="rId12" Type="http://schemas.openxmlformats.org/officeDocument/2006/relationships/tags" Target="../tags/tag581.xml"/><Relationship Id="rId2" Type="http://schemas.openxmlformats.org/officeDocument/2006/relationships/tags" Target="../tags/tag571.xml"/><Relationship Id="rId16" Type="http://schemas.openxmlformats.org/officeDocument/2006/relationships/image" Target="../media/image15.png"/><Relationship Id="rId1" Type="http://schemas.openxmlformats.org/officeDocument/2006/relationships/tags" Target="../tags/tag570.xml"/><Relationship Id="rId6" Type="http://schemas.openxmlformats.org/officeDocument/2006/relationships/tags" Target="../tags/tag575.xml"/><Relationship Id="rId11" Type="http://schemas.openxmlformats.org/officeDocument/2006/relationships/tags" Target="../tags/tag580.xml"/><Relationship Id="rId5" Type="http://schemas.openxmlformats.org/officeDocument/2006/relationships/tags" Target="../tags/tag574.xml"/><Relationship Id="rId15" Type="http://schemas.openxmlformats.org/officeDocument/2006/relationships/image" Target="../media/image4.png"/><Relationship Id="rId10" Type="http://schemas.openxmlformats.org/officeDocument/2006/relationships/tags" Target="../tags/tag579.xml"/><Relationship Id="rId4" Type="http://schemas.openxmlformats.org/officeDocument/2006/relationships/tags" Target="../tags/tag573.xml"/><Relationship Id="rId9" Type="http://schemas.openxmlformats.org/officeDocument/2006/relationships/tags" Target="../tags/tag578.xml"/><Relationship Id="rId1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tags" Target="../tags/tag589.xml"/><Relationship Id="rId13" Type="http://schemas.openxmlformats.org/officeDocument/2006/relationships/tags" Target="../tags/tag594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584.xml"/><Relationship Id="rId21" Type="http://schemas.openxmlformats.org/officeDocument/2006/relationships/image" Target="../media/image15.png"/><Relationship Id="rId7" Type="http://schemas.openxmlformats.org/officeDocument/2006/relationships/tags" Target="../tags/tag588.xml"/><Relationship Id="rId12" Type="http://schemas.openxmlformats.org/officeDocument/2006/relationships/tags" Target="../tags/tag593.xml"/><Relationship Id="rId17" Type="http://schemas.openxmlformats.org/officeDocument/2006/relationships/tags" Target="../tags/tag598.xml"/><Relationship Id="rId2" Type="http://schemas.openxmlformats.org/officeDocument/2006/relationships/tags" Target="../tags/tag583.xml"/><Relationship Id="rId16" Type="http://schemas.openxmlformats.org/officeDocument/2006/relationships/tags" Target="../tags/tag597.xml"/><Relationship Id="rId20" Type="http://schemas.openxmlformats.org/officeDocument/2006/relationships/image" Target="../media/image4.png"/><Relationship Id="rId1" Type="http://schemas.openxmlformats.org/officeDocument/2006/relationships/tags" Target="../tags/tag582.xml"/><Relationship Id="rId6" Type="http://schemas.openxmlformats.org/officeDocument/2006/relationships/tags" Target="../tags/tag587.xml"/><Relationship Id="rId11" Type="http://schemas.openxmlformats.org/officeDocument/2006/relationships/tags" Target="../tags/tag592.xml"/><Relationship Id="rId5" Type="http://schemas.openxmlformats.org/officeDocument/2006/relationships/tags" Target="../tags/tag586.xml"/><Relationship Id="rId15" Type="http://schemas.openxmlformats.org/officeDocument/2006/relationships/tags" Target="../tags/tag596.xml"/><Relationship Id="rId10" Type="http://schemas.openxmlformats.org/officeDocument/2006/relationships/tags" Target="../tags/tag591.xml"/><Relationship Id="rId19" Type="http://schemas.openxmlformats.org/officeDocument/2006/relationships/notesSlide" Target="../notesSlides/notesSlide61.xml"/><Relationship Id="rId4" Type="http://schemas.openxmlformats.org/officeDocument/2006/relationships/tags" Target="../tags/tag585.xml"/><Relationship Id="rId9" Type="http://schemas.openxmlformats.org/officeDocument/2006/relationships/tags" Target="../tags/tag590.xml"/><Relationship Id="rId14" Type="http://schemas.openxmlformats.org/officeDocument/2006/relationships/tags" Target="../tags/tag595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tags" Target="../tags/tag606.xml"/><Relationship Id="rId13" Type="http://schemas.openxmlformats.org/officeDocument/2006/relationships/tags" Target="../tags/tag611.xml"/><Relationship Id="rId18" Type="http://schemas.openxmlformats.org/officeDocument/2006/relationships/tags" Target="../tags/tag616.xml"/><Relationship Id="rId3" Type="http://schemas.openxmlformats.org/officeDocument/2006/relationships/tags" Target="../tags/tag601.xml"/><Relationship Id="rId21" Type="http://schemas.openxmlformats.org/officeDocument/2006/relationships/tags" Target="../tags/tag619.xml"/><Relationship Id="rId7" Type="http://schemas.openxmlformats.org/officeDocument/2006/relationships/tags" Target="../tags/tag605.xml"/><Relationship Id="rId12" Type="http://schemas.openxmlformats.org/officeDocument/2006/relationships/tags" Target="../tags/tag610.xml"/><Relationship Id="rId17" Type="http://schemas.openxmlformats.org/officeDocument/2006/relationships/tags" Target="../tags/tag615.xml"/><Relationship Id="rId25" Type="http://schemas.openxmlformats.org/officeDocument/2006/relationships/image" Target="../media/image15.png"/><Relationship Id="rId2" Type="http://schemas.openxmlformats.org/officeDocument/2006/relationships/tags" Target="../tags/tag600.xml"/><Relationship Id="rId16" Type="http://schemas.openxmlformats.org/officeDocument/2006/relationships/tags" Target="../tags/tag614.xml"/><Relationship Id="rId20" Type="http://schemas.openxmlformats.org/officeDocument/2006/relationships/tags" Target="../tags/tag618.xml"/><Relationship Id="rId1" Type="http://schemas.openxmlformats.org/officeDocument/2006/relationships/tags" Target="../tags/tag599.xml"/><Relationship Id="rId6" Type="http://schemas.openxmlformats.org/officeDocument/2006/relationships/tags" Target="../tags/tag604.xml"/><Relationship Id="rId11" Type="http://schemas.openxmlformats.org/officeDocument/2006/relationships/tags" Target="../tags/tag609.xml"/><Relationship Id="rId24" Type="http://schemas.openxmlformats.org/officeDocument/2006/relationships/image" Target="../media/image4.png"/><Relationship Id="rId5" Type="http://schemas.openxmlformats.org/officeDocument/2006/relationships/tags" Target="../tags/tag603.xml"/><Relationship Id="rId15" Type="http://schemas.openxmlformats.org/officeDocument/2006/relationships/tags" Target="../tags/tag613.xml"/><Relationship Id="rId23" Type="http://schemas.openxmlformats.org/officeDocument/2006/relationships/notesSlide" Target="../notesSlides/notesSlide62.xml"/><Relationship Id="rId10" Type="http://schemas.openxmlformats.org/officeDocument/2006/relationships/tags" Target="../tags/tag608.xml"/><Relationship Id="rId19" Type="http://schemas.openxmlformats.org/officeDocument/2006/relationships/tags" Target="../tags/tag617.xml"/><Relationship Id="rId4" Type="http://schemas.openxmlformats.org/officeDocument/2006/relationships/tags" Target="../tags/tag602.xml"/><Relationship Id="rId9" Type="http://schemas.openxmlformats.org/officeDocument/2006/relationships/tags" Target="../tags/tag607.xml"/><Relationship Id="rId14" Type="http://schemas.openxmlformats.org/officeDocument/2006/relationships/tags" Target="../tags/tag612.xml"/><Relationship Id="rId22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tags" Target="../tags/tag627.xml"/><Relationship Id="rId13" Type="http://schemas.openxmlformats.org/officeDocument/2006/relationships/tags" Target="../tags/tag632.xml"/><Relationship Id="rId18" Type="http://schemas.openxmlformats.org/officeDocument/2006/relationships/tags" Target="../tags/tag637.xml"/><Relationship Id="rId26" Type="http://schemas.openxmlformats.org/officeDocument/2006/relationships/slideLayout" Target="../slideLayouts/slideLayout1.xml"/><Relationship Id="rId3" Type="http://schemas.openxmlformats.org/officeDocument/2006/relationships/tags" Target="../tags/tag622.xml"/><Relationship Id="rId21" Type="http://schemas.openxmlformats.org/officeDocument/2006/relationships/tags" Target="../tags/tag640.xml"/><Relationship Id="rId7" Type="http://schemas.openxmlformats.org/officeDocument/2006/relationships/tags" Target="../tags/tag626.xml"/><Relationship Id="rId12" Type="http://schemas.openxmlformats.org/officeDocument/2006/relationships/tags" Target="../tags/tag631.xml"/><Relationship Id="rId17" Type="http://schemas.openxmlformats.org/officeDocument/2006/relationships/tags" Target="../tags/tag636.xml"/><Relationship Id="rId25" Type="http://schemas.openxmlformats.org/officeDocument/2006/relationships/tags" Target="../tags/tag644.xml"/><Relationship Id="rId2" Type="http://schemas.openxmlformats.org/officeDocument/2006/relationships/tags" Target="../tags/tag621.xml"/><Relationship Id="rId16" Type="http://schemas.openxmlformats.org/officeDocument/2006/relationships/tags" Target="../tags/tag635.xml"/><Relationship Id="rId20" Type="http://schemas.openxmlformats.org/officeDocument/2006/relationships/tags" Target="../tags/tag639.xml"/><Relationship Id="rId29" Type="http://schemas.openxmlformats.org/officeDocument/2006/relationships/image" Target="../media/image15.png"/><Relationship Id="rId1" Type="http://schemas.openxmlformats.org/officeDocument/2006/relationships/tags" Target="../tags/tag620.xml"/><Relationship Id="rId6" Type="http://schemas.openxmlformats.org/officeDocument/2006/relationships/tags" Target="../tags/tag625.xml"/><Relationship Id="rId11" Type="http://schemas.openxmlformats.org/officeDocument/2006/relationships/tags" Target="../tags/tag630.xml"/><Relationship Id="rId24" Type="http://schemas.openxmlformats.org/officeDocument/2006/relationships/tags" Target="../tags/tag643.xml"/><Relationship Id="rId5" Type="http://schemas.openxmlformats.org/officeDocument/2006/relationships/tags" Target="../tags/tag624.xml"/><Relationship Id="rId15" Type="http://schemas.openxmlformats.org/officeDocument/2006/relationships/tags" Target="../tags/tag634.xml"/><Relationship Id="rId23" Type="http://schemas.openxmlformats.org/officeDocument/2006/relationships/tags" Target="../tags/tag642.xml"/><Relationship Id="rId28" Type="http://schemas.openxmlformats.org/officeDocument/2006/relationships/image" Target="../media/image4.png"/><Relationship Id="rId10" Type="http://schemas.openxmlformats.org/officeDocument/2006/relationships/tags" Target="../tags/tag629.xml"/><Relationship Id="rId19" Type="http://schemas.openxmlformats.org/officeDocument/2006/relationships/tags" Target="../tags/tag638.xml"/><Relationship Id="rId4" Type="http://schemas.openxmlformats.org/officeDocument/2006/relationships/tags" Target="../tags/tag623.xml"/><Relationship Id="rId9" Type="http://schemas.openxmlformats.org/officeDocument/2006/relationships/tags" Target="../tags/tag628.xml"/><Relationship Id="rId14" Type="http://schemas.openxmlformats.org/officeDocument/2006/relationships/tags" Target="../tags/tag633.xml"/><Relationship Id="rId22" Type="http://schemas.openxmlformats.org/officeDocument/2006/relationships/tags" Target="../tags/tag641.xml"/><Relationship Id="rId27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4.xml"/><Relationship Id="rId3" Type="http://schemas.openxmlformats.org/officeDocument/2006/relationships/tags" Target="../tags/tag647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646.xml"/><Relationship Id="rId1" Type="http://schemas.openxmlformats.org/officeDocument/2006/relationships/tags" Target="../tags/tag645.xml"/><Relationship Id="rId6" Type="http://schemas.openxmlformats.org/officeDocument/2006/relationships/tags" Target="../tags/tag650.xml"/><Relationship Id="rId11" Type="http://schemas.openxmlformats.org/officeDocument/2006/relationships/image" Target="../media/image4.png"/><Relationship Id="rId5" Type="http://schemas.openxmlformats.org/officeDocument/2006/relationships/tags" Target="../tags/tag649.xml"/><Relationship Id="rId10" Type="http://schemas.openxmlformats.org/officeDocument/2006/relationships/image" Target="../media/image15.png"/><Relationship Id="rId4" Type="http://schemas.openxmlformats.org/officeDocument/2006/relationships/tags" Target="../tags/tag648.xml"/><Relationship Id="rId9" Type="http://schemas.openxmlformats.org/officeDocument/2006/relationships/image" Target="../media/image25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tags" Target="../tags/tag658.xml"/><Relationship Id="rId13" Type="http://schemas.openxmlformats.org/officeDocument/2006/relationships/image" Target="../media/image15.png"/><Relationship Id="rId3" Type="http://schemas.openxmlformats.org/officeDocument/2006/relationships/tags" Target="../tags/tag653.xml"/><Relationship Id="rId7" Type="http://schemas.openxmlformats.org/officeDocument/2006/relationships/tags" Target="../tags/tag657.xml"/><Relationship Id="rId12" Type="http://schemas.openxmlformats.org/officeDocument/2006/relationships/image" Target="../media/image25.png"/><Relationship Id="rId2" Type="http://schemas.openxmlformats.org/officeDocument/2006/relationships/tags" Target="../tags/tag652.xml"/><Relationship Id="rId1" Type="http://schemas.openxmlformats.org/officeDocument/2006/relationships/tags" Target="../tags/tag651.xml"/><Relationship Id="rId6" Type="http://schemas.openxmlformats.org/officeDocument/2006/relationships/tags" Target="../tags/tag656.xml"/><Relationship Id="rId11" Type="http://schemas.openxmlformats.org/officeDocument/2006/relationships/notesSlide" Target="../notesSlides/notesSlide65.xml"/><Relationship Id="rId5" Type="http://schemas.openxmlformats.org/officeDocument/2006/relationships/tags" Target="../tags/tag655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654.xml"/><Relationship Id="rId9" Type="http://schemas.openxmlformats.org/officeDocument/2006/relationships/tags" Target="../tags/tag659.xml"/><Relationship Id="rId14" Type="http://schemas.openxmlformats.org/officeDocument/2006/relationships/image" Target="../media/image4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tags" Target="../tags/tag667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662.xml"/><Relationship Id="rId7" Type="http://schemas.openxmlformats.org/officeDocument/2006/relationships/tags" Target="../tags/tag666.xml"/><Relationship Id="rId12" Type="http://schemas.openxmlformats.org/officeDocument/2006/relationships/tags" Target="../tags/tag671.xml"/><Relationship Id="rId17" Type="http://schemas.openxmlformats.org/officeDocument/2006/relationships/image" Target="../media/image4.png"/><Relationship Id="rId2" Type="http://schemas.openxmlformats.org/officeDocument/2006/relationships/tags" Target="../tags/tag661.xml"/><Relationship Id="rId16" Type="http://schemas.openxmlformats.org/officeDocument/2006/relationships/image" Target="../media/image15.png"/><Relationship Id="rId1" Type="http://schemas.openxmlformats.org/officeDocument/2006/relationships/tags" Target="../tags/tag660.xml"/><Relationship Id="rId6" Type="http://schemas.openxmlformats.org/officeDocument/2006/relationships/tags" Target="../tags/tag665.xml"/><Relationship Id="rId11" Type="http://schemas.openxmlformats.org/officeDocument/2006/relationships/tags" Target="../tags/tag670.xml"/><Relationship Id="rId5" Type="http://schemas.openxmlformats.org/officeDocument/2006/relationships/tags" Target="../tags/tag664.xml"/><Relationship Id="rId15" Type="http://schemas.openxmlformats.org/officeDocument/2006/relationships/image" Target="../media/image25.png"/><Relationship Id="rId10" Type="http://schemas.openxmlformats.org/officeDocument/2006/relationships/tags" Target="../tags/tag669.xml"/><Relationship Id="rId4" Type="http://schemas.openxmlformats.org/officeDocument/2006/relationships/tags" Target="../tags/tag663.xml"/><Relationship Id="rId9" Type="http://schemas.openxmlformats.org/officeDocument/2006/relationships/tags" Target="../tags/tag668.xml"/><Relationship Id="rId1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674.xml"/><Relationship Id="rId7" Type="http://schemas.openxmlformats.org/officeDocument/2006/relationships/tags" Target="../tags/tag678.xml"/><Relationship Id="rId2" Type="http://schemas.openxmlformats.org/officeDocument/2006/relationships/tags" Target="../tags/tag673.xml"/><Relationship Id="rId1" Type="http://schemas.openxmlformats.org/officeDocument/2006/relationships/tags" Target="../tags/tag672.xml"/><Relationship Id="rId6" Type="http://schemas.openxmlformats.org/officeDocument/2006/relationships/tags" Target="../tags/tag677.xml"/><Relationship Id="rId11" Type="http://schemas.openxmlformats.org/officeDocument/2006/relationships/image" Target="../media/image15.png"/><Relationship Id="rId5" Type="http://schemas.openxmlformats.org/officeDocument/2006/relationships/tags" Target="../tags/tag676.xml"/><Relationship Id="rId10" Type="http://schemas.openxmlformats.org/officeDocument/2006/relationships/image" Target="../media/image4.png"/><Relationship Id="rId4" Type="http://schemas.openxmlformats.org/officeDocument/2006/relationships/tags" Target="../tags/tag675.xml"/><Relationship Id="rId9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tags" Target="../tags/tag686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681.xml"/><Relationship Id="rId7" Type="http://schemas.openxmlformats.org/officeDocument/2006/relationships/tags" Target="../tags/tag685.xml"/><Relationship Id="rId12" Type="http://schemas.openxmlformats.org/officeDocument/2006/relationships/tags" Target="../tags/tag690.xml"/><Relationship Id="rId2" Type="http://schemas.openxmlformats.org/officeDocument/2006/relationships/tags" Target="../tags/tag680.xml"/><Relationship Id="rId16" Type="http://schemas.openxmlformats.org/officeDocument/2006/relationships/image" Target="../media/image15.png"/><Relationship Id="rId1" Type="http://schemas.openxmlformats.org/officeDocument/2006/relationships/tags" Target="../tags/tag679.xml"/><Relationship Id="rId6" Type="http://schemas.openxmlformats.org/officeDocument/2006/relationships/tags" Target="../tags/tag684.xml"/><Relationship Id="rId11" Type="http://schemas.openxmlformats.org/officeDocument/2006/relationships/tags" Target="../tags/tag689.xml"/><Relationship Id="rId5" Type="http://schemas.openxmlformats.org/officeDocument/2006/relationships/tags" Target="../tags/tag683.xml"/><Relationship Id="rId15" Type="http://schemas.openxmlformats.org/officeDocument/2006/relationships/image" Target="../media/image4.png"/><Relationship Id="rId10" Type="http://schemas.openxmlformats.org/officeDocument/2006/relationships/tags" Target="../tags/tag688.xml"/><Relationship Id="rId4" Type="http://schemas.openxmlformats.org/officeDocument/2006/relationships/tags" Target="../tags/tag682.xml"/><Relationship Id="rId9" Type="http://schemas.openxmlformats.org/officeDocument/2006/relationships/tags" Target="../tags/tag687.xml"/><Relationship Id="rId1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tags" Target="../tags/tag698.xml"/><Relationship Id="rId13" Type="http://schemas.openxmlformats.org/officeDocument/2006/relationships/tags" Target="../tags/tag703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693.xml"/><Relationship Id="rId21" Type="http://schemas.openxmlformats.org/officeDocument/2006/relationships/image" Target="../media/image15.png"/><Relationship Id="rId7" Type="http://schemas.openxmlformats.org/officeDocument/2006/relationships/tags" Target="../tags/tag697.xml"/><Relationship Id="rId12" Type="http://schemas.openxmlformats.org/officeDocument/2006/relationships/tags" Target="../tags/tag702.xml"/><Relationship Id="rId17" Type="http://schemas.openxmlformats.org/officeDocument/2006/relationships/tags" Target="../tags/tag707.xml"/><Relationship Id="rId2" Type="http://schemas.openxmlformats.org/officeDocument/2006/relationships/tags" Target="../tags/tag692.xml"/><Relationship Id="rId16" Type="http://schemas.openxmlformats.org/officeDocument/2006/relationships/tags" Target="../tags/tag706.xml"/><Relationship Id="rId20" Type="http://schemas.openxmlformats.org/officeDocument/2006/relationships/image" Target="../media/image4.png"/><Relationship Id="rId1" Type="http://schemas.openxmlformats.org/officeDocument/2006/relationships/tags" Target="../tags/tag691.xml"/><Relationship Id="rId6" Type="http://schemas.openxmlformats.org/officeDocument/2006/relationships/tags" Target="../tags/tag696.xml"/><Relationship Id="rId11" Type="http://schemas.openxmlformats.org/officeDocument/2006/relationships/tags" Target="../tags/tag701.xml"/><Relationship Id="rId5" Type="http://schemas.openxmlformats.org/officeDocument/2006/relationships/tags" Target="../tags/tag695.xml"/><Relationship Id="rId15" Type="http://schemas.openxmlformats.org/officeDocument/2006/relationships/tags" Target="../tags/tag705.xml"/><Relationship Id="rId10" Type="http://schemas.openxmlformats.org/officeDocument/2006/relationships/tags" Target="../tags/tag700.xml"/><Relationship Id="rId19" Type="http://schemas.openxmlformats.org/officeDocument/2006/relationships/notesSlide" Target="../notesSlides/notesSlide69.xml"/><Relationship Id="rId4" Type="http://schemas.openxmlformats.org/officeDocument/2006/relationships/tags" Target="../tags/tag694.xml"/><Relationship Id="rId9" Type="http://schemas.openxmlformats.org/officeDocument/2006/relationships/tags" Target="../tags/tag699.xml"/><Relationship Id="rId14" Type="http://schemas.openxmlformats.org/officeDocument/2006/relationships/tags" Target="../tags/tag70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709.xml"/><Relationship Id="rId1" Type="http://schemas.openxmlformats.org/officeDocument/2006/relationships/tags" Target="../tags/tag708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tags" Target="../tags/tag712.xml"/><Relationship Id="rId7" Type="http://schemas.openxmlformats.org/officeDocument/2006/relationships/image" Target="../media/image15.png"/><Relationship Id="rId2" Type="http://schemas.openxmlformats.org/officeDocument/2006/relationships/tags" Target="../tags/tag711.xml"/><Relationship Id="rId1" Type="http://schemas.openxmlformats.org/officeDocument/2006/relationships/tags" Target="../tags/tag710.xml"/><Relationship Id="rId6" Type="http://schemas.openxmlformats.org/officeDocument/2006/relationships/image" Target="../media/image4.png"/><Relationship Id="rId5" Type="http://schemas.openxmlformats.org/officeDocument/2006/relationships/notesSlide" Target="../notesSlides/notesSlide71.xml"/><Relationship Id="rId4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tags" Target="../tags/tag715.xml"/><Relationship Id="rId7" Type="http://schemas.openxmlformats.org/officeDocument/2006/relationships/image" Target="../media/image4.png"/><Relationship Id="rId2" Type="http://schemas.openxmlformats.org/officeDocument/2006/relationships/tags" Target="../tags/tag714.xml"/><Relationship Id="rId1" Type="http://schemas.openxmlformats.org/officeDocument/2006/relationships/tags" Target="../tags/tag713.xml"/><Relationship Id="rId6" Type="http://schemas.openxmlformats.org/officeDocument/2006/relationships/notesSlide" Target="../notesSlides/notesSlide72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716.xml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19.xml"/><Relationship Id="rId7" Type="http://schemas.openxmlformats.org/officeDocument/2006/relationships/notesSlide" Target="../notesSlides/notesSlide73.xml"/><Relationship Id="rId2" Type="http://schemas.openxmlformats.org/officeDocument/2006/relationships/tags" Target="../tags/tag718.xml"/><Relationship Id="rId1" Type="http://schemas.openxmlformats.org/officeDocument/2006/relationships/tags" Target="../tags/tag717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721.xml"/><Relationship Id="rId4" Type="http://schemas.openxmlformats.org/officeDocument/2006/relationships/tags" Target="../tags/tag720.xml"/><Relationship Id="rId9" Type="http://schemas.openxmlformats.org/officeDocument/2006/relationships/image" Target="../media/image15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74.xml"/><Relationship Id="rId3" Type="http://schemas.openxmlformats.org/officeDocument/2006/relationships/tags" Target="../tags/tag724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723.xml"/><Relationship Id="rId1" Type="http://schemas.openxmlformats.org/officeDocument/2006/relationships/tags" Target="../tags/tag722.xml"/><Relationship Id="rId6" Type="http://schemas.openxmlformats.org/officeDocument/2006/relationships/tags" Target="../tags/tag727.xml"/><Relationship Id="rId5" Type="http://schemas.openxmlformats.org/officeDocument/2006/relationships/tags" Target="../tags/tag726.xml"/><Relationship Id="rId10" Type="http://schemas.openxmlformats.org/officeDocument/2006/relationships/image" Target="../media/image15.png"/><Relationship Id="rId4" Type="http://schemas.openxmlformats.org/officeDocument/2006/relationships/tags" Target="../tags/tag725.xml"/><Relationship Id="rId9" Type="http://schemas.openxmlformats.org/officeDocument/2006/relationships/image" Target="../media/image4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730.xml"/><Relationship Id="rId7" Type="http://schemas.openxmlformats.org/officeDocument/2006/relationships/tags" Target="../tags/tag734.xml"/><Relationship Id="rId2" Type="http://schemas.openxmlformats.org/officeDocument/2006/relationships/tags" Target="../tags/tag729.xml"/><Relationship Id="rId1" Type="http://schemas.openxmlformats.org/officeDocument/2006/relationships/tags" Target="../tags/tag728.xml"/><Relationship Id="rId6" Type="http://schemas.openxmlformats.org/officeDocument/2006/relationships/tags" Target="../tags/tag733.xml"/><Relationship Id="rId11" Type="http://schemas.openxmlformats.org/officeDocument/2006/relationships/image" Target="../media/image15.png"/><Relationship Id="rId5" Type="http://schemas.openxmlformats.org/officeDocument/2006/relationships/tags" Target="../tags/tag732.xml"/><Relationship Id="rId10" Type="http://schemas.openxmlformats.org/officeDocument/2006/relationships/image" Target="../media/image4.png"/><Relationship Id="rId4" Type="http://schemas.openxmlformats.org/officeDocument/2006/relationships/tags" Target="../tags/tag731.xml"/><Relationship Id="rId9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tags" Target="../tags/tag737.xml"/><Relationship Id="rId7" Type="http://schemas.openxmlformats.org/officeDocument/2006/relationships/notesSlide" Target="../notesSlides/notesSlide76.xml"/><Relationship Id="rId2" Type="http://schemas.openxmlformats.org/officeDocument/2006/relationships/tags" Target="../tags/tag736.xml"/><Relationship Id="rId1" Type="http://schemas.openxmlformats.org/officeDocument/2006/relationships/tags" Target="../tags/tag735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739.xml"/><Relationship Id="rId10" Type="http://schemas.openxmlformats.org/officeDocument/2006/relationships/image" Target="../media/image4.png"/><Relationship Id="rId4" Type="http://schemas.openxmlformats.org/officeDocument/2006/relationships/tags" Target="../tags/tag738.xml"/><Relationship Id="rId9" Type="http://schemas.openxmlformats.org/officeDocument/2006/relationships/image" Target="../media/image15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tags" Target="../tags/tag747.xml"/><Relationship Id="rId13" Type="http://schemas.openxmlformats.org/officeDocument/2006/relationships/image" Target="../media/image4.png"/><Relationship Id="rId3" Type="http://schemas.openxmlformats.org/officeDocument/2006/relationships/tags" Target="../tags/tag742.xml"/><Relationship Id="rId7" Type="http://schemas.openxmlformats.org/officeDocument/2006/relationships/tags" Target="../tags/tag746.xml"/><Relationship Id="rId12" Type="http://schemas.openxmlformats.org/officeDocument/2006/relationships/image" Target="../media/image15.png"/><Relationship Id="rId2" Type="http://schemas.openxmlformats.org/officeDocument/2006/relationships/tags" Target="../tags/tag741.xml"/><Relationship Id="rId1" Type="http://schemas.openxmlformats.org/officeDocument/2006/relationships/tags" Target="../tags/tag740.xml"/><Relationship Id="rId6" Type="http://schemas.openxmlformats.org/officeDocument/2006/relationships/tags" Target="../tags/tag745.xml"/><Relationship Id="rId11" Type="http://schemas.openxmlformats.org/officeDocument/2006/relationships/image" Target="../media/image25.png"/><Relationship Id="rId5" Type="http://schemas.openxmlformats.org/officeDocument/2006/relationships/tags" Target="../tags/tag744.xml"/><Relationship Id="rId10" Type="http://schemas.openxmlformats.org/officeDocument/2006/relationships/notesSlide" Target="../notesSlides/notesSlide77.xml"/><Relationship Id="rId4" Type="http://schemas.openxmlformats.org/officeDocument/2006/relationships/tags" Target="../tags/tag743.xml"/><Relationship Id="rId9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tags" Target="../tags/tag755.xml"/><Relationship Id="rId13" Type="http://schemas.openxmlformats.org/officeDocument/2006/relationships/notesSlide" Target="../notesSlides/notesSlide78.xml"/><Relationship Id="rId3" Type="http://schemas.openxmlformats.org/officeDocument/2006/relationships/tags" Target="../tags/tag750.xml"/><Relationship Id="rId7" Type="http://schemas.openxmlformats.org/officeDocument/2006/relationships/tags" Target="../tags/tag754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749.xml"/><Relationship Id="rId16" Type="http://schemas.openxmlformats.org/officeDocument/2006/relationships/image" Target="../media/image4.png"/><Relationship Id="rId1" Type="http://schemas.openxmlformats.org/officeDocument/2006/relationships/tags" Target="../tags/tag748.xml"/><Relationship Id="rId6" Type="http://schemas.openxmlformats.org/officeDocument/2006/relationships/tags" Target="../tags/tag753.xml"/><Relationship Id="rId11" Type="http://schemas.openxmlformats.org/officeDocument/2006/relationships/tags" Target="../tags/tag758.xml"/><Relationship Id="rId5" Type="http://schemas.openxmlformats.org/officeDocument/2006/relationships/tags" Target="../tags/tag752.xml"/><Relationship Id="rId15" Type="http://schemas.openxmlformats.org/officeDocument/2006/relationships/image" Target="../media/image15.png"/><Relationship Id="rId10" Type="http://schemas.openxmlformats.org/officeDocument/2006/relationships/tags" Target="../tags/tag757.xml"/><Relationship Id="rId4" Type="http://schemas.openxmlformats.org/officeDocument/2006/relationships/tags" Target="../tags/tag751.xml"/><Relationship Id="rId9" Type="http://schemas.openxmlformats.org/officeDocument/2006/relationships/tags" Target="../tags/tag756.xml"/><Relationship Id="rId14" Type="http://schemas.openxmlformats.org/officeDocument/2006/relationships/image" Target="../media/image25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tags" Target="../tags/tag761.xml"/><Relationship Id="rId7" Type="http://schemas.openxmlformats.org/officeDocument/2006/relationships/notesSlide" Target="../notesSlides/notesSlide79.xml"/><Relationship Id="rId2" Type="http://schemas.openxmlformats.org/officeDocument/2006/relationships/tags" Target="../tags/tag760.xml"/><Relationship Id="rId1" Type="http://schemas.openxmlformats.org/officeDocument/2006/relationships/tags" Target="../tags/tag759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763.xml"/><Relationship Id="rId10" Type="http://schemas.openxmlformats.org/officeDocument/2006/relationships/image" Target="../media/image30.png"/><Relationship Id="rId4" Type="http://schemas.openxmlformats.org/officeDocument/2006/relationships/tags" Target="../tags/tag762.xml"/><Relationship Id="rId9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970E8C6-776D-80D8-5A6B-91482E0964E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0520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4.2.1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O hambúrguer que sumiu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38234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9C2C268-8A19-A26C-DA7B-19D12BF4EC7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11B8364-F71C-D103-6B53-6D57B066FD8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305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9C2C268-8A19-A26C-DA7B-19D12BF4EC7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11B8364-F71C-D103-6B53-6D57B066FD8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89CC2C3-43A4-EF17-1778-0FE08734FC0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699620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9C2C268-8A19-A26C-DA7B-19D12BF4EC7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11B8364-F71C-D103-6B53-6D57B066FD8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89CC2C3-43A4-EF17-1778-0FE08734FC0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D186DA8-8C10-852E-2EBC-FFFBB9AB34D0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05552" y="6262347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Quantas porções rendeu a hambúrguer de patinho?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31841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9C2C268-8A19-A26C-DA7B-19D12BF4EC7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11B8364-F71C-D103-6B53-6D57B066FD8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89CC2C3-43A4-EF17-1778-0FE08734FC0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D186DA8-8C10-852E-2EBC-FFFBB9AB34D0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05552" y="6262347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Quantas porções rendeu a hambúrguer de patinho?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9C0DF3B3-6ACD-3A6D-B296-E97F93741B4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7403799" y="7605530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15303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9C2C268-8A19-A26C-DA7B-19D12BF4EC7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11B8364-F71C-D103-6B53-6D57B066FD8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89CC2C3-43A4-EF17-1778-0FE08734FC0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D186DA8-8C10-852E-2EBC-FFFBB9AB34D0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05552" y="6262347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Quantas porções rendeu a hambúrguer de patinho?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9C0DF3B3-6ACD-3A6D-B296-E97F93741B4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7403799" y="7605530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0F9D80C3-0CE3-EAD5-16FD-CEF51C9C8CB6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305552" y="8948711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Porcionou o quê, e em quantas porções?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932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9C2C268-8A19-A26C-DA7B-19D12BF4EC7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11B8364-F71C-D103-6B53-6D57B066FD8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89CC2C3-43A4-EF17-1778-0FE08734FC0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D186DA8-8C10-852E-2EBC-FFFBB9AB34D0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05552" y="6262347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Quantas porções rendeu a hambúrguer de patinho?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9C0DF3B3-6ACD-3A6D-B296-E97F93741B4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7403799" y="7605530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0F9D80C3-0CE3-EAD5-16FD-CEF51C9C8CB6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305552" y="8948711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Porcionou o quê, e em quantas porções?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91C07E54-E932-E396-5E79-6EA5BC4E9CFD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403799" y="10291894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hambúrguer de patinho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82113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9C2C268-8A19-A26C-DA7B-19D12BF4EC7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11B8364-F71C-D103-6B53-6D57B066FD8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89CC2C3-43A4-EF17-1778-0FE08734FC0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D186DA8-8C10-852E-2EBC-FFFBB9AB34D0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05552" y="6262347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Quantas porções rendeu a hambúrguer de patinho?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9C0DF3B3-6ACD-3A6D-B296-E97F93741B4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7403799" y="7605530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0F9D80C3-0CE3-EAD5-16FD-CEF51C9C8CB6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305552" y="8948711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Porcionou o quê, e em quantas porções?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91C07E54-E932-E396-5E79-6EA5BC4E9CFD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403799" y="10291894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hambúrguer de patinho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FE19E22-4CD1-E4F3-C724-A7E25D3B9180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2333940" y="11775906"/>
            <a:ext cx="19716121" cy="98580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992">
                <a:solidFill>
                  <a:srgbClr val="F2A93B"/>
                </a:solidFill>
                <a:latin typeface="Encode Sans" pitchFamily="2" charset="0"/>
              </a:rPr>
              <a:t>Fim da conversa: uma reação 🤔. O prato nunca entrou no estoque.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90835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4CB045B-5688-96D0-D47B-6EC4EE71309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820990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Cada mensagem, classificada certo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58810C7-B469-040B-DD05-044DB6716AA9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857500" y="3360229"/>
            <a:ext cx="186690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360">
                <a:solidFill>
                  <a:srgbClr val="8A8FA0"/>
                </a:solidFill>
                <a:latin typeface="Roboto" panose="02000000000000000000" pitchFamily="2" charset="0"/>
              </a:rPr>
              <a:t>Os quatro traces reais no Langfuse, 14/09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108C777-2C9C-F889-5B6C-4E295774BC5C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44040" y="4560379"/>
            <a:ext cx="293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#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DFFF437-BB84-81A2-8875-F2830EBDAD7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777490" y="4560379"/>
            <a:ext cx="74942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MENSAGEM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D98E442-78E6-81F5-03C3-8D338F52F2D1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911840" y="4560379"/>
            <a:ext cx="5627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MODELO ENTENDEU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EF5268A-E746-CA41-80A0-AF33507DF333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7179289" y="4560379"/>
            <a:ext cx="53606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QUE FICOU GRAVADO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0AB2E4B-618B-4881-DD4B-F9E0867ED36E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524000" y="5413820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8A3A465-320B-6B2E-967F-D2B2BE4613C9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844040" y="55204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A47CD47-FF2A-55A8-9B58-DA60C41ACDCF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2777490" y="55204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“O que vamos comer na sexta?”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E42A5FC-5176-2C85-E95A-C61AD2CA1C7E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0911840" y="55204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desejo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38C2892-6A93-2C96-4170-3CF50565F589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179289" y="55204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80483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4CB045B-5688-96D0-D47B-6EC4EE71309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820990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Cada mensagem, classificada certo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58810C7-B469-040B-DD05-044DB6716AA9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857500" y="3360229"/>
            <a:ext cx="186690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360">
                <a:solidFill>
                  <a:srgbClr val="8A8FA0"/>
                </a:solidFill>
                <a:latin typeface="Roboto" panose="02000000000000000000" pitchFamily="2" charset="0"/>
              </a:rPr>
              <a:t>Os quatro traces reais no Langfuse, 14/09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108C777-2C9C-F889-5B6C-4E295774BC5C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44040" y="4560379"/>
            <a:ext cx="293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#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DFFF437-BB84-81A2-8875-F2830EBDAD7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777490" y="4560379"/>
            <a:ext cx="74942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MENSAGEM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D98E442-78E6-81F5-03C3-8D338F52F2D1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911840" y="4560379"/>
            <a:ext cx="5627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MODELO ENTENDEU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EF5268A-E746-CA41-80A0-AF33507DF333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7179289" y="4560379"/>
            <a:ext cx="53606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QUE FICOU GRAVADO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0AB2E4B-618B-4881-DD4B-F9E0867ED36E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524000" y="5413820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8A3A465-320B-6B2E-967F-D2B2BE4613C9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844040" y="55204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A47CD47-FF2A-55A8-9B58-DA60C41ACDCF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2777490" y="55204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“O que vamos comer na sexta?”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E42A5FC-5176-2C85-E95A-C61AD2CA1C7E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0911840" y="55204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desejo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38C2892-6A93-2C96-4170-3CF50565F589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179289" y="55204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9829F86-4519-C425-4956-502CF68E104B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70140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EB13A59-2BFC-B18B-1325-C2AD79AC04E4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844040" y="71206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2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CCA97DF-B750-3BFE-06C9-CA608F81A362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2777490" y="71206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“Preparei hambúrguer de patinho…”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7DDB4A1-883B-269E-A6A8-66C60EAA8DB8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0911840" y="71206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porcionamento, sem número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1FA92E3-BFE3-9516-A2EA-639752F706B4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7179289" y="71206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 (só a pergunta)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06537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4CB045B-5688-96D0-D47B-6EC4EE71309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820990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Cada mensagem, classificada certo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58810C7-B469-040B-DD05-044DB6716AA9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857500" y="3360229"/>
            <a:ext cx="186690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360">
                <a:solidFill>
                  <a:srgbClr val="8A8FA0"/>
                </a:solidFill>
                <a:latin typeface="Roboto" panose="02000000000000000000" pitchFamily="2" charset="0"/>
              </a:rPr>
              <a:t>Os quatro traces reais no Langfuse, 14/09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108C777-2C9C-F889-5B6C-4E295774BC5C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44040" y="4560379"/>
            <a:ext cx="293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#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DFFF437-BB84-81A2-8875-F2830EBDAD7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777490" y="4560379"/>
            <a:ext cx="74942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MENSAGEM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D98E442-78E6-81F5-03C3-8D338F52F2D1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911840" y="4560379"/>
            <a:ext cx="5627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MODELO ENTENDEU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EF5268A-E746-CA41-80A0-AF33507DF333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7179289" y="4560379"/>
            <a:ext cx="53606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QUE FICOU GRAVADO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0AB2E4B-618B-4881-DD4B-F9E0867ED36E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524000" y="5413820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8A3A465-320B-6B2E-967F-D2B2BE4613C9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844040" y="55204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A47CD47-FF2A-55A8-9B58-DA60C41ACDCF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2777490" y="55204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“O que vamos comer na sexta?”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E42A5FC-5176-2C85-E95A-C61AD2CA1C7E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0911840" y="55204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desejo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38C2892-6A93-2C96-4170-3CF50565F589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179289" y="55204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9829F86-4519-C425-4956-502CF68E104B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70140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EB13A59-2BFC-B18B-1325-C2AD79AC04E4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844040" y="71206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2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CCA97DF-B750-3BFE-06C9-CA608F81A362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2777490" y="71206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“Preparei hambúrguer de patinho…”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7DDB4A1-883B-269E-A6A8-66C60EAA8DB8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0911840" y="71206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porcionamento, sem número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1FA92E3-BFE3-9516-A2EA-639752F706B4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7179289" y="71206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 (só a pergunta)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F1CB1D4-4957-FA32-6CBC-D09772CDD427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1524000" y="86142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368EFFB-44CD-6744-CA93-4B23D88FFFF7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1844040" y="87208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3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1F70F66-A97F-72A0-3E29-D8F0A3418A15}"/>
              </a:ext>
            </a:extLst>
          </p:cNvPr>
          <p:cNvSpPr txBox="1"/>
          <p:nvPr>
            <p:custDataLst>
              <p:tags r:id="rId20"/>
            </p:custDataLst>
          </p:nvPr>
        </p:nvSpPr>
        <p:spPr>
          <a:xfrm>
            <a:off x="2777490" y="87208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“Porcionei em 2 unidades de 220g…”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41D69C9B-A44B-E07C-CEF1-018DAF0488F9}"/>
              </a:ext>
            </a:extLst>
          </p:cNvPr>
          <p:cNvSpPr txBox="1"/>
          <p:nvPr>
            <p:custDataLst>
              <p:tags r:id="rId21"/>
            </p:custDataLst>
          </p:nvPr>
        </p:nvSpPr>
        <p:spPr>
          <a:xfrm>
            <a:off x="10911840" y="87208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porcionamento, sem prato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9BE0E4A0-F343-C9B1-5589-A6BDD851BF4E}"/>
              </a:ext>
            </a:extLst>
          </p:cNvPr>
          <p:cNvSpPr txBox="1"/>
          <p:nvPr>
            <p:custDataLst>
              <p:tags r:id="rId22"/>
            </p:custDataLst>
          </p:nvPr>
        </p:nvSpPr>
        <p:spPr>
          <a:xfrm>
            <a:off x="17179289" y="87208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 (outra pergunta)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50346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3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3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4CB045B-5688-96D0-D47B-6EC4EE71309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820990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Cada mensagem, classificada certo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58810C7-B469-040B-DD05-044DB6716AA9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857500" y="3360229"/>
            <a:ext cx="186690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360">
                <a:solidFill>
                  <a:srgbClr val="8A8FA0"/>
                </a:solidFill>
                <a:latin typeface="Roboto" panose="02000000000000000000" pitchFamily="2" charset="0"/>
              </a:rPr>
              <a:t>Os quatro traces reais no Langfuse, 14/09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108C777-2C9C-F889-5B6C-4E295774BC5C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44040" y="4560379"/>
            <a:ext cx="293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#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DFFF437-BB84-81A2-8875-F2830EBDAD7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777490" y="4560379"/>
            <a:ext cx="74942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MENSAGEM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D98E442-78E6-81F5-03C3-8D338F52F2D1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911840" y="4560379"/>
            <a:ext cx="5627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MODELO ENTENDEU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EF5268A-E746-CA41-80A0-AF33507DF333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7179289" y="4560379"/>
            <a:ext cx="53606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QUE FICOU GRAVADO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0AB2E4B-618B-4881-DD4B-F9E0867ED36E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524000" y="5413820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8A3A465-320B-6B2E-967F-D2B2BE4613C9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844040" y="55204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A47CD47-FF2A-55A8-9B58-DA60C41ACDCF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2777490" y="55204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“O que vamos comer na sexta?”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E42A5FC-5176-2C85-E95A-C61AD2CA1C7E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0911840" y="55204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desejo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38C2892-6A93-2C96-4170-3CF50565F589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179289" y="55204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9829F86-4519-C425-4956-502CF68E104B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70140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EB13A59-2BFC-B18B-1325-C2AD79AC04E4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844040" y="71206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2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CCA97DF-B750-3BFE-06C9-CA608F81A362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2777490" y="71206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“Preparei hambúrguer de patinho…”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7DDB4A1-883B-269E-A6A8-66C60EAA8DB8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0911840" y="71206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porcionamento, sem número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1FA92E3-BFE3-9516-A2EA-639752F706B4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7179289" y="71206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 (só a pergunta)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F1CB1D4-4957-FA32-6CBC-D09772CDD427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1524000" y="86142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368EFFB-44CD-6744-CA93-4B23D88FFFF7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1844040" y="87208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3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1F70F66-A97F-72A0-3E29-D8F0A3418A15}"/>
              </a:ext>
            </a:extLst>
          </p:cNvPr>
          <p:cNvSpPr txBox="1"/>
          <p:nvPr>
            <p:custDataLst>
              <p:tags r:id="rId20"/>
            </p:custDataLst>
          </p:nvPr>
        </p:nvSpPr>
        <p:spPr>
          <a:xfrm>
            <a:off x="2777490" y="87208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“Porcionei em 2 unidades de 220g…”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41D69C9B-A44B-E07C-CEF1-018DAF0488F9}"/>
              </a:ext>
            </a:extLst>
          </p:cNvPr>
          <p:cNvSpPr txBox="1"/>
          <p:nvPr>
            <p:custDataLst>
              <p:tags r:id="rId21"/>
            </p:custDataLst>
          </p:nvPr>
        </p:nvSpPr>
        <p:spPr>
          <a:xfrm>
            <a:off x="10911840" y="87208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porcionamento, sem prato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9BE0E4A0-F343-C9B1-5589-A6BDD851BF4E}"/>
              </a:ext>
            </a:extLst>
          </p:cNvPr>
          <p:cNvSpPr txBox="1"/>
          <p:nvPr>
            <p:custDataLst>
              <p:tags r:id="rId22"/>
            </p:custDataLst>
          </p:nvPr>
        </p:nvSpPr>
        <p:spPr>
          <a:xfrm>
            <a:off x="17179289" y="87208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 (outra pergunta)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D2D967EB-B9FF-0A4F-6339-C33CB668FDA9}"/>
              </a:ext>
            </a:extLst>
          </p:cNvPr>
          <p:cNvSpPr/>
          <p:nvPr>
            <p:custDataLst>
              <p:tags r:id="rId23"/>
            </p:custDataLst>
          </p:nvPr>
        </p:nvSpPr>
        <p:spPr>
          <a:xfrm>
            <a:off x="1524000" y="102144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959E7295-AEB4-4F63-0C61-68B5BB58FDAD}"/>
              </a:ext>
            </a:extLst>
          </p:cNvPr>
          <p:cNvSpPr txBox="1"/>
          <p:nvPr>
            <p:custDataLst>
              <p:tags r:id="rId24"/>
            </p:custDataLst>
          </p:nvPr>
        </p:nvSpPr>
        <p:spPr>
          <a:xfrm>
            <a:off x="1844040" y="103210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4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55A90A6D-C28E-265E-2C57-C2973D3C9921}"/>
              </a:ext>
            </a:extLst>
          </p:cNvPr>
          <p:cNvSpPr txBox="1"/>
          <p:nvPr>
            <p:custDataLst>
              <p:tags r:id="rId25"/>
            </p:custDataLst>
          </p:nvPr>
        </p:nvSpPr>
        <p:spPr>
          <a:xfrm>
            <a:off x="2777490" y="103210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“O hambúrguer de patinho”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52CCC5B7-BB5E-52B9-6396-F7F8DD174167}"/>
              </a:ext>
            </a:extLst>
          </p:cNvPr>
          <p:cNvSpPr txBox="1"/>
          <p:nvPr>
            <p:custDataLst>
              <p:tags r:id="rId26"/>
            </p:custDataLst>
          </p:nvPr>
        </p:nvSpPr>
        <p:spPr>
          <a:xfrm>
            <a:off x="10911840" y="103210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desejo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7F919A0-DCEF-1F78-F9D7-76B05F664CC5}"/>
              </a:ext>
            </a:extLst>
          </p:cNvPr>
          <p:cNvSpPr txBox="1"/>
          <p:nvPr>
            <p:custDataLst>
              <p:tags r:id="rId27"/>
            </p:custDataLst>
          </p:nvPr>
        </p:nvSpPr>
        <p:spPr>
          <a:xfrm>
            <a:off x="17179289" y="103210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4556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8BB8F8B-07A6-02F1-7258-60E20EF78A1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487678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14161B"/>
                </a:solidFill>
                <a:latin typeface="Encode Sans SemiBold" pitchFamily="2" charset="0"/>
              </a:rPr>
              <a:t>Prompt, dados ou modelo?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9282344-D466-DF9B-6C99-ADC10B41F44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EA7717C-2167-9656-75E6-A55B6393F430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2273C15-119E-CDB0-1B41-C63246A0D59A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PROMPT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BBCAA3A-E911-2075-DDF7-C88F80FEE9A3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DE77726-4035-6913-BC7D-45622C73FE05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Pediu exatamente o que devia, nas quatro chamadas.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465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8BB8F8B-07A6-02F1-7258-60E20EF78A1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487678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14161B"/>
                </a:solidFill>
                <a:latin typeface="Encode Sans SemiBold" pitchFamily="2" charset="0"/>
              </a:rPr>
              <a:t>Prompt, dados ou modelo?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9282344-D466-DF9B-6C99-ADC10B41F44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EA7717C-2167-9656-75E6-A55B6393F430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2273C15-119E-CDB0-1B41-C63246A0D59A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PROMPT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BBCAA3A-E911-2075-DDF7-C88F80FEE9A3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DE77726-4035-6913-BC7D-45622C73FE05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Pediu exatamente o que devia, nas quatro chamadas.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4D25970-8636-DFB2-8CE7-17DD10CF93F9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85825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A0D62A3-67B4-6209-A3E0-89D15A1E5A84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885825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125AA7A-C4C1-FE13-6C8F-E2864C65D9F1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939165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DADOS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073539C-4F7C-9013-6A53-7B888C79AE0D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3831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3823286-41D4-3FE7-A949-C7A343DE0CE0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3831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O texto que chegou era claro. Uma pessoa entenderia.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951710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8BB8F8B-07A6-02F1-7258-60E20EF78A1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487678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14161B"/>
                </a:solidFill>
                <a:latin typeface="Encode Sans SemiBold" pitchFamily="2" charset="0"/>
              </a:rPr>
              <a:t>Prompt, dados ou modelo?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9282344-D466-DF9B-6C99-ADC10B41F44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EA7717C-2167-9656-75E6-A55B6393F430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2273C15-119E-CDB0-1B41-C63246A0D59A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PROMPT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BBCAA3A-E911-2075-DDF7-C88F80FEE9A3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DE77726-4035-6913-BC7D-45622C73FE05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Pediu exatamente o que devia, nas quatro chamadas.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4D25970-8636-DFB2-8CE7-17DD10CF93F9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85825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A0D62A3-67B4-6209-A3E0-89D15A1E5A84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885825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125AA7A-C4C1-FE13-6C8F-E2864C65D9F1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939165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DADOS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073539C-4F7C-9013-6A53-7B888C79AE0D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3831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3823286-41D4-3FE7-A949-C7A343DE0CE0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3831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O texto que chegou era claro. Uma pessoa entenderia.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71CC9CE-984F-D091-095C-BE6A6E77E84A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61925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240D9BC3-4FA0-EE7B-7E6B-C3A344F968AA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61925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6BFF81D-BC6D-182E-52A1-8186F1EDC5A7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67259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MODELO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729D5216-6276-2E91-774B-3E5050A0B849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6672561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Acertou 4 de 4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5F7235B-EF5A-4B1E-0124-4CE50EAE4BD9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6672561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Nenhuma classificação errada na sequência inteira.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244317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8BB8F8B-07A6-02F1-7258-60E20EF78A1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487678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14161B"/>
                </a:solidFill>
                <a:latin typeface="Encode Sans SemiBold" pitchFamily="2" charset="0"/>
              </a:rPr>
              <a:t>Prompt, dados ou modelo?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9282344-D466-DF9B-6C99-ADC10B41F44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EA7717C-2167-9656-75E6-A55B6393F430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2273C15-119E-CDB0-1B41-C63246A0D59A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PROMPT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BBCAA3A-E911-2075-DDF7-C88F80FEE9A3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DE77726-4035-6913-BC7D-45622C73FE05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Pediu exatamente o que devia, nas quatro chamadas.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4D25970-8636-DFB2-8CE7-17DD10CF93F9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85825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A0D62A3-67B4-6209-A3E0-89D15A1E5A84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885825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125AA7A-C4C1-FE13-6C8F-E2864C65D9F1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939165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DADOS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073539C-4F7C-9013-6A53-7B888C79AE0D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3831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3823286-41D4-3FE7-A949-C7A343DE0CE0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3831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O texto que chegou era claro. Uma pessoa entenderia.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71CC9CE-984F-D091-095C-BE6A6E77E84A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61925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240D9BC3-4FA0-EE7B-7E6B-C3A344F968AA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61925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6BFF81D-BC6D-182E-52A1-8186F1EDC5A7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67259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MODELO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729D5216-6276-2E91-774B-3E5050A0B849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6672561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Acertou 4 de 4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5F7235B-EF5A-4B1E-0124-4CE50EAE4BD9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6672561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Nenhuma classificação errada na sequência inteira.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B8B9A6EF-F454-1DFD-F4F5-3043E2E9B95F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2190750" y="11162538"/>
            <a:ext cx="20002500" cy="9334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990">
                <a:solidFill>
                  <a:srgbClr val="052FD3"/>
                </a:solidFill>
                <a:latin typeface="Encode Sans" pitchFamily="2" charset="0"/>
              </a:rPr>
              <a:t>Nenhum dos três. A causa é o produto em volta do modelo.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885619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D36FAEC-BF88-F955-7269-680E72BB4BA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0520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4.2.2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Qual caminho, antes do código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22291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F5D9B1F-81CC-3B12-F330-171B7C8710F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2207705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Três caminhos no backlog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674BF4A-1FB6-E097-E072-35574974EB7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9133619-D2EF-8F31-263C-29B87DFC734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90394B3-7F96-0474-8A99-797300B40A5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P1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43F0E1A-7BD4-35BF-54A6-4EA38AD8813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Guardar a pergunta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2668343-5A67-F2EE-8344-F568A9A8F027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Mesmo padrão do orçamento: persistir a pendência, só pro porcionamento.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F6F560A-25A6-3B3F-76A3-1E755A80671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004060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baixo · risco baixo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12860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F5D9B1F-81CC-3B12-F330-171B7C8710F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2207705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Três caminhos no backlog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674BF4A-1FB6-E097-E072-35574974EB7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9133619-D2EF-8F31-263C-29B87DFC734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90394B3-7F96-0474-8A99-797300B40A5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P1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43F0E1A-7BD4-35BF-54A6-4EA38AD8813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Guardar a pergunta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2668343-5A67-F2EE-8344-F568A9A8F027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Mesmo padrão do orçamento: persistir a pendência, só pro porcionamento.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F6F560A-25A6-3B3F-76A3-1E755A80671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004060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baixo · risco baixo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06474E89-E621-D745-1FB6-9ADC8DBE3D31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885825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2A1B063-3D6E-179C-175C-4DFE0D568CDA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885825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45D6517-5528-85F8-673C-1A73E482D066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9165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E8E7E3A-0D06-9E5B-92F9-F6E770846544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38310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Generalizar P1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A832BC23-59F6-9798-CF5C-C6C045C2DE89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9338310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Qualquer guardrail que pergunta passa a guardar a pendência.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CED7772-D1AB-226D-6DDB-52E1137B3B20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9338310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médio · sem 2º caso real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39964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F5D9B1F-81CC-3B12-F330-171B7C8710F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2207705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Três caminhos no backlog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674BF4A-1FB6-E097-E072-35574974EB7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9133619-D2EF-8F31-263C-29B87DFC734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90394B3-7F96-0474-8A99-797300B40A5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P1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43F0E1A-7BD4-35BF-54A6-4EA38AD8813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Guardar a pergunta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2668343-5A67-F2EE-8344-F568A9A8F027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Mesmo padrão do orçamento: persistir a pendência, só pro porcionamento.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F6F560A-25A6-3B3F-76A3-1E755A80671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004060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baixo · risco baixo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06474E89-E621-D745-1FB6-9ADC8DBE3D31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885825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2A1B063-3D6E-179C-175C-4DFE0D568CDA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885825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45D6517-5528-85F8-673C-1A73E482D066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9165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E8E7E3A-0D06-9E5B-92F9-F6E770846544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38310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Generalizar P1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A832BC23-59F6-9798-CF5C-C6C045C2DE89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9338310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Qualquer guardrail que pergunta passa a guardar a pendência.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CED7772-D1AB-226D-6DDB-52E1137B3B20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9338310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médio · sem 2º caso real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9A272E67-1908-7308-7214-B581623B2A93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619250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FEDFC295-6FA6-C1A0-4C49-9C8F35CEC0A0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619250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B3F36E4-ECA1-9B2B-1401-70C807217886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672590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P3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B4498FF3-9A8A-1DDD-02A8-2BB4C707973C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6672561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Memória de conversa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64AFFEBB-DB89-5909-EB3C-8F55B3F94A6E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16672561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O classificador recebe as últimas N mensagens.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9B6EE789-6C72-0E95-2DFE-0D7757E1AD21}"/>
              </a:ext>
            </a:extLst>
          </p:cNvPr>
          <p:cNvSpPr txBox="1"/>
          <p:nvPr>
            <p:custDataLst>
              <p:tags r:id="rId20"/>
            </p:custDataLst>
          </p:nvPr>
        </p:nvSpPr>
        <p:spPr>
          <a:xfrm>
            <a:off x="16672561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médio · risco alto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331024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4715639-CA2B-A57D-88C6-73F3FA1CE06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B7A8FB9-C873-A4D4-C753-A5C3E5D9B39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pessoa conversando com IA / chat na tela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8D6CB7D-5295-22A7-3F84-8C32405083A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16247" y="2280982"/>
            <a:ext cx="11169506" cy="279237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O que eu levo</a:t>
            </a:r>
          </a:p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pro Claude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14C786C-E33F-350B-1612-C32DCAB2D7B9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5961901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F4B36BA-7072-6E2C-91E0-6E2C5805984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74631" y="5682663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O código real: intencao-efeitos.js e telegram.js.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854105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4715639-CA2B-A57D-88C6-73F3FA1CE06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B7A8FB9-C873-A4D4-C753-A5C3E5D9B39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pessoa conversando com IA / chat na tela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8D6CB7D-5295-22A7-3F84-8C32405083A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16247" y="2280982"/>
            <a:ext cx="11169506" cy="279237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O que eu levo</a:t>
            </a:r>
          </a:p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pro Claude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14C786C-E33F-350B-1612-C32DCAB2D7B9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5961901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F4B36BA-7072-6E2C-91E0-6E2C5805984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74631" y="5682663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O código real: intencao-efeitos.js e telegram.js.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1BB71FF5-A51A-2ADC-E373-877A306F66B4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2540000" y="8119646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A776B3B-3ABC-DA53-2249-6466D720ED85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3174631" y="7840409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A regra de ouro: a LLM não decide o que é verificável.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868419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4715639-CA2B-A57D-88C6-73F3FA1CE06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B7A8FB9-C873-A4D4-C753-A5C3E5D9B39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pessoa conversando com IA / chat na tela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8D6CB7D-5295-22A7-3F84-8C32405083A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16247" y="2280982"/>
            <a:ext cx="11169506" cy="279237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O que eu levo</a:t>
            </a:r>
          </a:p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pro Claude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14C786C-E33F-350B-1612-C32DCAB2D7B9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5961901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F4B36BA-7072-6E2C-91E0-6E2C5805984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74631" y="5682663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O código real: intencao-efeitos.js e telegram.js.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1BB71FF5-A51A-2ADC-E373-877A306F66B4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2540000" y="8119646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A776B3B-3ABC-DA53-2249-6466D720ED85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3174631" y="7840409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A regra de ouro: a LLM não decide o que é verificável.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C431CEB-6CE3-E7D3-76FF-A9F4DB02D581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2540000" y="10277392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823F8E3-51A5-457E-19FE-3D94B36D0586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3174631" y="9998154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A pergunta que importa: quanto custa o P3 de verdade?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01440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f8342f7686_0_44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3" name="Google Shape;273;g3f8342f7686_0_44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170252" y="462769"/>
            <a:ext cx="12791764" cy="12790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g3f8342f7686_0_44" descr=" 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4734" y="424672"/>
            <a:ext cx="12791764" cy="12790459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f8342f7686_0_44"/>
          <p:cNvSpPr/>
          <p:nvPr/>
        </p:nvSpPr>
        <p:spPr>
          <a:xfrm>
            <a:off x="3099187" y="-2235200"/>
            <a:ext cx="18201300" cy="1819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g3f8342f7686_0_44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8" name="Google Shape;278;g3f8342f7686_0_44" descr="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g3f8342f7686_0_44" descr="Ícone&#10;&#10;O conteúdo gerado por IA pode estar incorreto.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3F0CBBD-516E-3098-8C40-8ACBF8CF406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77000" y="2990850"/>
            <a:ext cx="11430000" cy="736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2000">
                <a:solidFill>
                  <a:srgbClr val="FFFFFF"/>
                </a:solidFill>
                <a:latin typeface="Encode Sans" pitchFamily="2" charset="0"/>
              </a:rPr>
              <a:t>Perguntar não basta. Precisa lembrar que perguntou.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34381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49343F2-06BF-D8E7-8A79-3CE2E6A00CD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55824" y="827299"/>
            <a:ext cx="22472352" cy="154497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8">
                <a:solidFill>
                  <a:srgbClr val="FFFFFF"/>
                </a:solidFill>
                <a:latin typeface="Encode Sans SemiBold" pitchFamily="2" charset="0"/>
              </a:rPr>
              <a:t>E se ninguém responder?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2FAC5682-699A-C4FF-EF9B-057C06BE82C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978434" y="3297537"/>
            <a:ext cx="8427132" cy="1685426"/>
          </a:xfrm>
          <a:prstGeom prst="roundRect">
            <a:avLst>
              <a:gd name="adj" fmla="val 5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7085" tIns="140452" rIns="337085" bIns="140452" rtlCol="0" anchor="ctr"/>
          <a:lstStyle/>
          <a:p>
            <a:pPr algn="ctr"/>
            <a:r>
              <a:rPr lang="pt-BR" sz="4424">
                <a:solidFill>
                  <a:srgbClr val="FFFFFF"/>
                </a:solidFill>
                <a:latin typeface="Encode Sans SemiBold" pitchFamily="2" charset="0"/>
              </a:rPr>
              <a:t>Pergunta guardada</a:t>
            </a: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6AEF1551-50F6-CA41-CF75-99744AE22D7F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 flipH="1">
            <a:off x="6573912" y="4982963"/>
            <a:ext cx="5618088" cy="1825879"/>
          </a:xfrm>
          <a:prstGeom prst="line">
            <a:avLst/>
          </a:prstGeom>
          <a:ln w="56181">
            <a:solidFill>
              <a:srgbClr val="2FB36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A0AD1B2-BD0B-9A27-9C77-F47355819A6F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798537" y="6949294"/>
            <a:ext cx="9550750" cy="4213566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090">
            <a:solidFill>
              <a:srgbClr val="2FB3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126" tIns="50563" rIns="101126" bIns="5056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3B3E06BF-5343-D918-0DFF-986E6428FCB9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6124465" y="7342560"/>
            <a:ext cx="898894" cy="89889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539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A95798C-994E-DFC2-0C29-4DD0202EC13F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360346" y="8494268"/>
            <a:ext cx="8427132" cy="98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66">
                <a:solidFill>
                  <a:srgbClr val="2FB36B"/>
                </a:solidFill>
                <a:latin typeface="Encode Sans SemiBold" pitchFamily="2" charset="0"/>
              </a:rPr>
              <a:t>Resolve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B5B2CF3-BE39-47C0-091F-3D3ED1DDA1C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360346" y="9547660"/>
            <a:ext cx="8427132" cy="140452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9">
                <a:solidFill>
                  <a:srgbClr val="C9CCD6"/>
                </a:solidFill>
                <a:latin typeface="Roboto" panose="02000000000000000000" pitchFamily="2" charset="0"/>
              </a:rPr>
              <a:t>A resposta chega e o prato entra no estoque.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027481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49343F2-06BF-D8E7-8A79-3CE2E6A00CD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55824" y="827299"/>
            <a:ext cx="22472352" cy="154497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8">
                <a:solidFill>
                  <a:srgbClr val="FFFFFF"/>
                </a:solidFill>
                <a:latin typeface="Encode Sans SemiBold" pitchFamily="2" charset="0"/>
              </a:rPr>
              <a:t>E se ninguém responder?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2FAC5682-699A-C4FF-EF9B-057C06BE82C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978434" y="3297537"/>
            <a:ext cx="8427132" cy="1685426"/>
          </a:xfrm>
          <a:prstGeom prst="roundRect">
            <a:avLst>
              <a:gd name="adj" fmla="val 5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7085" tIns="140452" rIns="337085" bIns="140452" rtlCol="0" anchor="ctr"/>
          <a:lstStyle/>
          <a:p>
            <a:pPr algn="ctr"/>
            <a:r>
              <a:rPr lang="pt-BR" sz="4424">
                <a:solidFill>
                  <a:srgbClr val="FFFFFF"/>
                </a:solidFill>
                <a:latin typeface="Encode Sans SemiBold" pitchFamily="2" charset="0"/>
              </a:rPr>
              <a:t>Pergunta guardada</a:t>
            </a: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6AEF1551-50F6-CA41-CF75-99744AE22D7F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 flipH="1">
            <a:off x="6573912" y="4982963"/>
            <a:ext cx="5618088" cy="1825879"/>
          </a:xfrm>
          <a:prstGeom prst="line">
            <a:avLst/>
          </a:prstGeom>
          <a:ln w="56181">
            <a:solidFill>
              <a:srgbClr val="2FB36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A0AD1B2-BD0B-9A27-9C77-F47355819A6F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798537" y="6949294"/>
            <a:ext cx="9550750" cy="4213566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090">
            <a:solidFill>
              <a:srgbClr val="2FB3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126" tIns="50563" rIns="101126" bIns="5056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3B3E06BF-5343-D918-0DFF-986E6428FCB9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6124465" y="7342560"/>
            <a:ext cx="898894" cy="89889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539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A95798C-994E-DFC2-0C29-4DD0202EC13F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360346" y="8494268"/>
            <a:ext cx="8427132" cy="98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66">
                <a:solidFill>
                  <a:srgbClr val="2FB36B"/>
                </a:solidFill>
                <a:latin typeface="Encode Sans SemiBold" pitchFamily="2" charset="0"/>
              </a:rPr>
              <a:t>Resolve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B5B2CF3-BE39-47C0-091F-3D3ED1DDA1C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360346" y="9547660"/>
            <a:ext cx="8427132" cy="140452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9">
                <a:solidFill>
                  <a:srgbClr val="C9CCD6"/>
                </a:solidFill>
                <a:latin typeface="Roboto" panose="02000000000000000000" pitchFamily="2" charset="0"/>
              </a:rPr>
              <a:t>A resposta chega e o prato entra no estoque.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64189CEA-C879-3411-F782-8FA9A82D10FC}"/>
              </a:ext>
            </a:extLst>
          </p:cNvPr>
          <p:cNvCxnSpPr/>
          <p:nvPr>
            <p:custDataLst>
              <p:tags r:id="rId9"/>
            </p:custDataLst>
          </p:nvPr>
        </p:nvCxnSpPr>
        <p:spPr>
          <a:xfrm>
            <a:off x="12192000" y="4982963"/>
            <a:ext cx="5618088" cy="1825879"/>
          </a:xfrm>
          <a:prstGeom prst="line">
            <a:avLst/>
          </a:prstGeom>
          <a:ln w="56181">
            <a:solidFill>
              <a:srgbClr val="F2A9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98A13DAF-D46A-0554-52EE-77951C892845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3034713" y="6949294"/>
            <a:ext cx="9550750" cy="4213566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090">
            <a:solidFill>
              <a:srgbClr val="F2A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126" tIns="50563" rIns="101126" bIns="5056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F287760A-A760-551C-0095-96744DB92FD1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7360641" y="7342560"/>
            <a:ext cx="898894" cy="898894"/>
          </a:xfrm>
          <a:prstGeom prst="ellipse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539" b="1">
                <a:solidFill>
                  <a:srgbClr val="FFFFFF"/>
                </a:solidFill>
                <a:latin typeface="Segoe UI Symbol" panose="020B0502040204020203" pitchFamily="34" charset="0"/>
              </a:rPr>
              <a:t>!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3FA7F7-93B2-6C05-F9F5-D52B3CE904A1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3596522" y="8494268"/>
            <a:ext cx="8427132" cy="98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66">
                <a:solidFill>
                  <a:srgbClr val="F2A93B"/>
                </a:solidFill>
                <a:latin typeface="Encode Sans SemiBold" pitchFamily="2" charset="0"/>
              </a:rPr>
              <a:t>Expira, com aviso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2F97552-2B89-CE93-305A-DBEFB6EF15E4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13596522" y="9547660"/>
            <a:ext cx="8427132" cy="140452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9">
                <a:solidFill>
                  <a:srgbClr val="C9CCD6"/>
                </a:solidFill>
                <a:latin typeface="Roboto" panose="02000000000000000000" pitchFamily="2" charset="0"/>
              </a:rPr>
              <a:t>“Ingestão não concluída por falta de porções.”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944135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49343F2-06BF-D8E7-8A79-3CE2E6A00CD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55824" y="827299"/>
            <a:ext cx="22472352" cy="154497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8">
                <a:solidFill>
                  <a:srgbClr val="FFFFFF"/>
                </a:solidFill>
                <a:latin typeface="Encode Sans SemiBold" pitchFamily="2" charset="0"/>
              </a:rPr>
              <a:t>E se ninguém responder?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2FAC5682-699A-C4FF-EF9B-057C06BE82C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978434" y="3297537"/>
            <a:ext cx="8427132" cy="1685426"/>
          </a:xfrm>
          <a:prstGeom prst="roundRect">
            <a:avLst>
              <a:gd name="adj" fmla="val 5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7085" tIns="140452" rIns="337085" bIns="140452" rtlCol="0" anchor="ctr"/>
          <a:lstStyle/>
          <a:p>
            <a:pPr algn="ctr"/>
            <a:r>
              <a:rPr lang="pt-BR" sz="4424">
                <a:solidFill>
                  <a:srgbClr val="FFFFFF"/>
                </a:solidFill>
                <a:latin typeface="Encode Sans SemiBold" pitchFamily="2" charset="0"/>
              </a:rPr>
              <a:t>Pergunta guardada</a:t>
            </a: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6AEF1551-50F6-CA41-CF75-99744AE22D7F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 flipH="1">
            <a:off x="6573912" y="4982963"/>
            <a:ext cx="5618088" cy="1825879"/>
          </a:xfrm>
          <a:prstGeom prst="line">
            <a:avLst/>
          </a:prstGeom>
          <a:ln w="56181">
            <a:solidFill>
              <a:srgbClr val="2FB36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A0AD1B2-BD0B-9A27-9C77-F47355819A6F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798537" y="6949294"/>
            <a:ext cx="9550750" cy="4213566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090">
            <a:solidFill>
              <a:srgbClr val="2FB3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126" tIns="50563" rIns="101126" bIns="5056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3B3E06BF-5343-D918-0DFF-986E6428FCB9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6124465" y="7342560"/>
            <a:ext cx="898894" cy="89889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539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A95798C-994E-DFC2-0C29-4DD0202EC13F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360346" y="8494268"/>
            <a:ext cx="8427132" cy="98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66">
                <a:solidFill>
                  <a:srgbClr val="2FB36B"/>
                </a:solidFill>
                <a:latin typeface="Encode Sans SemiBold" pitchFamily="2" charset="0"/>
              </a:rPr>
              <a:t>Resolve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B5B2CF3-BE39-47C0-091F-3D3ED1DDA1C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360346" y="9547660"/>
            <a:ext cx="8427132" cy="140452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9">
                <a:solidFill>
                  <a:srgbClr val="C9CCD6"/>
                </a:solidFill>
                <a:latin typeface="Roboto" panose="02000000000000000000" pitchFamily="2" charset="0"/>
              </a:rPr>
              <a:t>A resposta chega e o prato entra no estoque.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64189CEA-C879-3411-F782-8FA9A82D10FC}"/>
              </a:ext>
            </a:extLst>
          </p:cNvPr>
          <p:cNvCxnSpPr/>
          <p:nvPr>
            <p:custDataLst>
              <p:tags r:id="rId9"/>
            </p:custDataLst>
          </p:nvPr>
        </p:nvCxnSpPr>
        <p:spPr>
          <a:xfrm>
            <a:off x="12192000" y="4982963"/>
            <a:ext cx="5618088" cy="1825879"/>
          </a:xfrm>
          <a:prstGeom prst="line">
            <a:avLst/>
          </a:prstGeom>
          <a:ln w="56181">
            <a:solidFill>
              <a:srgbClr val="F2A9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98A13DAF-D46A-0554-52EE-77951C892845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3034713" y="6949294"/>
            <a:ext cx="9550750" cy="4213566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090">
            <a:solidFill>
              <a:srgbClr val="F2A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126" tIns="50563" rIns="101126" bIns="5056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F287760A-A760-551C-0095-96744DB92FD1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7360641" y="7342560"/>
            <a:ext cx="898894" cy="898894"/>
          </a:xfrm>
          <a:prstGeom prst="ellipse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539" b="1">
                <a:solidFill>
                  <a:srgbClr val="FFFFFF"/>
                </a:solidFill>
                <a:latin typeface="Segoe UI Symbol" panose="020B0502040204020203" pitchFamily="34" charset="0"/>
              </a:rPr>
              <a:t>!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3FA7F7-93B2-6C05-F9F5-D52B3CE904A1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3596522" y="8494268"/>
            <a:ext cx="8427132" cy="98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66">
                <a:solidFill>
                  <a:srgbClr val="F2A93B"/>
                </a:solidFill>
                <a:latin typeface="Encode Sans SemiBold" pitchFamily="2" charset="0"/>
              </a:rPr>
              <a:t>Expira, com aviso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2F97552-2B89-CE93-305A-DBEFB6EF15E4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13596522" y="9547660"/>
            <a:ext cx="8427132" cy="140452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9">
                <a:solidFill>
                  <a:srgbClr val="C9CCD6"/>
                </a:solidFill>
                <a:latin typeface="Roboto" panose="02000000000000000000" pitchFamily="2" charset="0"/>
              </a:rPr>
              <a:t>“Ingestão não concluída por falta de porções.”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B8CB854-4D71-AECA-BD8A-229B2BFDC005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2360346" y="11865122"/>
            <a:ext cx="19663308" cy="84271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60">
                <a:solidFill>
                  <a:srgbClr val="F2A93B"/>
                </a:solidFill>
                <a:latin typeface="Encode Sans" pitchFamily="2" charset="0"/>
              </a:rPr>
              <a:t>Sem um fim visível, é o bug de 14/09 de novo, um passo depois.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441506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D770AF8-93A3-3358-1365-9EB02799FE1F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1155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4.2.3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A SDD e quatro decisões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190388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EDF3C80-5E3E-3B13-3626-625422BE09B9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133156" y="1191384"/>
            <a:ext cx="24650311" cy="13865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52">
                <a:solidFill>
                  <a:srgbClr val="052FD3"/>
                </a:solidFill>
                <a:latin typeface="Encode Sans SemiBold" pitchFamily="2" charset="0"/>
              </a:rPr>
              <a:t>SDD §11.7 — restrição derivada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7F17DBF-A0E0-2CC2-2156-39B6F7A94B6C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0545437" y="2613525"/>
            <a:ext cx="3081289" cy="2465031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6256">
                <a:solidFill>
                  <a:srgbClr val="052FD3"/>
                </a:solidFill>
                <a:latin typeface="Encode Sans SemiBold" pitchFamily="2" charset="0"/>
              </a:rPr>
              <a:t>“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B64D9CA-B603-0EE6-B0E0-B9216CFC5D3D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301570" y="5078556"/>
            <a:ext cx="21569023" cy="508412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93">
                <a:solidFill>
                  <a:srgbClr val="14161B"/>
                </a:solidFill>
                <a:latin typeface="Encode Sans" pitchFamily="2" charset="0"/>
              </a:rPr>
              <a:t>Toda pergunta de guardrail precisa guardar a pendência antes de perguntar. E toda pendência precisa de um fim visível: resolvida ou expirada com aviso.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07BE0463-66F2-7063-15A8-6F13A540045B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6693826" y="10778941"/>
            <a:ext cx="10784511" cy="1386580"/>
          </a:xfrm>
          <a:prstGeom prst="roundRect">
            <a:avLst>
              <a:gd name="adj" fmla="val 5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9755" tIns="154064" rIns="369755" bIns="154064" rtlCol="0" anchor="ctr"/>
          <a:lstStyle/>
          <a:p>
            <a:pPr algn="ctr"/>
            <a:r>
              <a:rPr lang="pt-BR" sz="4125">
                <a:solidFill>
                  <a:srgbClr val="FFFFFF"/>
                </a:solidFill>
                <a:latin typeface="Encode Sans SemiBold" pitchFamily="2" charset="0"/>
              </a:rPr>
              <a:t>Nunca “esquecida sem sinal”.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5003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8FFC537-58D4-3E6F-D3FF-58AE328A377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59027" y="1347195"/>
            <a:ext cx="23065946" cy="158578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65">
                <a:solidFill>
                  <a:srgbClr val="FFFFFF"/>
                </a:solidFill>
                <a:latin typeface="Encode Sans SemiBold" pitchFamily="2" charset="0"/>
              </a:rPr>
              <a:t>Quatro decisões, uma casa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210DAF2-56E5-5B3B-A89A-DD4FC00F100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55102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Nome do status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EA9B167-3AFB-89FD-FFC9-8C852F81CBE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8F15158-ECCB-797E-1DA4-17857AFAD66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173729" y="3855102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EABCBCE-5937-A39E-1705-EF27FA120BF1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524000" y="6017535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Onde guardar o prato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B17B0CB-8A84-6F44-825A-3F9A16A54BDC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660AFF-5993-8CFF-471E-6B4CCBD9CC06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10173729" y="6017535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46EA523-3D21-FA95-494D-A90A8AD2B916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524000" y="8179967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Janela de expiração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300F1AF-B19E-BC2F-85C5-1382BFA3B030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D1FDB04-41DC-B058-8F07-C63B99B181AA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0173729" y="8179967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129C7AC-29A0-8ECE-BA86-5CD733321AC3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524000" y="10342400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Escopo do fix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7240C494-273B-5890-18F4-FEA183D2F2CB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5231BFB-73BB-43A9-3675-7A66F3AB24D0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0173729" y="10342400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260724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8FFC537-58D4-3E6F-D3FF-58AE328A377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59027" y="1347195"/>
            <a:ext cx="23065946" cy="158578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65">
                <a:solidFill>
                  <a:srgbClr val="FFFFFF"/>
                </a:solidFill>
                <a:latin typeface="Encode Sans SemiBold" pitchFamily="2" charset="0"/>
              </a:rPr>
              <a:t>Quatro decisões, uma casa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210DAF2-56E5-5B3B-A89A-DD4FC00F100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55102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Nome do status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EA9B167-3AFB-89FD-FFC9-8C852F81CBE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8F15158-ECCB-797E-1DA4-17857AFAD66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173729" y="3855102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84B1BF2A-597A-0442-4CD5-D2686ACC6AED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EABCBCE-5937-A39E-1705-EF27FA120BF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6017535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Onde guardar o prato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B17B0CB-8A84-6F44-825A-3F9A16A54BDC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660AFF-5993-8CFF-471E-6B4CCBD9CC0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0173729" y="6017535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46EA523-3D21-FA95-494D-A90A8AD2B916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524000" y="8179967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Janela de expiração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300F1AF-B19E-BC2F-85C5-1382BFA3B03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D1FDB04-41DC-B058-8F07-C63B99B181AA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0173729" y="8179967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129C7AC-29A0-8ECE-BA86-5CD733321AC3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10342400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Escopo do fix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7240C494-273B-5890-18F4-FEA183D2F2CB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5231BFB-73BB-43A9-3675-7A66F3AB24D0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0173729" y="10342400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090420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8FFC537-58D4-3E6F-D3FF-58AE328A377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59027" y="1347195"/>
            <a:ext cx="23065946" cy="158578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65">
                <a:solidFill>
                  <a:srgbClr val="FFFFFF"/>
                </a:solidFill>
                <a:latin typeface="Encode Sans SemiBold" pitchFamily="2" charset="0"/>
              </a:rPr>
              <a:t>Quatro decisões, uma casa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210DAF2-56E5-5B3B-A89A-DD4FC00F100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55102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Nome do status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EA9B167-3AFB-89FD-FFC9-8C852F81CBE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8F15158-ECCB-797E-1DA4-17857AFAD66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173729" y="3855102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84B1BF2A-597A-0442-4CD5-D2686ACC6AED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EABCBCE-5937-A39E-1705-EF27FA120BF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6017535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Onde guardar o prato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B17B0CB-8A84-6F44-825A-3F9A16A54BDC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660AFF-5993-8CFF-471E-6B4CCBD9CC0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0173729" y="6017535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4BAA3A27-124C-3C08-88C6-07AFBC15488C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coluna nova item_pendente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46EA523-3D21-FA95-494D-A90A8AD2B916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524000" y="8179967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Janela de expiração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300F1AF-B19E-BC2F-85C5-1382BFA3B030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D1FDB04-41DC-B058-8F07-C63B99B181AA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10173729" y="8179967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129C7AC-29A0-8ECE-BA86-5CD733321AC3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524000" y="10342400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Escopo do fix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7240C494-273B-5890-18F4-FEA183D2F2CB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5231BFB-73BB-43A9-3675-7A66F3AB24D0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0173729" y="10342400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103188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8FFC537-58D4-3E6F-D3FF-58AE328A377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59027" y="1347195"/>
            <a:ext cx="23065946" cy="158578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65">
                <a:solidFill>
                  <a:srgbClr val="FFFFFF"/>
                </a:solidFill>
                <a:latin typeface="Encode Sans SemiBold" pitchFamily="2" charset="0"/>
              </a:rPr>
              <a:t>Quatro decisões, uma casa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210DAF2-56E5-5B3B-A89A-DD4FC00F100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55102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Nome do status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EA9B167-3AFB-89FD-FFC9-8C852F81CBE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8F15158-ECCB-797E-1DA4-17857AFAD66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173729" y="3855102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84B1BF2A-597A-0442-4CD5-D2686ACC6AED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EABCBCE-5937-A39E-1705-EF27FA120BF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6017535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Onde guardar o prato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B17B0CB-8A84-6F44-825A-3F9A16A54BDC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660AFF-5993-8CFF-471E-6B4CCBD9CC0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0173729" y="6017535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4BAA3A27-124C-3C08-88C6-07AFBC15488C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coluna nova item_pendente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46EA523-3D21-FA95-494D-A90A8AD2B916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524000" y="8179967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Janela de expiração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300F1AF-B19E-BC2F-85C5-1382BFA3B030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D1FDB04-41DC-B058-8F07-C63B99B181AA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10173729" y="8179967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61078AD3-37FA-7466-49B8-56A218252F44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F2A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314">
                <a:solidFill>
                  <a:srgbClr val="FFFFFF"/>
                </a:solidFill>
                <a:latin typeface="Roboto" panose="02000000000000000000" pitchFamily="2" charset="0"/>
              </a:rPr>
              <a:t>20 minutos — em aberto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129C7AC-29A0-8ECE-BA86-5CD733321AC3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524000" y="10342400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Escopo do fix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7240C494-273B-5890-18F4-FEA183D2F2CB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5231BFB-73BB-43A9-3675-7A66F3AB24D0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0173729" y="10342400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89083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8FFC537-58D4-3E6F-D3FF-58AE328A377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59027" y="1347195"/>
            <a:ext cx="23065946" cy="158578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65">
                <a:solidFill>
                  <a:srgbClr val="FFFFFF"/>
                </a:solidFill>
                <a:latin typeface="Encode Sans SemiBold" pitchFamily="2" charset="0"/>
              </a:rPr>
              <a:t>Quatro decisões, uma casa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210DAF2-56E5-5B3B-A89A-DD4FC00F100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55102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Nome do status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EA9B167-3AFB-89FD-FFC9-8C852F81CBE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8F15158-ECCB-797E-1DA4-17857AFAD66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173729" y="3855102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84B1BF2A-597A-0442-4CD5-D2686ACC6AED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EABCBCE-5937-A39E-1705-EF27FA120BF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6017535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Onde guardar o prato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B17B0CB-8A84-6F44-825A-3F9A16A54BDC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660AFF-5993-8CFF-471E-6B4CCBD9CC0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0173729" y="6017535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4BAA3A27-124C-3C08-88C6-07AFBC15488C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coluna nova item_pendente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46EA523-3D21-FA95-494D-A90A8AD2B916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524000" y="8179967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Janela de expiração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300F1AF-B19E-BC2F-85C5-1382BFA3B030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D1FDB04-41DC-B058-8F07-C63B99B181AA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10173729" y="8179967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61078AD3-37FA-7466-49B8-56A218252F44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F2A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314">
                <a:solidFill>
                  <a:srgbClr val="FFFFFF"/>
                </a:solidFill>
                <a:latin typeface="Roboto" panose="02000000000000000000" pitchFamily="2" charset="0"/>
              </a:rPr>
              <a:t>20 minutos — em aberto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129C7AC-29A0-8ECE-BA86-5CD733321AC3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524000" y="10342400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Escopo do fix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7240C494-273B-5890-18F4-FEA183D2F2CB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5231BFB-73BB-43A9-3675-7A66F3AB24D0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0173729" y="10342400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04AD918-0F43-52A6-6CE6-8EABCCFF6115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314">
                <a:solidFill>
                  <a:srgbClr val="FFFFFF"/>
                </a:solidFill>
                <a:latin typeface="Roboto" panose="02000000000000000000" pitchFamily="2" charset="0"/>
              </a:rPr>
              <a:t>só porcionamento, por enquanto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503993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98FDEAD-F999-70B8-F5AA-058D30EC6A5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72013" y="1107119"/>
            <a:ext cx="23639974" cy="162524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446">
                <a:solidFill>
                  <a:srgbClr val="FFFFFF"/>
                </a:solidFill>
                <a:latin typeface="Encode Sans SemiBold" pitchFamily="2" charset="0"/>
              </a:rPr>
              <a:t>20 minutos é uma aposta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E33B4654-F417-4057-69CE-099D569B45C4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1524000" y="7104742"/>
            <a:ext cx="20684978" cy="0"/>
          </a:xfrm>
          <a:prstGeom prst="line">
            <a:avLst/>
          </a:prstGeom>
          <a:ln w="88650">
            <a:solidFill>
              <a:srgbClr val="5B607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lipse 6">
            <a:extLst>
              <a:ext uri="{FF2B5EF4-FFF2-40B4-BE49-F238E27FC236}">
                <a16:creationId xmlns:a16="http://schemas.microsoft.com/office/drawing/2014/main" id="{5D4FAA73-1BA7-9888-786D-8129D5AC708D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9384292" y="6691043"/>
            <a:ext cx="827399" cy="827399"/>
          </a:xfrm>
          <a:prstGeom prst="ellipse">
            <a:avLst/>
          </a:prstGeom>
          <a:solidFill>
            <a:srgbClr val="052FD3"/>
          </a:solidFill>
          <a:ln w="295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E58243-E9A9-C413-B8FB-3C43F2BB9A6E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6842994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9307">
                <a:solidFill>
                  <a:srgbClr val="FFFFFF"/>
                </a:solidFill>
                <a:latin typeface="Encode Sans SemiBold" pitchFamily="2" charset="0"/>
              </a:rPr>
              <a:t>20 min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2B0426B-4C7A-EBC1-6819-02BF66295DC6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6842994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hoje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095064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98FDEAD-F999-70B8-F5AA-058D30EC6A5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72013" y="1107119"/>
            <a:ext cx="23639974" cy="162524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446">
                <a:solidFill>
                  <a:srgbClr val="FFFFFF"/>
                </a:solidFill>
                <a:latin typeface="Encode Sans SemiBold" pitchFamily="2" charset="0"/>
              </a:rPr>
              <a:t>20 minutos é uma aposta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E33B4654-F417-4057-69CE-099D569B45C4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1524000" y="7104742"/>
            <a:ext cx="20684978" cy="0"/>
          </a:xfrm>
          <a:prstGeom prst="line">
            <a:avLst/>
          </a:prstGeom>
          <a:ln w="88650">
            <a:solidFill>
              <a:srgbClr val="5B607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ipse 3">
            <a:extLst>
              <a:ext uri="{FF2B5EF4-FFF2-40B4-BE49-F238E27FC236}">
                <a16:creationId xmlns:a16="http://schemas.microsoft.com/office/drawing/2014/main" id="{10600FC0-AF63-A1AD-16E6-2584170B31AB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740248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F5FB623-CCD4-8D6B-70BC-E03BD05DC4D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51200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10 min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785C8A1-C3CC-3DEB-E847-E04F00ABDD99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51200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primeira versão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5D4FAA73-1BA7-9888-786D-8129D5AC708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9384292" y="6691043"/>
            <a:ext cx="827399" cy="827399"/>
          </a:xfrm>
          <a:prstGeom prst="ellipse">
            <a:avLst/>
          </a:prstGeom>
          <a:solidFill>
            <a:srgbClr val="052FD3"/>
          </a:solidFill>
          <a:ln w="295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E58243-E9A9-C413-B8FB-3C43F2BB9A6E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6842994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9307">
                <a:solidFill>
                  <a:srgbClr val="FFFFFF"/>
                </a:solidFill>
                <a:latin typeface="Encode Sans SemiBold" pitchFamily="2" charset="0"/>
              </a:rPr>
              <a:t>20 min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2B0426B-4C7A-EBC1-6819-02BF66295DC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6842994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hoje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337378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98FDEAD-F999-70B8-F5AA-058D30EC6A5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72013" y="1107119"/>
            <a:ext cx="23639974" cy="162524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446">
                <a:solidFill>
                  <a:srgbClr val="FFFFFF"/>
                </a:solidFill>
                <a:latin typeface="Encode Sans SemiBold" pitchFamily="2" charset="0"/>
              </a:rPr>
              <a:t>20 minutos é uma aposta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E33B4654-F417-4057-69CE-099D569B45C4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1524000" y="7104742"/>
            <a:ext cx="20684978" cy="0"/>
          </a:xfrm>
          <a:prstGeom prst="line">
            <a:avLst/>
          </a:prstGeom>
          <a:ln w="88650">
            <a:solidFill>
              <a:srgbClr val="5B607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ipse 3">
            <a:extLst>
              <a:ext uri="{FF2B5EF4-FFF2-40B4-BE49-F238E27FC236}">
                <a16:creationId xmlns:a16="http://schemas.microsoft.com/office/drawing/2014/main" id="{10600FC0-AF63-A1AD-16E6-2584170B31AB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740248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F5FB623-CCD4-8D6B-70BC-E03BD05DC4D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51200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10 min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785C8A1-C3CC-3DEB-E847-E04F00ABDD99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51200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primeira versão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5D4FAA73-1BA7-9888-786D-8129D5AC708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9384292" y="6691043"/>
            <a:ext cx="827399" cy="827399"/>
          </a:xfrm>
          <a:prstGeom prst="ellipse">
            <a:avLst/>
          </a:prstGeom>
          <a:solidFill>
            <a:srgbClr val="052FD3"/>
          </a:solidFill>
          <a:ln w="295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E58243-E9A9-C413-B8FB-3C43F2BB9A6E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6842994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9307">
                <a:solidFill>
                  <a:srgbClr val="FFFFFF"/>
                </a:solidFill>
                <a:latin typeface="Encode Sans SemiBold" pitchFamily="2" charset="0"/>
              </a:rPr>
              <a:t>20 min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2B0426B-4C7A-EBC1-6819-02BF66295DC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6842994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hoje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47EC8295-6393-FDE2-12DA-7CFC39609600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0288230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2ABA4D6-5297-9DF5-E621-85C4499AA1E9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7599183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120 min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829F62A-1C35-CE21-0D81-FA9FD62A37EB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599183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cheguei a considerar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159290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98FDEAD-F999-70B8-F5AA-058D30EC6A5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72013" y="1107119"/>
            <a:ext cx="23639974" cy="162524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446">
                <a:solidFill>
                  <a:srgbClr val="FFFFFF"/>
                </a:solidFill>
                <a:latin typeface="Encode Sans SemiBold" pitchFamily="2" charset="0"/>
              </a:rPr>
              <a:t>20 minutos é uma aposta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E33B4654-F417-4057-69CE-099D569B45C4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1524000" y="7104742"/>
            <a:ext cx="20684978" cy="0"/>
          </a:xfrm>
          <a:prstGeom prst="line">
            <a:avLst/>
          </a:prstGeom>
          <a:ln w="88650">
            <a:solidFill>
              <a:srgbClr val="5B607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ipse 3">
            <a:extLst>
              <a:ext uri="{FF2B5EF4-FFF2-40B4-BE49-F238E27FC236}">
                <a16:creationId xmlns:a16="http://schemas.microsoft.com/office/drawing/2014/main" id="{10600FC0-AF63-A1AD-16E6-2584170B31AB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740248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F5FB623-CCD4-8D6B-70BC-E03BD05DC4D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51200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10 min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785C8A1-C3CC-3DEB-E847-E04F00ABDD99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51200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primeira versão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5D4FAA73-1BA7-9888-786D-8129D5AC708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9384292" y="6691043"/>
            <a:ext cx="827399" cy="827399"/>
          </a:xfrm>
          <a:prstGeom prst="ellipse">
            <a:avLst/>
          </a:prstGeom>
          <a:solidFill>
            <a:srgbClr val="052FD3"/>
          </a:solidFill>
          <a:ln w="295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E58243-E9A9-C413-B8FB-3C43F2BB9A6E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6842994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9307">
                <a:solidFill>
                  <a:srgbClr val="FFFFFF"/>
                </a:solidFill>
                <a:latin typeface="Encode Sans SemiBold" pitchFamily="2" charset="0"/>
              </a:rPr>
              <a:t>20 min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2B0426B-4C7A-EBC1-6819-02BF66295DC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6842994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hoje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47EC8295-6393-FDE2-12DA-7CFC39609600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0288230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2ABA4D6-5297-9DF5-E621-85C4499AA1E9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7599183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120 min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829F62A-1C35-CE21-0D81-FA9FD62A37EB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599183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cheguei a considerar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2DB3F16-2F99-2F79-55C3-88F836F9270B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9468740"/>
            <a:ext cx="10046989" cy="2807247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955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54600" tIns="147750" rIns="354600" bIns="147750" rtlCol="0" anchor="ctr">
            <a:noAutofit/>
          </a:bodyPr>
          <a:lstStyle/>
          <a:p>
            <a:pPr algn="ctr"/>
            <a:r>
              <a:rPr lang="pt-BR" sz="3956">
                <a:solidFill>
                  <a:srgbClr val="C9CCD6"/>
                </a:solidFill>
                <a:latin typeface="Roboto" panose="02000000000000000000" pitchFamily="2" charset="0"/>
              </a:rPr>
              <a:t>Curta demais: frustra quem demora pra responder.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25864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98FDEAD-F999-70B8-F5AA-058D30EC6A5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72013" y="1107119"/>
            <a:ext cx="23639974" cy="162524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446">
                <a:solidFill>
                  <a:srgbClr val="FFFFFF"/>
                </a:solidFill>
                <a:latin typeface="Encode Sans SemiBold" pitchFamily="2" charset="0"/>
              </a:rPr>
              <a:t>20 minutos é uma aposta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E33B4654-F417-4057-69CE-099D569B45C4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1524000" y="7104742"/>
            <a:ext cx="20684978" cy="0"/>
          </a:xfrm>
          <a:prstGeom prst="line">
            <a:avLst/>
          </a:prstGeom>
          <a:ln w="88650">
            <a:solidFill>
              <a:srgbClr val="5B607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ipse 3">
            <a:extLst>
              <a:ext uri="{FF2B5EF4-FFF2-40B4-BE49-F238E27FC236}">
                <a16:creationId xmlns:a16="http://schemas.microsoft.com/office/drawing/2014/main" id="{10600FC0-AF63-A1AD-16E6-2584170B31AB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740248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F5FB623-CCD4-8D6B-70BC-E03BD05DC4D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51200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10 min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785C8A1-C3CC-3DEB-E847-E04F00ABDD99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51200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primeira versão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5D4FAA73-1BA7-9888-786D-8129D5AC708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9384292" y="6691043"/>
            <a:ext cx="827399" cy="827399"/>
          </a:xfrm>
          <a:prstGeom prst="ellipse">
            <a:avLst/>
          </a:prstGeom>
          <a:solidFill>
            <a:srgbClr val="052FD3"/>
          </a:solidFill>
          <a:ln w="295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E58243-E9A9-C413-B8FB-3C43F2BB9A6E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6842994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9307">
                <a:solidFill>
                  <a:srgbClr val="FFFFFF"/>
                </a:solidFill>
                <a:latin typeface="Encode Sans SemiBold" pitchFamily="2" charset="0"/>
              </a:rPr>
              <a:t>20 min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2B0426B-4C7A-EBC1-6819-02BF66295DC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6842994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hoje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47EC8295-6393-FDE2-12DA-7CFC39609600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0288230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2ABA4D6-5297-9DF5-E621-85C4499AA1E9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7599183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120 min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829F62A-1C35-CE21-0D81-FA9FD62A37EB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599183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cheguei a considerar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2DB3F16-2F99-2F79-55C3-88F836F9270B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9468740"/>
            <a:ext cx="10046989" cy="2807247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955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54600" tIns="147750" rIns="354600" bIns="147750" rtlCol="0" anchor="ctr">
            <a:noAutofit/>
          </a:bodyPr>
          <a:lstStyle/>
          <a:p>
            <a:pPr algn="ctr"/>
            <a:r>
              <a:rPr lang="pt-BR" sz="3956">
                <a:solidFill>
                  <a:srgbClr val="C9CCD6"/>
                </a:solidFill>
                <a:latin typeface="Roboto" panose="02000000000000000000" pitchFamily="2" charset="0"/>
              </a:rPr>
              <a:t>Curta demais: frustra quem demora pra responder.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0D7CD9A4-830F-B182-214C-EB6053C401E5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2161989" y="9468740"/>
            <a:ext cx="10046989" cy="2807247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9550">
            <a:solidFill>
              <a:srgbClr val="E548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54600" tIns="147750" rIns="354600" bIns="147750" rtlCol="0" anchor="ctr">
            <a:noAutofit/>
          </a:bodyPr>
          <a:lstStyle/>
          <a:p>
            <a:pPr algn="ctr"/>
            <a:r>
              <a:rPr lang="pt-BR" sz="3956">
                <a:solidFill>
                  <a:srgbClr val="FFFFFF"/>
                </a:solidFill>
                <a:latin typeface="Roboto" panose="02000000000000000000" pitchFamily="2" charset="0"/>
              </a:rPr>
              <a:t>Longa demais: dois pratos pendentes, a porção cai no prato errado. Em silêncio.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381667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C1EF494-F479-14B7-9F9E-BBE3FD8C772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1155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4.2.4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O que subiu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07599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32D03D9-43DE-F3E5-5AB0-10C0F41832B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176831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Uma coluna, uma restrição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29C299F-D65E-E9FF-6088-9CC3BDBFF21E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235200" y="3824021"/>
            <a:ext cx="199136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84">
                <a:solidFill>
                  <a:srgbClr val="8A8FA0"/>
                </a:solidFill>
                <a:latin typeface="Roboto" panose="02000000000000000000" pitchFamily="2" charset="0"/>
              </a:rPr>
              <a:t>Migração Fase 7 — SQL Editor do Supabase, produção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5D5CF61-C355-B862-E218-EE8C54A8CC22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961941"/>
            <a:ext cx="21336000" cy="6258560"/>
          </a:xfrm>
          <a:prstGeom prst="roundRect">
            <a:avLst>
              <a:gd name="adj" fmla="val 3000"/>
            </a:avLst>
          </a:prstGeom>
          <a:solidFill>
            <a:srgbClr val="0B0D12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CC72C086-0620-52A8-EB95-03717B5C24B7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092960" y="5417109"/>
            <a:ext cx="256032" cy="256032"/>
          </a:xfrm>
          <a:prstGeom prst="ellipse">
            <a:avLst/>
          </a:prstGeom>
          <a:solidFill>
            <a:srgbClr val="E5484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9E01AD99-D60E-4379-E50B-3AD593C62202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605024" y="5417109"/>
            <a:ext cx="256032" cy="256032"/>
          </a:xfrm>
          <a:prstGeom prst="ellipse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DA289B79-3D4C-7586-BD9E-920159A0590E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117088" y="5417109"/>
            <a:ext cx="256032" cy="256032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0AC603A-8939-2F6E-880D-03F9CE612320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377440" y="6242101"/>
            <a:ext cx="19629120" cy="1479296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480">
                <a:solidFill>
                  <a:srgbClr val="C9CCD6"/>
                </a:solidFill>
                <a:latin typeface="Ubuntu Mono" panose="020B0309030602030204" pitchFamily="49" charset="0"/>
              </a:rPr>
              <a:t>alter table pensamentos</a:t>
            </a:r>
          </a:p>
          <a:p>
            <a:r>
              <a:rPr lang="en-US" sz="4480">
                <a:solidFill>
                  <a:srgbClr val="C9CCD6"/>
                </a:solidFill>
                <a:latin typeface="Ubuntu Mono" panose="020B0309030602030204" pitchFamily="49" charset="0"/>
              </a:rPr>
              <a:t>  add column if not exists item_pendente text;</a:t>
            </a:r>
            <a:endParaRPr lang="pt-BR" sz="4480">
              <a:solidFill>
                <a:srgbClr val="C9CCD6"/>
              </a:solidFill>
              <a:latin typeface="Ubuntu Mono" panose="020B0309030602030204" pitchFamily="49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07747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32D03D9-43DE-F3E5-5AB0-10C0F41832B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176831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Uma coluna, uma restrição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29C299F-D65E-E9FF-6088-9CC3BDBFF21E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235200" y="3824021"/>
            <a:ext cx="199136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84">
                <a:solidFill>
                  <a:srgbClr val="8A8FA0"/>
                </a:solidFill>
                <a:latin typeface="Roboto" panose="02000000000000000000" pitchFamily="2" charset="0"/>
              </a:rPr>
              <a:t>Migração Fase 7 — SQL Editor do Supabase, produção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5D5CF61-C355-B862-E218-EE8C54A8CC22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961941"/>
            <a:ext cx="21336000" cy="6258560"/>
          </a:xfrm>
          <a:prstGeom prst="roundRect">
            <a:avLst>
              <a:gd name="adj" fmla="val 3000"/>
            </a:avLst>
          </a:prstGeom>
          <a:solidFill>
            <a:srgbClr val="0B0D12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CC72C086-0620-52A8-EB95-03717B5C24B7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092960" y="5417109"/>
            <a:ext cx="256032" cy="256032"/>
          </a:xfrm>
          <a:prstGeom prst="ellipse">
            <a:avLst/>
          </a:prstGeom>
          <a:solidFill>
            <a:srgbClr val="E5484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9E01AD99-D60E-4379-E50B-3AD593C62202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605024" y="5417109"/>
            <a:ext cx="256032" cy="256032"/>
          </a:xfrm>
          <a:prstGeom prst="ellipse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DA289B79-3D4C-7586-BD9E-920159A0590E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117088" y="5417109"/>
            <a:ext cx="256032" cy="256032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0AC603A-8939-2F6E-880D-03F9CE612320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377440" y="6242101"/>
            <a:ext cx="19629120" cy="1479296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480">
                <a:solidFill>
                  <a:srgbClr val="C9CCD6"/>
                </a:solidFill>
                <a:latin typeface="Ubuntu Mono" panose="020B0309030602030204" pitchFamily="49" charset="0"/>
              </a:rPr>
              <a:t>alter table pensamentos</a:t>
            </a:r>
          </a:p>
          <a:p>
            <a:r>
              <a:rPr lang="en-US" sz="4480">
                <a:solidFill>
                  <a:srgbClr val="C9CCD6"/>
                </a:solidFill>
                <a:latin typeface="Ubuntu Mono" panose="020B0309030602030204" pitchFamily="49" charset="0"/>
              </a:rPr>
              <a:t>  add column if not exists item_pendente text;</a:t>
            </a:r>
            <a:endParaRPr lang="pt-BR" sz="4480">
              <a:solidFill>
                <a:srgbClr val="C9CCD6"/>
              </a:solidFill>
              <a:latin typeface="Ubuntu Mono" panose="020B0309030602030204" pitchFamily="49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A33E394-9D50-0124-CC20-BC02A53E5F97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2377440" y="8290357"/>
            <a:ext cx="19629120" cy="221894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256">
                <a:solidFill>
                  <a:srgbClr val="C9CCD6"/>
                </a:solidFill>
                <a:latin typeface="Ubuntu Mono" panose="020B0309030602030204" pitchFamily="49" charset="0"/>
              </a:rPr>
              <a:t>alter table pensamentos add constraint pensamentos_status_check</a:t>
            </a:r>
          </a:p>
          <a:p>
            <a:r>
              <a:rPr lang="pt-BR" sz="4256">
                <a:solidFill>
                  <a:srgbClr val="C9CCD6"/>
                </a:solidFill>
                <a:latin typeface="Ubuntu Mono" panose="020B0309030602030204" pitchFamily="49" charset="0"/>
              </a:rPr>
              <a:t>  check (status in ('completo', 'aguardando_categoria',</a:t>
            </a:r>
          </a:p>
          <a:p>
            <a:r>
              <a:rPr lang="pt-BR" sz="4256">
                <a:solidFill>
                  <a:srgbClr val="C9CCD6"/>
                </a:solidFill>
                <a:latin typeface="Ubuntu Mono" panose="020B0309030602030204" pitchFamily="49" charset="0"/>
              </a:rPr>
              <a:t>                    'aguardando_porcoes', 'expirada'));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918535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B54CF0C-16CD-35C2-DB2D-DF3C7373473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62526" y="2095700"/>
            <a:ext cx="22458947" cy="154405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4">
                <a:solidFill>
                  <a:srgbClr val="14161B"/>
                </a:solidFill>
                <a:latin typeface="Encode Sans SemiBold" pitchFamily="2" charset="0"/>
              </a:rPr>
              <a:t>O padrão já existia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F885AA6-673F-BDD1-2E30-AD8DFE0FA49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706152"/>
            <a:ext cx="9264316" cy="33688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074">
            <a:solidFill>
              <a:srgbClr val="5B6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DD3DC58-26E5-2B08-74A7-31764BDC1565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45105" y="5267626"/>
            <a:ext cx="8422105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084">
                <a:solidFill>
                  <a:srgbClr val="5B6070"/>
                </a:solidFill>
                <a:latin typeface="Ubuntu Mono" panose="020B0309030602030204" pitchFamily="49" charset="0"/>
              </a:rPr>
              <a:t>aguardando_categoria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967D2C3-1783-EAC0-760E-9D6743630768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45105" y="6460757"/>
            <a:ext cx="8422105" cy="9825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7">
                <a:solidFill>
                  <a:srgbClr val="5B6070"/>
                </a:solidFill>
                <a:latin typeface="Roboto" panose="02000000000000000000" pitchFamily="2" charset="0"/>
              </a:rPr>
              <a:t>orçamento — já em produção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03731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B54CF0C-16CD-35C2-DB2D-DF3C7373473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62526" y="2095700"/>
            <a:ext cx="22458947" cy="154405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4">
                <a:solidFill>
                  <a:srgbClr val="14161B"/>
                </a:solidFill>
                <a:latin typeface="Encode Sans SemiBold" pitchFamily="2" charset="0"/>
              </a:rPr>
              <a:t>O padrão já existia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F885AA6-673F-BDD1-2E30-AD8DFE0FA49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706152"/>
            <a:ext cx="9264316" cy="33688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074">
            <a:solidFill>
              <a:srgbClr val="5B6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DD3DC58-26E5-2B08-74A7-31764BDC1565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45105" y="5267626"/>
            <a:ext cx="8422105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084">
                <a:solidFill>
                  <a:srgbClr val="5B6070"/>
                </a:solidFill>
                <a:latin typeface="Ubuntu Mono" panose="020B0309030602030204" pitchFamily="49" charset="0"/>
              </a:rPr>
              <a:t>aguardando_categoria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967D2C3-1783-EAC0-760E-9D6743630768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45105" y="6460757"/>
            <a:ext cx="8422105" cy="9825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7">
                <a:solidFill>
                  <a:srgbClr val="5B6070"/>
                </a:solidFill>
                <a:latin typeface="Roboto" panose="02000000000000000000" pitchFamily="2" charset="0"/>
              </a:rPr>
              <a:t>orçamento — já em produção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581459D3-D3ED-3A9A-B707-00DED0A72D6E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3595685" y="4706152"/>
            <a:ext cx="9264316" cy="33688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074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222C68E-93E2-96CF-5F17-D23F4AF7D5D0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4016789" y="5267626"/>
            <a:ext cx="8422105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084">
                <a:solidFill>
                  <a:srgbClr val="052FD3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C8453DD-A10A-0530-30DB-90895F870EB3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14016789" y="6460757"/>
            <a:ext cx="8422105" cy="9825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7">
                <a:solidFill>
                  <a:srgbClr val="5B6070"/>
                </a:solidFill>
                <a:latin typeface="Roboto" panose="02000000000000000000" pitchFamily="2" charset="0"/>
              </a:rPr>
              <a:t>porcionamento — novo, mesmo molde</a:t>
            </a: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617FB33A-1F83-D0BA-F609-B933C694BE2C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1209421" y="5829100"/>
            <a:ext cx="1965158" cy="1122947"/>
          </a:xfrm>
          <a:prstGeom prst="rightArrow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/>
          <a:lstStyle/>
          <a:p>
            <a:pPr algn="ctr"/>
            <a:endParaRPr lang="pt-BR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36725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B54CF0C-16CD-35C2-DB2D-DF3C7373473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62526" y="2095700"/>
            <a:ext cx="22458947" cy="154405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4">
                <a:solidFill>
                  <a:srgbClr val="14161B"/>
                </a:solidFill>
                <a:latin typeface="Encode Sans SemiBold" pitchFamily="2" charset="0"/>
              </a:rPr>
              <a:t>O padrão já existia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F885AA6-673F-BDD1-2E30-AD8DFE0FA49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706152"/>
            <a:ext cx="9264316" cy="33688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074">
            <a:solidFill>
              <a:srgbClr val="5B6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DD3DC58-26E5-2B08-74A7-31764BDC1565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45105" y="5267626"/>
            <a:ext cx="8422105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084">
                <a:solidFill>
                  <a:srgbClr val="5B6070"/>
                </a:solidFill>
                <a:latin typeface="Ubuntu Mono" panose="020B0309030602030204" pitchFamily="49" charset="0"/>
              </a:rPr>
              <a:t>aguardando_categoria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967D2C3-1783-EAC0-760E-9D6743630768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45105" y="6460757"/>
            <a:ext cx="8422105" cy="9825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7">
                <a:solidFill>
                  <a:srgbClr val="5B6070"/>
                </a:solidFill>
                <a:latin typeface="Roboto" panose="02000000000000000000" pitchFamily="2" charset="0"/>
              </a:rPr>
              <a:t>orçamento — já em produção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581459D3-D3ED-3A9A-B707-00DED0A72D6E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3595685" y="4706152"/>
            <a:ext cx="9264316" cy="33688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074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222C68E-93E2-96CF-5F17-D23F4AF7D5D0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4016789" y="5267626"/>
            <a:ext cx="8422105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084">
                <a:solidFill>
                  <a:srgbClr val="052FD3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C8453DD-A10A-0530-30DB-90895F870EB3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14016789" y="6460757"/>
            <a:ext cx="8422105" cy="9825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7">
                <a:solidFill>
                  <a:srgbClr val="5B6070"/>
                </a:solidFill>
                <a:latin typeface="Roboto" panose="02000000000000000000" pitchFamily="2" charset="0"/>
              </a:rPr>
              <a:t>porcionamento — novo, mesmo molde</a:t>
            </a: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617FB33A-1F83-D0BA-F609-B933C694BE2C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1209421" y="5829100"/>
            <a:ext cx="1965158" cy="1122947"/>
          </a:xfrm>
          <a:prstGeom prst="rightArrow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56C2337-5A47-34CD-5E0A-CD5ADC4D488B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2366211" y="8847020"/>
            <a:ext cx="19651579" cy="617621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95" spc="300">
                <a:solidFill>
                  <a:srgbClr val="8A8FA0"/>
                </a:solidFill>
                <a:latin typeface="Encode Sans" pitchFamily="2" charset="0"/>
              </a:rPr>
              <a:t>MESMO MOLDE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A072381F-AED9-56D3-293F-E463F642F33B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664368" y="9759415"/>
            <a:ext cx="6176211" cy="1544053"/>
          </a:xfrm>
          <a:prstGeom prst="roundRect">
            <a:avLst>
              <a:gd name="adj" fmla="val 50000"/>
            </a:avLst>
          </a:prstGeom>
          <a:solidFill>
            <a:srgbClr val="14161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6884" tIns="140368" rIns="336884" bIns="140368" rtlCol="0" anchor="ctr"/>
          <a:lstStyle/>
          <a:p>
            <a:pPr algn="ctr"/>
            <a:r>
              <a:rPr lang="pt-BR" sz="3758">
                <a:solidFill>
                  <a:srgbClr val="FFFFFF"/>
                </a:solidFill>
                <a:latin typeface="Encode Sans SemiBold" pitchFamily="2" charset="0"/>
              </a:rPr>
              <a:t>pergunta</a:t>
            </a: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5C4FE6B4-088F-EBE9-9624-B88EE07F1FF2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>
            <a:off x="8037095" y="10531442"/>
            <a:ext cx="870284" cy="0"/>
          </a:xfrm>
          <a:prstGeom prst="line">
            <a:avLst/>
          </a:prstGeom>
          <a:ln w="56147">
            <a:solidFill>
              <a:srgbClr val="052FD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56123A70-BDC5-8602-7DC8-9D6860CF7EE3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9103895" y="9759415"/>
            <a:ext cx="6176211" cy="1544053"/>
          </a:xfrm>
          <a:prstGeom prst="roundRect">
            <a:avLst>
              <a:gd name="adj" fmla="val 50000"/>
            </a:avLst>
          </a:prstGeom>
          <a:solidFill>
            <a:srgbClr val="14161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6884" tIns="140368" rIns="336884" bIns="140368" rtlCol="0" anchor="ctr"/>
          <a:lstStyle/>
          <a:p>
            <a:pPr algn="ctr"/>
            <a:r>
              <a:rPr lang="pt-BR" sz="3758">
                <a:solidFill>
                  <a:srgbClr val="FFFFFF"/>
                </a:solidFill>
                <a:latin typeface="Encode Sans SemiBold" pitchFamily="2" charset="0"/>
              </a:rPr>
              <a:t>guarda a pendência</a:t>
            </a:r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35404CEA-58F6-F4BC-688E-958F85BD1319}"/>
              </a:ext>
            </a:extLst>
          </p:cNvPr>
          <p:cNvCxnSpPr/>
          <p:nvPr>
            <p:custDataLst>
              <p:tags r:id="rId14"/>
            </p:custDataLst>
          </p:nvPr>
        </p:nvCxnSpPr>
        <p:spPr>
          <a:xfrm>
            <a:off x="15476621" y="10531442"/>
            <a:ext cx="870284" cy="0"/>
          </a:xfrm>
          <a:prstGeom prst="line">
            <a:avLst/>
          </a:prstGeom>
          <a:ln w="56147">
            <a:solidFill>
              <a:srgbClr val="052FD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B760BB5-8055-8549-60F9-7B4CC7C38E18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6543421" y="9759415"/>
            <a:ext cx="6176211" cy="1544053"/>
          </a:xfrm>
          <a:prstGeom prst="roundRect">
            <a:avLst>
              <a:gd name="adj" fmla="val 50000"/>
            </a:avLst>
          </a:prstGeom>
          <a:solidFill>
            <a:srgbClr val="14161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6884" tIns="140368" rIns="336884" bIns="140368" rtlCol="0" anchor="ctr"/>
          <a:lstStyle/>
          <a:p>
            <a:pPr algn="ctr"/>
            <a:r>
              <a:rPr lang="pt-BR" sz="3758">
                <a:solidFill>
                  <a:srgbClr val="FFFFFF"/>
                </a:solidFill>
                <a:latin typeface="Encode Sans SemiBold" pitchFamily="2" charset="0"/>
              </a:rPr>
              <a:t>a resposta resolve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026768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FA23626-04C5-6F93-7643-D8F9B06FEFE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62526" y="2063282"/>
            <a:ext cx="22458947" cy="154405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4">
                <a:solidFill>
                  <a:srgbClr val="FFFFFF"/>
                </a:solidFill>
                <a:latin typeface="Encode Sans SemiBold" pitchFamily="2" charset="0"/>
              </a:rPr>
              <a:t>Persistir não basta. Precisa de um fim.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43BD771-DDEC-46BB-9827-3FA61416337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425415"/>
            <a:ext cx="10106527" cy="7018421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8074">
            <a:solidFill>
              <a:srgbClr val="2FB3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DAAAFD4B-40F7-A155-D07F-642E4B54972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6071937" y="5043036"/>
            <a:ext cx="1010653" cy="1010653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979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BE5422C-AC1E-4FA7-926D-761A1F269C5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85474" y="6390573"/>
            <a:ext cx="8983579" cy="70184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95" b="1" spc="400">
                <a:solidFill>
                  <a:srgbClr val="2FB36B"/>
                </a:solidFill>
                <a:latin typeface="Encode Sans" pitchFamily="2" charset="0"/>
              </a:rPr>
              <a:t>RESOLVIDA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912E3DB-5F78-5DF1-22EA-8D49601AFF1E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85474" y="7232783"/>
            <a:ext cx="8983579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305">
                <a:solidFill>
                  <a:srgbClr val="FFFFFF"/>
                </a:solidFill>
                <a:latin typeface="Ubuntu Mono" panose="020B0309030602030204" pitchFamily="49" charset="0"/>
              </a:rPr>
              <a:t>status = completo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4D885B8-D6E9-565C-5EB2-2A2002E80DD7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85474" y="8566283"/>
            <a:ext cx="8983579" cy="2667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58">
                <a:solidFill>
                  <a:srgbClr val="C9CCD6"/>
                </a:solidFill>
                <a:latin typeface="Roboto" panose="02000000000000000000" pitchFamily="2" charset="0"/>
              </a:rPr>
              <a:t>A resposta chegou dentro da janela. O prato entrou no estoque.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034023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FA23626-04C5-6F93-7643-D8F9B06FEFE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62526" y="2063282"/>
            <a:ext cx="22458947" cy="154405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4">
                <a:solidFill>
                  <a:srgbClr val="FFFFFF"/>
                </a:solidFill>
                <a:latin typeface="Encode Sans SemiBold" pitchFamily="2" charset="0"/>
              </a:rPr>
              <a:t>Persistir não basta. Precisa de um fim.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43BD771-DDEC-46BB-9827-3FA61416337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425415"/>
            <a:ext cx="10106527" cy="7018421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8074">
            <a:solidFill>
              <a:srgbClr val="2FB3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DAAAFD4B-40F7-A155-D07F-642E4B54972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6071937" y="5043036"/>
            <a:ext cx="1010653" cy="1010653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979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BE5422C-AC1E-4FA7-926D-761A1F269C5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85474" y="6390573"/>
            <a:ext cx="8983579" cy="70184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95" b="1" spc="400">
                <a:solidFill>
                  <a:srgbClr val="2FB36B"/>
                </a:solidFill>
                <a:latin typeface="Encode Sans" pitchFamily="2" charset="0"/>
              </a:rPr>
              <a:t>RESOLVIDA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912E3DB-5F78-5DF1-22EA-8D49601AFF1E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85474" y="7232783"/>
            <a:ext cx="8983579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305">
                <a:solidFill>
                  <a:srgbClr val="FFFFFF"/>
                </a:solidFill>
                <a:latin typeface="Ubuntu Mono" panose="020B0309030602030204" pitchFamily="49" charset="0"/>
              </a:rPr>
              <a:t>status = completo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4D885B8-D6E9-565C-5EB2-2A2002E80DD7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85474" y="8566283"/>
            <a:ext cx="8983579" cy="2667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58">
                <a:solidFill>
                  <a:srgbClr val="C9CCD6"/>
                </a:solidFill>
                <a:latin typeface="Roboto" panose="02000000000000000000" pitchFamily="2" charset="0"/>
              </a:rPr>
              <a:t>A resposta chegou dentro da janela. O prato entrou no estoque.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9BD9BDE-112A-B857-AF9A-068F85A30384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2753473" y="4425415"/>
            <a:ext cx="10106527" cy="7018421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8074">
            <a:solidFill>
              <a:srgbClr val="F2A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2CC9D539-0E47-3177-0DAD-AF7EB4CCA15B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7301411" y="5043036"/>
            <a:ext cx="1010653" cy="1010653"/>
          </a:xfrm>
          <a:prstGeom prst="ellipse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979" b="1">
                <a:solidFill>
                  <a:srgbClr val="FFFFFF"/>
                </a:solidFill>
                <a:latin typeface="Segoe UI Symbol" panose="020B0502040204020203" pitchFamily="34" charset="0"/>
              </a:rPr>
              <a:t>!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BD91EAE-C857-7076-0741-59CFC71103C5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13314947" y="6390573"/>
            <a:ext cx="8983579" cy="70184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95" b="1" spc="400">
                <a:solidFill>
                  <a:srgbClr val="F2A93B"/>
                </a:solidFill>
                <a:latin typeface="Encode Sans" pitchFamily="2" charset="0"/>
              </a:rPr>
              <a:t>ESQUECIDA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6702DCB-A3FD-274D-08B9-A7BEA7F96DB0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3314947" y="7232783"/>
            <a:ext cx="8983579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305">
                <a:solidFill>
                  <a:srgbClr val="FFFFFF"/>
                </a:solidFill>
                <a:latin typeface="Ubuntu Mono" panose="020B0309030602030204" pitchFamily="49" charset="0"/>
              </a:rPr>
              <a:t>status = expirada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23A635A-EB1E-0260-D24D-CD8732EBAF99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3314947" y="8566283"/>
            <a:ext cx="8983579" cy="2667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58">
                <a:solidFill>
                  <a:srgbClr val="C9CCD6"/>
                </a:solidFill>
                <a:latin typeface="Roboto" panose="02000000000000000000" pitchFamily="2" charset="0"/>
              </a:rPr>
              <a:t>Um job, a cada 2 minutos, fecha e avisa o grupo: “Ingestão não concluída por falta de porções: X.”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80774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1194341B-0A1A-029A-BFE3-99D39D32A04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0F983B2-0992-AB06-AE39-C7C9F17BA7C5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print do PR real no GitHub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835DC1-2E1B-8E8E-AFFE-84541112AFB3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70874" y="2754513"/>
            <a:ext cx="11060253" cy="276506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Fechado,</a:t>
            </a:r>
          </a:p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não só narrado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95B04F4B-0698-E074-333E-6E72F83646A4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6287391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2C628F5-D19E-E186-C153-E2164E1AA9D7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68423" y="601088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Migração rodada e verificada no Supabase.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74932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1194341B-0A1A-029A-BFE3-99D39D32A04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0F983B2-0992-AB06-AE39-C7C9F17BA7C5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print do PR real no GitHub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835DC1-2E1B-8E8E-AFFE-84541112AFB3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70874" y="2754513"/>
            <a:ext cx="11060253" cy="276506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Fechado,</a:t>
            </a:r>
          </a:p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não só narrado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95B04F4B-0698-E074-333E-6E72F83646A4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6287391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2C628F5-D19E-E186-C153-E2164E1AA9D7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68423" y="601088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Migração rodada e verificada no Supabase.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BA6197B9-E16E-D003-6FF3-7A6A0A5F3F2F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2540000" y="8424032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986DAEF-3680-0ED1-EF67-5FF562A94113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3168423" y="814752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Deploy real no Railway, não simulado.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30103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1194341B-0A1A-029A-BFE3-99D39D32A04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0F983B2-0992-AB06-AE39-C7C9F17BA7C5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print do PR real no GitHub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835DC1-2E1B-8E8E-AFFE-84541112AFB3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70874" y="2754513"/>
            <a:ext cx="11060253" cy="276506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Fechado,</a:t>
            </a:r>
          </a:p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não só narrado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95B04F4B-0698-E074-333E-6E72F83646A4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6287391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2C628F5-D19E-E186-C153-E2164E1AA9D7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68423" y="601088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Migração rodada e verificada no Supabase.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BA6197B9-E16E-D003-6FF3-7A6A0A5F3F2F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2540000" y="8424032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986DAEF-3680-0ED1-EF67-5FF562A94113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3168423" y="814752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Deploy real no Railway, não simulado.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F716C82B-CE93-85DB-E509-33CC283D8B6B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2540000" y="10560671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B6313C2-7AC2-05F9-76B4-A765A5B6939C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3168423" y="1028416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PR com a SDD §11.7 junto do código.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644253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EF64B6C-17FF-C1CE-4B0D-52CFA2AF8EA9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1155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4.2.5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Smoke test contra produção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39111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0191503-FCC6-9760-9CAD-60F389F14D3F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477212" y="863518"/>
            <a:ext cx="21429576" cy="14732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49">
                <a:solidFill>
                  <a:srgbClr val="14161B"/>
                </a:solidFill>
                <a:latin typeface="Encode Sans SemiBold" pitchFamily="2" charset="0"/>
              </a:rPr>
              <a:t>Dois caminhos, ao vivo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5B261DB-1B48-C1AF-93B5-78090507366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012952" y="3197561"/>
            <a:ext cx="9643309" cy="93754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678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0DC250A-7584-0E88-4B09-0C31EC5E9D6E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012952" y="3197561"/>
            <a:ext cx="9643309" cy="160722"/>
          </a:xfrm>
          <a:prstGeom prst="rect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D5F2734-AFA8-B1FF-9405-381C338A128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548691" y="3733300"/>
            <a:ext cx="8571830" cy="10714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51">
                <a:solidFill>
                  <a:srgbClr val="14161B"/>
                </a:solidFill>
                <a:latin typeface="Encode Sans SemiBold" pitchFamily="2" charset="0"/>
              </a:rPr>
              <a:t>Frango desfiado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5491CC3-9FBB-C079-94C0-0D681981A41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682626" y="5072649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“Preparei frango desfiado, 300g”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E1374F3F-BEA7-BB31-9806-2D1725769830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834606" y="6331636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CF696E2-FF04-77CD-B22D-C77363C45A4C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682626" y="6813801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bot pergunta quantas porções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C428972B-264A-AAB4-212A-2DB544663B82}"/>
              </a:ext>
            </a:extLst>
          </p:cNvPr>
          <p:cNvCxnSpPr/>
          <p:nvPr>
            <p:custDataLst>
              <p:tags r:id="rId9"/>
            </p:custDataLst>
          </p:nvPr>
        </p:nvCxnSpPr>
        <p:spPr>
          <a:xfrm>
            <a:off x="6834606" y="8072789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F687366D-7EB8-75A4-3624-75B2A0F836A4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682626" y="8554955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“Porcionei em 3 unidades”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412888C-954B-C27F-FCAB-75A2159E44F6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2682626" y="10430042"/>
            <a:ext cx="8303961" cy="1285775"/>
          </a:xfrm>
          <a:prstGeom prst="roundRect">
            <a:avLst>
              <a:gd name="adj" fmla="val 50000"/>
            </a:avLst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FFFFFF"/>
                </a:solidFill>
                <a:latin typeface="Encode Sans SemiBold" pitchFamily="2" charset="0"/>
              </a:rPr>
              <a:t>Resolvido, citando o prato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168891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0191503-FCC6-9760-9CAD-60F389F14D3F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477212" y="863518"/>
            <a:ext cx="21429576" cy="14732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49">
                <a:solidFill>
                  <a:srgbClr val="14161B"/>
                </a:solidFill>
                <a:latin typeface="Encode Sans SemiBold" pitchFamily="2" charset="0"/>
              </a:rPr>
              <a:t>Dois caminhos, ao vivo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5B261DB-1B48-C1AF-93B5-78090507366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012952" y="3197561"/>
            <a:ext cx="9643309" cy="93754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678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0DC250A-7584-0E88-4B09-0C31EC5E9D6E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012952" y="3197561"/>
            <a:ext cx="9643309" cy="160722"/>
          </a:xfrm>
          <a:prstGeom prst="rect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D5F2734-AFA8-B1FF-9405-381C338A128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548691" y="3733300"/>
            <a:ext cx="8571830" cy="10714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51">
                <a:solidFill>
                  <a:srgbClr val="14161B"/>
                </a:solidFill>
                <a:latin typeface="Encode Sans SemiBold" pitchFamily="2" charset="0"/>
              </a:rPr>
              <a:t>Frango desfiado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5491CC3-9FBB-C079-94C0-0D681981A41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682626" y="5072649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“Preparei frango desfiado, 300g”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E1374F3F-BEA7-BB31-9806-2D1725769830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834606" y="6331636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CF696E2-FF04-77CD-B22D-C77363C45A4C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682626" y="6813801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bot pergunta quantas porções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C428972B-264A-AAB4-212A-2DB544663B82}"/>
              </a:ext>
            </a:extLst>
          </p:cNvPr>
          <p:cNvCxnSpPr/>
          <p:nvPr>
            <p:custDataLst>
              <p:tags r:id="rId9"/>
            </p:custDataLst>
          </p:nvPr>
        </p:nvCxnSpPr>
        <p:spPr>
          <a:xfrm>
            <a:off x="6834606" y="8072789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F687366D-7EB8-75A4-3624-75B2A0F836A4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682626" y="8554955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“Porcionei em 3 unidades”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412888C-954B-C27F-FCAB-75A2159E44F6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2682626" y="10430042"/>
            <a:ext cx="8303961" cy="1285775"/>
          </a:xfrm>
          <a:prstGeom prst="roundRect">
            <a:avLst>
              <a:gd name="adj" fmla="val 50000"/>
            </a:avLst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FFFFFF"/>
                </a:solidFill>
                <a:latin typeface="Encode Sans SemiBold" pitchFamily="2" charset="0"/>
              </a:rPr>
              <a:t>Resolvido, citando o prato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51F9B29B-1723-F3CA-6D36-A7AF948DE6A7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2727739" y="3197561"/>
            <a:ext cx="9643309" cy="93754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678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9EFCAC93-3530-6806-2C70-2894B91D3BE3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2727739" y="3197561"/>
            <a:ext cx="9643309" cy="160722"/>
          </a:xfrm>
          <a:prstGeom prst="rect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0DBEA2D-7003-F278-B684-BBBFA7030BCB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3263479" y="3733300"/>
            <a:ext cx="8571830" cy="10714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51">
                <a:solidFill>
                  <a:srgbClr val="14161B"/>
                </a:solidFill>
                <a:latin typeface="Encode Sans SemiBold" pitchFamily="2" charset="0"/>
              </a:rPr>
              <a:t>Sopa de abóbora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3D84140-4024-B7B0-60AD-F1598D05973D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3397413" y="5072649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“Preparei sopa de abóbora”</a:t>
            </a: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EF116755-4861-19B9-DEA8-6CD599B7ECD3}"/>
              </a:ext>
            </a:extLst>
          </p:cNvPr>
          <p:cNvCxnSpPr/>
          <p:nvPr>
            <p:custDataLst>
              <p:tags r:id="rId16"/>
            </p:custDataLst>
          </p:nvPr>
        </p:nvCxnSpPr>
        <p:spPr>
          <a:xfrm>
            <a:off x="17549394" y="6331636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97B74A63-603F-5A2E-FE9A-97D7666FB222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13397413" y="6813801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bot pergunta quantas porções</a:t>
            </a:r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76026EDE-573E-DF34-674C-8FFF04A92D51}"/>
              </a:ext>
            </a:extLst>
          </p:cNvPr>
          <p:cNvCxnSpPr/>
          <p:nvPr>
            <p:custDataLst>
              <p:tags r:id="rId18"/>
            </p:custDataLst>
          </p:nvPr>
        </p:nvCxnSpPr>
        <p:spPr>
          <a:xfrm>
            <a:off x="17549394" y="8072789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19CA4B3A-000D-4CBD-E93C-8DA2C07F605E}"/>
              </a:ext>
            </a:extLst>
          </p:cNvPr>
          <p:cNvSpPr/>
          <p:nvPr>
            <p:custDataLst>
              <p:tags r:id="rId19"/>
            </p:custDataLst>
          </p:nvPr>
        </p:nvSpPr>
        <p:spPr>
          <a:xfrm>
            <a:off x="13397413" y="8554955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ninguém responde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76C00BBE-D8A0-A57E-C790-7CB491C33295}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>
            <a:off x="13397413" y="10430042"/>
            <a:ext cx="8303961" cy="1285775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FFFFFF"/>
                </a:solidFill>
                <a:latin typeface="Encode Sans SemiBold" pitchFamily="2" charset="0"/>
              </a:rPr>
              <a:t>Aviso de expiração no grupo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001902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1EA84EF-565B-D590-66C1-6F3C4B941C0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314906" y="1858208"/>
            <a:ext cx="25013813" cy="17196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878">
                <a:solidFill>
                  <a:srgbClr val="FFFFFF"/>
                </a:solidFill>
                <a:latin typeface="Encode Sans SemiBold" pitchFamily="2" charset="0"/>
              </a:rPr>
              <a:t>O teste feliz passa. A conversa real ainda não.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7FA3F546-9AF6-AB3C-3215-6CC42EDAA416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752475" y="4285803"/>
            <a:ext cx="14070270" cy="2081569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69009" tIns="218871" rIns="469009" bIns="218871" rtlCol="0" anchor="ctr">
            <a:noAutofit/>
          </a:bodyPr>
          <a:lstStyle/>
          <a:p>
            <a:r>
              <a:rPr lang="pt-BR" sz="4185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884648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1EA84EF-565B-D590-66C1-6F3C4B941C0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314906" y="1858208"/>
            <a:ext cx="25013813" cy="17196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878">
                <a:solidFill>
                  <a:srgbClr val="FFFFFF"/>
                </a:solidFill>
                <a:latin typeface="Encode Sans SemiBold" pitchFamily="2" charset="0"/>
              </a:rPr>
              <a:t>O teste feliz passa. A conversa real ainda não.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7FA3F546-9AF6-AB3C-3215-6CC42EDAA416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752475" y="4285803"/>
            <a:ext cx="14070270" cy="2081569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69009" tIns="218871" rIns="469009" bIns="218871" rtlCol="0" anchor="ctr">
            <a:noAutofit/>
          </a:bodyPr>
          <a:lstStyle/>
          <a:p>
            <a:r>
              <a:rPr lang="pt-BR" sz="4185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80D0A91-C99D-2FEB-8D90-E891AFB67D2B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313075" y="6992717"/>
            <a:ext cx="14070270" cy="2856461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69009" tIns="218871" rIns="469009" bIns="218871" rtlCol="0" anchor="ctr">
            <a:noAutofit/>
          </a:bodyPr>
          <a:lstStyle/>
          <a:p>
            <a:r>
              <a:rPr lang="pt-BR" sz="4185">
                <a:solidFill>
                  <a:srgbClr val="FFFFFF"/>
                </a:solidFill>
                <a:latin typeface="Roboto" panose="02000000000000000000" pitchFamily="2" charset="0"/>
              </a:rPr>
              <a:t>Ainda falta o total de porções de hambúrguer de patinho. Me manda só “porcionei em N”, com o número total.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031076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1EA84EF-565B-D590-66C1-6F3C4B941C0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314906" y="1858208"/>
            <a:ext cx="25013813" cy="17196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878">
                <a:solidFill>
                  <a:srgbClr val="FFFFFF"/>
                </a:solidFill>
                <a:latin typeface="Encode Sans SemiBold" pitchFamily="2" charset="0"/>
              </a:rPr>
              <a:t>O teste feliz passa. A conversa real ainda não.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7FA3F546-9AF6-AB3C-3215-6CC42EDAA416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752475" y="4285803"/>
            <a:ext cx="14070270" cy="2081569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69009" tIns="218871" rIns="469009" bIns="218871" rtlCol="0" anchor="ctr">
            <a:noAutofit/>
          </a:bodyPr>
          <a:lstStyle/>
          <a:p>
            <a:r>
              <a:rPr lang="pt-BR" sz="4185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80D0A91-C99D-2FEB-8D90-E891AFB67D2B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313075" y="6992717"/>
            <a:ext cx="14070270" cy="2856461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69009" tIns="218871" rIns="469009" bIns="218871" rtlCol="0" anchor="ctr">
            <a:noAutofit/>
          </a:bodyPr>
          <a:lstStyle/>
          <a:p>
            <a:r>
              <a:rPr lang="pt-BR" sz="4185">
                <a:solidFill>
                  <a:srgbClr val="FFFFFF"/>
                </a:solidFill>
                <a:latin typeface="Roboto" panose="02000000000000000000" pitchFamily="2" charset="0"/>
              </a:rPr>
              <a:t>Ainda falta o total de porções de hambúrguer de patinho. Me manda só “porcionei em N”, com o número total.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FCF02E6-FE07-60BF-5465-6BE603B57FEB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124367" y="10630860"/>
            <a:ext cx="21887086" cy="109435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432">
                <a:solidFill>
                  <a:srgbClr val="F2A93B"/>
                </a:solidFill>
                <a:latin typeface="Encode Sans" pitchFamily="2" charset="0"/>
              </a:rPr>
              <a:t>2 + 2 é conta. Conta é do código, não do modelo.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8811439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8FCC645-2552-166F-867C-2CD886F814F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1155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4.2.6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Um eval que olha o ciclo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840286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f8342f7686_0_44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3" name="Google Shape;273;g3f8342f7686_0_44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170252" y="462769"/>
            <a:ext cx="12791764" cy="12790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g3f8342f7686_0_44" descr=" 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4734" y="424672"/>
            <a:ext cx="12791764" cy="12790459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f8342f7686_0_44"/>
          <p:cNvSpPr/>
          <p:nvPr/>
        </p:nvSpPr>
        <p:spPr>
          <a:xfrm>
            <a:off x="3099187" y="-2235200"/>
            <a:ext cx="18201300" cy="1819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g3f8342f7686_0_44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8" name="Google Shape;278;g3f8342f7686_0_44" descr="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g3f8342f7686_0_44" descr="Ícone&#10;&#10;O conteúdo gerado por IA pode estar incorreto.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68F1420-FDCA-FBC6-49DF-D576FCAF40B9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77000" y="3022600"/>
            <a:ext cx="11430000" cy="736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2000">
                <a:solidFill>
                  <a:srgbClr val="FFFFFF"/>
                </a:solidFill>
                <a:latin typeface="Encode Sans" pitchFamily="2" charset="0"/>
              </a:rPr>
              <a:t>O ciclo só se prova entre mensagens.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807920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0940F5D-3543-A67A-13A5-2692A2CC8CCF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525979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Cada trace, sozinho, está perfeito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D4DA5287-BD29-D350-56E7-5B6878C19EC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6BA4819-8323-7D32-0B0C-DC6F84D2F46D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0848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E64B862-D36E-1E67-0708-590C6AC973A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80848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6C43F61-F023-F690-3AF1-79B2B412589C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47268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1BBF49F9-3A45-919D-E8E2-1F64CD98631C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33171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0465368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0940F5D-3543-A67A-13A5-2692A2CC8CCF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525979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Cada trace, sozinho, está perfeito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D4DA5287-BD29-D350-56E7-5B6878C19EC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6BA4819-8323-7D32-0B0C-DC6F84D2F46D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0848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E64B862-D36E-1E67-0708-590C6AC973A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80848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6C43F61-F023-F690-3AF1-79B2B412589C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47268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1BBF49F9-3A45-919D-E8E2-1F64CD98631C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33171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C6F3704D-CC67-7FCC-3D85-9DA53C0BB5BB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07136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9ECB436-6908-51D4-C664-BD912962ACA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735584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2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84547CC-BA9A-AFBD-FDE8-0E9319F6E74C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735584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248F5600-E63D-0F5A-70AF-CC57E5347E62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902004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0A358B5D-9F8B-AAE5-98B6-91FDAB2AE948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>
            <a:off x="1187907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6478618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0940F5D-3543-A67A-13A5-2692A2CC8CCF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525979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Cada trace, sozinho, está perfeito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D4DA5287-BD29-D350-56E7-5B6878C19EC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6BA4819-8323-7D32-0B0C-DC6F84D2F46D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0848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E64B862-D36E-1E67-0708-590C6AC973A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80848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6C43F61-F023-F690-3AF1-79B2B412589C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47268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1BBF49F9-3A45-919D-E8E2-1F64CD98631C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33171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C6F3704D-CC67-7FCC-3D85-9DA53C0BB5BB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07136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9ECB436-6908-51D4-C664-BD912962ACA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735584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2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84547CC-BA9A-AFBD-FDE8-0E9319F6E74C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735584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248F5600-E63D-0F5A-70AF-CC57E5347E62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902004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0A358B5D-9F8B-AAE5-98B6-91FDAB2AE948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>
            <a:off x="1187907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C874519D-04AF-BB6F-FF59-B33BBFE3A793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261872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2791F04-ABBF-6015-AC16-66C7C55B3A3A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290320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3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B58E9D9-D2D0-1AB6-E29C-B03FA2F51E3D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290320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30FC203F-7EC5-425B-1269-1E2237037D58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456740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357C2D17-2DE5-1075-05B2-F6D60F276818}"/>
              </a:ext>
            </a:extLst>
          </p:cNvPr>
          <p:cNvCxnSpPr/>
          <p:nvPr>
            <p:custDataLst>
              <p:tags r:id="rId17"/>
            </p:custDataLst>
          </p:nvPr>
        </p:nvCxnSpPr>
        <p:spPr>
          <a:xfrm>
            <a:off x="1742643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42034746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0940F5D-3543-A67A-13A5-2692A2CC8CCF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525979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Cada trace, sozinho, está perfeito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D4DA5287-BD29-D350-56E7-5B6878C19EC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6BA4819-8323-7D32-0B0C-DC6F84D2F46D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0848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E64B862-D36E-1E67-0708-590C6AC973A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80848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6C43F61-F023-F690-3AF1-79B2B412589C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47268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1BBF49F9-3A45-919D-E8E2-1F64CD98631C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33171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C6F3704D-CC67-7FCC-3D85-9DA53C0BB5BB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07136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9ECB436-6908-51D4-C664-BD912962ACA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735584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2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84547CC-BA9A-AFBD-FDE8-0E9319F6E74C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735584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248F5600-E63D-0F5A-70AF-CC57E5347E62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902004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0A358B5D-9F8B-AAE5-98B6-91FDAB2AE948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>
            <a:off x="1187907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C874519D-04AF-BB6F-FF59-B33BBFE3A793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261872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2791F04-ABBF-6015-AC16-66C7C55B3A3A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290320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3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B58E9D9-D2D0-1AB6-E29C-B03FA2F51E3D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290320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30FC203F-7EC5-425B-1269-1E2237037D58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456740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357C2D17-2DE5-1075-05B2-F6D60F276818}"/>
              </a:ext>
            </a:extLst>
          </p:cNvPr>
          <p:cNvCxnSpPr/>
          <p:nvPr>
            <p:custDataLst>
              <p:tags r:id="rId17"/>
            </p:custDataLst>
          </p:nvPr>
        </p:nvCxnSpPr>
        <p:spPr>
          <a:xfrm>
            <a:off x="1742643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FD0A74D3-0DCF-E4AC-D08A-038B5B129196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1816608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01EFFDC2-3CB8-F6DA-3E38-6B90E488CFD8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18450561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4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EDE8DF2-4048-6C53-CA93-849E472BA269}"/>
              </a:ext>
            </a:extLst>
          </p:cNvPr>
          <p:cNvSpPr txBox="1"/>
          <p:nvPr>
            <p:custDataLst>
              <p:tags r:id="rId20"/>
            </p:custDataLst>
          </p:nvPr>
        </p:nvSpPr>
        <p:spPr>
          <a:xfrm>
            <a:off x="18450561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E3FC8FF0-96D5-65B4-FD2E-4A863CCF801F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2011476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642987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0940F5D-3543-A67A-13A5-2692A2CC8CCF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525979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Cada trace, sozinho, está perfeito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D4DA5287-BD29-D350-56E7-5B6878C19EC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6BA4819-8323-7D32-0B0C-DC6F84D2F46D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0848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E64B862-D36E-1E67-0708-590C6AC973A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80848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6C43F61-F023-F690-3AF1-79B2B412589C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47268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1BBF49F9-3A45-919D-E8E2-1F64CD98631C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33171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C6F3704D-CC67-7FCC-3D85-9DA53C0BB5BB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07136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9ECB436-6908-51D4-C664-BD912962ACA6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735584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2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84547CC-BA9A-AFBD-FDE8-0E9319F6E74C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735584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248F5600-E63D-0F5A-70AF-CC57E5347E62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902004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0A358B5D-9F8B-AAE5-98B6-91FDAB2AE948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>
            <a:off x="1187907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C874519D-04AF-BB6F-FF59-B33BBFE3A793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261872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2791F04-ABBF-6015-AC16-66C7C55B3A3A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290320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3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B58E9D9-D2D0-1AB6-E29C-B03FA2F51E3D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290320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30FC203F-7EC5-425B-1269-1E2237037D58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456740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357C2D17-2DE5-1075-05B2-F6D60F276818}"/>
              </a:ext>
            </a:extLst>
          </p:cNvPr>
          <p:cNvCxnSpPr/>
          <p:nvPr>
            <p:custDataLst>
              <p:tags r:id="rId17"/>
            </p:custDataLst>
          </p:nvPr>
        </p:nvCxnSpPr>
        <p:spPr>
          <a:xfrm>
            <a:off x="1742643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FD0A74D3-0DCF-E4AC-D08A-038B5B129196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1816608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01EFFDC2-3CB8-F6DA-3E38-6B90E488CFD8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18450561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4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EDE8DF2-4048-6C53-CA93-849E472BA269}"/>
              </a:ext>
            </a:extLst>
          </p:cNvPr>
          <p:cNvSpPr txBox="1"/>
          <p:nvPr>
            <p:custDataLst>
              <p:tags r:id="rId20"/>
            </p:custDataLst>
          </p:nvPr>
        </p:nvSpPr>
        <p:spPr>
          <a:xfrm>
            <a:off x="18450561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E3FC8FF0-96D5-65B4-FD2E-4A863CCF801F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2011476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0080C7A4-16AF-C1FC-B901-19AABBFAD082}"/>
              </a:ext>
            </a:extLst>
          </p:cNvPr>
          <p:cNvCxnSpPr/>
          <p:nvPr>
            <p:custDataLst>
              <p:tags r:id="rId22"/>
            </p:custDataLst>
          </p:nvPr>
        </p:nvCxnSpPr>
        <p:spPr>
          <a:xfrm>
            <a:off x="7640320" y="9714179"/>
            <a:ext cx="9103360" cy="0"/>
          </a:xfrm>
          <a:prstGeom prst="line">
            <a:avLst/>
          </a:prstGeom>
          <a:ln w="71120">
            <a:solidFill>
              <a:srgbClr val="F2A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9EA4E2BA-9024-BA1F-9185-6A622D7BE3CA}"/>
              </a:ext>
            </a:extLst>
          </p:cNvPr>
          <p:cNvCxnSpPr/>
          <p:nvPr>
            <p:custDataLst>
              <p:tags r:id="rId23"/>
            </p:custDataLst>
          </p:nvPr>
        </p:nvCxnSpPr>
        <p:spPr>
          <a:xfrm>
            <a:off x="7640320" y="9372803"/>
            <a:ext cx="0" cy="341376"/>
          </a:xfrm>
          <a:prstGeom prst="line">
            <a:avLst/>
          </a:prstGeom>
          <a:ln w="71120">
            <a:solidFill>
              <a:srgbClr val="F2A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13644205-9FB4-EA86-11F4-6AA37DE506DF}"/>
              </a:ext>
            </a:extLst>
          </p:cNvPr>
          <p:cNvCxnSpPr/>
          <p:nvPr>
            <p:custDataLst>
              <p:tags r:id="rId24"/>
            </p:custDataLst>
          </p:nvPr>
        </p:nvCxnSpPr>
        <p:spPr>
          <a:xfrm>
            <a:off x="16743680" y="9372803"/>
            <a:ext cx="0" cy="341376"/>
          </a:xfrm>
          <a:prstGeom prst="line">
            <a:avLst/>
          </a:prstGeom>
          <a:ln w="71120">
            <a:solidFill>
              <a:srgbClr val="F2A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F82EE7F1-47A9-5B2D-245A-B9B41B5865F0}"/>
              </a:ext>
            </a:extLst>
          </p:cNvPr>
          <p:cNvSpPr txBox="1"/>
          <p:nvPr>
            <p:custDataLst>
              <p:tags r:id="rId25"/>
            </p:custDataLst>
          </p:nvPr>
        </p:nvSpPr>
        <p:spPr>
          <a:xfrm>
            <a:off x="5080000" y="10055555"/>
            <a:ext cx="1422400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2A93B"/>
                </a:solidFill>
                <a:latin typeface="Encode Sans" pitchFamily="2" charset="0"/>
              </a:rPr>
              <a:t>a falha só existe no par 2 → 3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237674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C28A8F1-1D07-2803-E20B-EC24220175E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738909" y="1286972"/>
            <a:ext cx="25861818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145">
                <a:solidFill>
                  <a:srgbClr val="14161B"/>
                </a:solidFill>
                <a:latin typeface="Ubuntu Mono" panose="020B0309030602030204" pitchFamily="49" charset="0"/>
              </a:rPr>
              <a:t>ciclo_pergunta_resposta_resolvido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10E3AD4-D850-458C-FF8E-2AC7B37FFFBE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77455" y="3167842"/>
            <a:ext cx="22629092" cy="96981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73">
                <a:solidFill>
                  <a:srgbClr val="5B6070"/>
                </a:solidFill>
                <a:latin typeface="Roboto" panose="02000000000000000000" pitchFamily="2" charset="0"/>
              </a:rPr>
              <a:t>O juiz só lê o status. Quem decidiu foi o produto.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3D8A8BC5-4CA7-973C-D88A-EE4BAC05C249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945842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sem pendência ou completo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B28F726-123B-F0C8-292F-68B037FD423E}"/>
              </a:ext>
            </a:extLst>
          </p:cNvPr>
          <p:cNvCxnSpPr/>
          <p:nvPr>
            <p:custDataLst>
              <p:tags r:id="rId5"/>
            </p:custDataLst>
          </p:nvPr>
        </p:nvCxnSpPr>
        <p:spPr>
          <a:xfrm>
            <a:off x="16394545" y="5915660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4C9ED85-44EC-52E1-AD66-DD6E70010255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8980727" y="4945842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595628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C28A8F1-1D07-2803-E20B-EC24220175E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738909" y="1286972"/>
            <a:ext cx="25861818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145">
                <a:solidFill>
                  <a:srgbClr val="14161B"/>
                </a:solidFill>
                <a:latin typeface="Ubuntu Mono" panose="020B0309030602030204" pitchFamily="49" charset="0"/>
              </a:rPr>
              <a:t>ciclo_pergunta_resposta_resolvido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10E3AD4-D850-458C-FF8E-2AC7B37FFFBE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77455" y="3167842"/>
            <a:ext cx="22629092" cy="96981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73">
                <a:solidFill>
                  <a:srgbClr val="5B6070"/>
                </a:solidFill>
                <a:latin typeface="Roboto" panose="02000000000000000000" pitchFamily="2" charset="0"/>
              </a:rPr>
              <a:t>O juiz só lê o status. Quem decidiu foi o produto.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3D8A8BC5-4CA7-973C-D88A-EE4BAC05C249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945842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sem pendência ou completo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B28F726-123B-F0C8-292F-68B037FD423E}"/>
              </a:ext>
            </a:extLst>
          </p:cNvPr>
          <p:cNvCxnSpPr/>
          <p:nvPr>
            <p:custDataLst>
              <p:tags r:id="rId5"/>
            </p:custDataLst>
          </p:nvPr>
        </p:nvCxnSpPr>
        <p:spPr>
          <a:xfrm>
            <a:off x="16394545" y="5915660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4C9ED85-44EC-52E1-AD66-DD6E70010255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8980727" y="4945842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561E426-B507-E757-7340-85312B530500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7532024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expirada</a:t>
            </a: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C42D8C74-839B-18E6-487F-0F4EF930963D}"/>
              </a:ext>
            </a:extLst>
          </p:cNvPr>
          <p:cNvCxnSpPr/>
          <p:nvPr>
            <p:custDataLst>
              <p:tags r:id="rId8"/>
            </p:custDataLst>
          </p:nvPr>
        </p:nvCxnSpPr>
        <p:spPr>
          <a:xfrm>
            <a:off x="16394545" y="8501842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AB1778D7-5858-DC85-049C-1C4A0FCFB7D9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8980727" y="7532024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0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749305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C28A8F1-1D07-2803-E20B-EC24220175E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738909" y="1286972"/>
            <a:ext cx="25861818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145">
                <a:solidFill>
                  <a:srgbClr val="14161B"/>
                </a:solidFill>
                <a:latin typeface="Ubuntu Mono" panose="020B0309030602030204" pitchFamily="49" charset="0"/>
              </a:rPr>
              <a:t>ciclo_pergunta_resposta_resolvido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10E3AD4-D850-458C-FF8E-2AC7B37FFFBE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77455" y="3167842"/>
            <a:ext cx="22629092" cy="96981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73">
                <a:solidFill>
                  <a:srgbClr val="5B6070"/>
                </a:solidFill>
                <a:latin typeface="Roboto" panose="02000000000000000000" pitchFamily="2" charset="0"/>
              </a:rPr>
              <a:t>O juiz só lê o status. Quem decidiu foi o produto.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3D8A8BC5-4CA7-973C-D88A-EE4BAC05C249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945842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sem pendência ou completo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B28F726-123B-F0C8-292F-68B037FD423E}"/>
              </a:ext>
            </a:extLst>
          </p:cNvPr>
          <p:cNvCxnSpPr/>
          <p:nvPr>
            <p:custDataLst>
              <p:tags r:id="rId5"/>
            </p:custDataLst>
          </p:nvPr>
        </p:nvCxnSpPr>
        <p:spPr>
          <a:xfrm>
            <a:off x="16394545" y="5915660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4C9ED85-44EC-52E1-AD66-DD6E70010255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8980727" y="4945842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561E426-B507-E757-7340-85312B530500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7532024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expirada</a:t>
            </a: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C42D8C74-839B-18E6-487F-0F4EF930963D}"/>
              </a:ext>
            </a:extLst>
          </p:cNvPr>
          <p:cNvCxnSpPr/>
          <p:nvPr>
            <p:custDataLst>
              <p:tags r:id="rId8"/>
            </p:custDataLst>
          </p:nvPr>
        </p:nvCxnSpPr>
        <p:spPr>
          <a:xfrm>
            <a:off x="16394545" y="8501842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AB1778D7-5858-DC85-049C-1C4A0FCFB7D9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8980727" y="7532024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0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46C05E09-D1B2-78CC-BB79-B267899B1CE9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524000" y="10118206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ainda aguardando_porcoes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D86A13DB-2BDF-6B4E-00D2-AC10ACB5FF6D}"/>
              </a:ext>
            </a:extLst>
          </p:cNvPr>
          <p:cNvCxnSpPr/>
          <p:nvPr>
            <p:custDataLst>
              <p:tags r:id="rId11"/>
            </p:custDataLst>
          </p:nvPr>
        </p:nvCxnSpPr>
        <p:spPr>
          <a:xfrm>
            <a:off x="16394545" y="11088024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29C036F-AAEE-6FEF-419F-B86CE208EEB1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8980727" y="10118206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pula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57022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DAB72E0-590F-EB4F-63C4-5B826686FD0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250462" y="1405206"/>
            <a:ext cx="21883077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892">
                <a:solidFill>
                  <a:srgbClr val="FFFFFF"/>
                </a:solidFill>
                <a:latin typeface="Encode Sans SemiBold" pitchFamily="2" charset="0"/>
              </a:rPr>
              <a:t>Mesmo critério. Antes e depois.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FC0065D-39DD-A902-B4BB-7C9B64243AA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B7AEE6E-380A-04A0-2E07-EB9D789F435C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34308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ANTES · 14/09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998A037-75D3-3399-699F-025A7A2BB38F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34308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hambúrguer de patinho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1D535C-0A8D-A0FE-1DC7-B0E5C78BEB9F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934308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E5484D"/>
                </a:solidFill>
                <a:latin typeface="Encode Sans SemiBold" pitchFamily="2" charset="0"/>
              </a:rPr>
              <a:t>0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5F0898B-115F-3250-4D32-A7E809F3C4C5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934308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linha inserida à mão, timestamp real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656520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DAB72E0-590F-EB4F-63C4-5B826686FD0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250462" y="1405206"/>
            <a:ext cx="21883077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892">
                <a:solidFill>
                  <a:srgbClr val="FFFFFF"/>
                </a:solidFill>
                <a:latin typeface="Encode Sans SemiBold" pitchFamily="2" charset="0"/>
              </a:rPr>
              <a:t>Mesmo critério. Antes e depois.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FC0065D-39DD-A902-B4BB-7C9B64243AA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B7AEE6E-380A-04A0-2E07-EB9D789F435C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34308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ANTES · 14/09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998A037-75D3-3399-699F-025A7A2BB38F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34308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hambúrguer de patinho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1D535C-0A8D-A0FE-1DC7-B0E5C78BEB9F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934308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E5484D"/>
                </a:solidFill>
                <a:latin typeface="Encode Sans SemiBold" pitchFamily="2" charset="0"/>
              </a:rPr>
              <a:t>0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5F0898B-115F-3250-4D32-A7E809F3C4C5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934308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linha inserida à mão, timestamp real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67DE4F7-565E-81BD-03DB-314C53E20C93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909538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0980E36-7BCD-80FA-1244-41F5999F793B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9319846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DEPOIS · ao vivo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68BCD2C-CD87-DE26-08C0-49739997A5F9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9319846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frango desfiado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2084A1C-0C86-8B87-A614-0ADC8005EEAB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19846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2FB36B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9C2E09F-3459-7D19-F281-7CBC2F70C7BA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19846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resolvido pela resposta seguinte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555604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DAB72E0-590F-EB4F-63C4-5B826686FD0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250462" y="1405206"/>
            <a:ext cx="21883077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892">
                <a:solidFill>
                  <a:srgbClr val="FFFFFF"/>
                </a:solidFill>
                <a:latin typeface="Encode Sans SemiBold" pitchFamily="2" charset="0"/>
              </a:rPr>
              <a:t>Mesmo critério. Antes e depois.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FC0065D-39DD-A902-B4BB-7C9B64243AA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B7AEE6E-380A-04A0-2E07-EB9D789F435C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34308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ANTES · 14/09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998A037-75D3-3399-699F-025A7A2BB38F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34308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hambúrguer de patinho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1D535C-0A8D-A0FE-1DC7-B0E5C78BEB9F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934308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E5484D"/>
                </a:solidFill>
                <a:latin typeface="Encode Sans SemiBold" pitchFamily="2" charset="0"/>
              </a:rPr>
              <a:t>0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5F0898B-115F-3250-4D32-A7E809F3C4C5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934308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linha inserida à mão, timestamp real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67DE4F7-565E-81BD-03DB-314C53E20C93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909538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0980E36-7BCD-80FA-1244-41F5999F793B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9319846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DEPOIS · ao vivo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68BCD2C-CD87-DE26-08C0-49739997A5F9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9319846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frango desfiado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2084A1C-0C86-8B87-A614-0ADC8005EEAB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19846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2FB36B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9C2E09F-3459-7D19-F281-7CBC2F70C7BA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19846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resolvido pela resposta seguinte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7F27C3B-19EE-3319-B4EF-955EA2AECC51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6295077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36ED752-9451-9AF7-23EC-4D55E6AD8B97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6705385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DEPOIS · sem resposta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8C63A33-0F08-8E26-C6D7-54C8377D5CF4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6705385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sopa de abóbora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9627625-B7D4-BC45-B8A2-F960588AB266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6705385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E5484D"/>
                </a:solidFill>
                <a:latin typeface="Encode Sans SemiBold" pitchFamily="2" charset="0"/>
              </a:rPr>
              <a:t>0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ED2C55D-6A1A-70A1-62B8-3B7BBCA7BE6E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6705385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o eval funcionando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642873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F8312A3-E940-A063-E662-6784A4BA661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0520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4.5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O que aprendemos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47354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4B73E6D-92F1-8590-082F-47236CEDB05A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393650" y="3717342"/>
            <a:ext cx="17596701" cy="14297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74">
                <a:solidFill>
                  <a:srgbClr val="FFFFFF"/>
                </a:solidFill>
                <a:latin typeface="Encode Sans SemiBold" pitchFamily="2" charset="0"/>
              </a:rPr>
              <a:t>O ciclo desta aula</a:t>
            </a:r>
          </a:p>
        </p:txBody>
      </p:sp>
      <p:sp>
        <p:nvSpPr>
          <p:cNvPr id="3" name="Seta: Divisa 2">
            <a:extLst>
              <a:ext uri="{FF2B5EF4-FFF2-40B4-BE49-F238E27FC236}">
                <a16:creationId xmlns:a16="http://schemas.microsoft.com/office/drawing/2014/main" id="{BE34AB14-C522-56BD-F55E-F1F5116C574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810">
                <a:solidFill>
                  <a:srgbClr val="FFFFFF"/>
                </a:solidFill>
                <a:latin typeface="Encode Sans SemiBold" pitchFamily="2" charset="0"/>
              </a:rPr>
              <a:t>Observar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175286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4B73E6D-92F1-8590-082F-47236CEDB05A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393650" y="3717342"/>
            <a:ext cx="17596701" cy="14297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74">
                <a:solidFill>
                  <a:srgbClr val="FFFFFF"/>
                </a:solidFill>
                <a:latin typeface="Encode Sans SemiBold" pitchFamily="2" charset="0"/>
              </a:rPr>
              <a:t>O ciclo desta aula</a:t>
            </a:r>
          </a:p>
        </p:txBody>
      </p:sp>
      <p:sp>
        <p:nvSpPr>
          <p:cNvPr id="3" name="Seta: Divisa 2">
            <a:extLst>
              <a:ext uri="{FF2B5EF4-FFF2-40B4-BE49-F238E27FC236}">
                <a16:creationId xmlns:a16="http://schemas.microsoft.com/office/drawing/2014/main" id="{BE34AB14-C522-56BD-F55E-F1F5116C574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810">
                <a:solidFill>
                  <a:srgbClr val="FFFFFF"/>
                </a:solidFill>
                <a:latin typeface="Encode Sans SemiBold" pitchFamily="2" charset="0"/>
              </a:rPr>
              <a:t>Observar</a:t>
            </a:r>
          </a:p>
        </p:txBody>
      </p:sp>
      <p:sp>
        <p:nvSpPr>
          <p:cNvPr id="4" name="Seta: Divisa 3">
            <a:extLst>
              <a:ext uri="{FF2B5EF4-FFF2-40B4-BE49-F238E27FC236}">
                <a16:creationId xmlns:a16="http://schemas.microsoft.com/office/drawing/2014/main" id="{11FE3831-5183-2250-D813-149E233A6ED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5703217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464">
                <a:solidFill>
                  <a:srgbClr val="FFFFFF"/>
                </a:solidFill>
                <a:latin typeface="Encode Sans SemiBold" pitchFamily="2" charset="0"/>
              </a:rPr>
              <a:t>Diagnosticar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3559312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4B73E6D-92F1-8590-082F-47236CEDB05A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393650" y="3717342"/>
            <a:ext cx="17596701" cy="14297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74">
                <a:solidFill>
                  <a:srgbClr val="FFFFFF"/>
                </a:solidFill>
                <a:latin typeface="Encode Sans SemiBold" pitchFamily="2" charset="0"/>
              </a:rPr>
              <a:t>O ciclo desta aula</a:t>
            </a:r>
          </a:p>
        </p:txBody>
      </p:sp>
      <p:sp>
        <p:nvSpPr>
          <p:cNvPr id="3" name="Seta: Divisa 2">
            <a:extLst>
              <a:ext uri="{FF2B5EF4-FFF2-40B4-BE49-F238E27FC236}">
                <a16:creationId xmlns:a16="http://schemas.microsoft.com/office/drawing/2014/main" id="{BE34AB14-C522-56BD-F55E-F1F5116C574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810">
                <a:solidFill>
                  <a:srgbClr val="FFFFFF"/>
                </a:solidFill>
                <a:latin typeface="Encode Sans SemiBold" pitchFamily="2" charset="0"/>
              </a:rPr>
              <a:t>Observar</a:t>
            </a:r>
          </a:p>
        </p:txBody>
      </p:sp>
      <p:sp>
        <p:nvSpPr>
          <p:cNvPr id="4" name="Seta: Divisa 3">
            <a:extLst>
              <a:ext uri="{FF2B5EF4-FFF2-40B4-BE49-F238E27FC236}">
                <a16:creationId xmlns:a16="http://schemas.microsoft.com/office/drawing/2014/main" id="{11FE3831-5183-2250-D813-149E233A6ED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5703217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464">
                <a:solidFill>
                  <a:srgbClr val="FFFFFF"/>
                </a:solidFill>
                <a:latin typeface="Encode Sans SemiBold" pitchFamily="2" charset="0"/>
              </a:rPr>
              <a:t>Diagnosticar</a:t>
            </a:r>
          </a:p>
        </p:txBody>
      </p:sp>
      <p:sp>
        <p:nvSpPr>
          <p:cNvPr id="5" name="Seta: Divisa 4">
            <a:extLst>
              <a:ext uri="{FF2B5EF4-FFF2-40B4-BE49-F238E27FC236}">
                <a16:creationId xmlns:a16="http://schemas.microsoft.com/office/drawing/2014/main" id="{DB3E32BF-D310-1B3D-46C7-A3A59E0F9F77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9882433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FFFFFF"/>
                </a:solidFill>
                <a:latin typeface="Encode Sans SemiBold" pitchFamily="2" charset="0"/>
              </a:rPr>
              <a:t>Decidir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3841165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4B73E6D-92F1-8590-082F-47236CEDB05A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393650" y="3717342"/>
            <a:ext cx="17596701" cy="14297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74">
                <a:solidFill>
                  <a:srgbClr val="FFFFFF"/>
                </a:solidFill>
                <a:latin typeface="Encode Sans SemiBold" pitchFamily="2" charset="0"/>
              </a:rPr>
              <a:t>O ciclo desta aula</a:t>
            </a:r>
          </a:p>
        </p:txBody>
      </p:sp>
      <p:sp>
        <p:nvSpPr>
          <p:cNvPr id="3" name="Seta: Divisa 2">
            <a:extLst>
              <a:ext uri="{FF2B5EF4-FFF2-40B4-BE49-F238E27FC236}">
                <a16:creationId xmlns:a16="http://schemas.microsoft.com/office/drawing/2014/main" id="{BE34AB14-C522-56BD-F55E-F1F5116C574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810">
                <a:solidFill>
                  <a:srgbClr val="FFFFFF"/>
                </a:solidFill>
                <a:latin typeface="Encode Sans SemiBold" pitchFamily="2" charset="0"/>
              </a:rPr>
              <a:t>Observar</a:t>
            </a:r>
          </a:p>
        </p:txBody>
      </p:sp>
      <p:sp>
        <p:nvSpPr>
          <p:cNvPr id="4" name="Seta: Divisa 3">
            <a:extLst>
              <a:ext uri="{FF2B5EF4-FFF2-40B4-BE49-F238E27FC236}">
                <a16:creationId xmlns:a16="http://schemas.microsoft.com/office/drawing/2014/main" id="{11FE3831-5183-2250-D813-149E233A6ED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5703217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464">
                <a:solidFill>
                  <a:srgbClr val="FFFFFF"/>
                </a:solidFill>
                <a:latin typeface="Encode Sans SemiBold" pitchFamily="2" charset="0"/>
              </a:rPr>
              <a:t>Diagnosticar</a:t>
            </a:r>
          </a:p>
        </p:txBody>
      </p:sp>
      <p:sp>
        <p:nvSpPr>
          <p:cNvPr id="5" name="Seta: Divisa 4">
            <a:extLst>
              <a:ext uri="{FF2B5EF4-FFF2-40B4-BE49-F238E27FC236}">
                <a16:creationId xmlns:a16="http://schemas.microsoft.com/office/drawing/2014/main" id="{DB3E32BF-D310-1B3D-46C7-A3A59E0F9F77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9882433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FFFFFF"/>
                </a:solidFill>
                <a:latin typeface="Encode Sans SemiBold" pitchFamily="2" charset="0"/>
              </a:rPr>
              <a:t>Decidir</a:t>
            </a:r>
          </a:p>
        </p:txBody>
      </p:sp>
      <p:sp>
        <p:nvSpPr>
          <p:cNvPr id="6" name="Seta: Divisa 5">
            <a:extLst>
              <a:ext uri="{FF2B5EF4-FFF2-40B4-BE49-F238E27FC236}">
                <a16:creationId xmlns:a16="http://schemas.microsoft.com/office/drawing/2014/main" id="{2B0857F9-268A-D2ED-83E7-081E730DAAA5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406165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FFFFFF"/>
                </a:solidFill>
                <a:latin typeface="Encode Sans SemiBold" pitchFamily="2" charset="0"/>
              </a:rPr>
              <a:t>Corrigir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107504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4B73E6D-92F1-8590-082F-47236CEDB05A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393650" y="3717342"/>
            <a:ext cx="17596701" cy="14297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74">
                <a:solidFill>
                  <a:srgbClr val="FFFFFF"/>
                </a:solidFill>
                <a:latin typeface="Encode Sans SemiBold" pitchFamily="2" charset="0"/>
              </a:rPr>
              <a:t>O ciclo desta aula</a:t>
            </a:r>
          </a:p>
        </p:txBody>
      </p:sp>
      <p:sp>
        <p:nvSpPr>
          <p:cNvPr id="3" name="Seta: Divisa 2">
            <a:extLst>
              <a:ext uri="{FF2B5EF4-FFF2-40B4-BE49-F238E27FC236}">
                <a16:creationId xmlns:a16="http://schemas.microsoft.com/office/drawing/2014/main" id="{BE34AB14-C522-56BD-F55E-F1F5116C574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810">
                <a:solidFill>
                  <a:srgbClr val="FFFFFF"/>
                </a:solidFill>
                <a:latin typeface="Encode Sans SemiBold" pitchFamily="2" charset="0"/>
              </a:rPr>
              <a:t>Observar</a:t>
            </a:r>
          </a:p>
        </p:txBody>
      </p:sp>
      <p:sp>
        <p:nvSpPr>
          <p:cNvPr id="4" name="Seta: Divisa 3">
            <a:extLst>
              <a:ext uri="{FF2B5EF4-FFF2-40B4-BE49-F238E27FC236}">
                <a16:creationId xmlns:a16="http://schemas.microsoft.com/office/drawing/2014/main" id="{11FE3831-5183-2250-D813-149E233A6ED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5703217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464">
                <a:solidFill>
                  <a:srgbClr val="FFFFFF"/>
                </a:solidFill>
                <a:latin typeface="Encode Sans SemiBold" pitchFamily="2" charset="0"/>
              </a:rPr>
              <a:t>Diagnosticar</a:t>
            </a:r>
          </a:p>
        </p:txBody>
      </p:sp>
      <p:sp>
        <p:nvSpPr>
          <p:cNvPr id="5" name="Seta: Divisa 4">
            <a:extLst>
              <a:ext uri="{FF2B5EF4-FFF2-40B4-BE49-F238E27FC236}">
                <a16:creationId xmlns:a16="http://schemas.microsoft.com/office/drawing/2014/main" id="{DB3E32BF-D310-1B3D-46C7-A3A59E0F9F77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9882433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FFFFFF"/>
                </a:solidFill>
                <a:latin typeface="Encode Sans SemiBold" pitchFamily="2" charset="0"/>
              </a:rPr>
              <a:t>Decidir</a:t>
            </a:r>
          </a:p>
        </p:txBody>
      </p:sp>
      <p:sp>
        <p:nvSpPr>
          <p:cNvPr id="6" name="Seta: Divisa 5">
            <a:extLst>
              <a:ext uri="{FF2B5EF4-FFF2-40B4-BE49-F238E27FC236}">
                <a16:creationId xmlns:a16="http://schemas.microsoft.com/office/drawing/2014/main" id="{2B0857F9-268A-D2ED-83E7-081E730DAAA5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406165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FFFFFF"/>
                </a:solidFill>
                <a:latin typeface="Encode Sans SemiBold" pitchFamily="2" charset="0"/>
              </a:rPr>
              <a:t>Corrigir</a:t>
            </a:r>
          </a:p>
        </p:txBody>
      </p:sp>
      <p:sp>
        <p:nvSpPr>
          <p:cNvPr id="7" name="Seta: Divisa 6">
            <a:extLst>
              <a:ext uri="{FF2B5EF4-FFF2-40B4-BE49-F238E27FC236}">
                <a16:creationId xmlns:a16="http://schemas.microsoft.com/office/drawing/2014/main" id="{7F970153-C0FB-8BE4-7F87-DEC6689650F4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8240866" y="6997674"/>
            <a:ext cx="4619134" cy="2859464"/>
          </a:xfrm>
          <a:prstGeom prst="chevron">
            <a:avLst/>
          </a:prstGeom>
          <a:solidFill>
            <a:srgbClr val="FFFFFF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052FD3"/>
                </a:solidFill>
                <a:latin typeface="Encode Sans SemiBold" pitchFamily="2" charset="0"/>
              </a:rPr>
              <a:t>Provar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6046719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D571D27-9CDB-5C1E-C23F-048B6381338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82290" y="1269229"/>
            <a:ext cx="24019419" cy="195157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565">
                <a:solidFill>
                  <a:srgbClr val="14161B"/>
                </a:solidFill>
                <a:latin typeface="Encode Sans SemiBold" pitchFamily="2" charset="0"/>
              </a:rPr>
              <a:t>Toda correção cria uma coisa nova pra observar</a:t>
            </a: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2D55E1DE-1CAE-341E-903F-9577413DA52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164831" y="4505598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B308190-A4AE-CE42-D54B-609492EF99A3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566773" y="4385501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Uma janela de 20 minutos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30B3D98-2C51-E1D6-4234-054AF61BDA20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566773" y="5466375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é aposta, não verdade. O dado de uso confirma ou derruba.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6777420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D571D27-9CDB-5C1E-C23F-048B6381338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82290" y="1269229"/>
            <a:ext cx="24019419" cy="195157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565">
                <a:solidFill>
                  <a:srgbClr val="14161B"/>
                </a:solidFill>
                <a:latin typeface="Encode Sans SemiBold" pitchFamily="2" charset="0"/>
              </a:rPr>
              <a:t>Toda correção cria uma coisa nova pra observar</a:t>
            </a: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2D55E1DE-1CAE-341E-903F-9577413DA52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164831" y="4505598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B308190-A4AE-CE42-D54B-609492EF99A3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566773" y="4385501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Uma janela de 20 minutos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30B3D98-2C51-E1D6-4234-054AF61BDA20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566773" y="5466375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é aposta, não verdade. O dado de uso confirma ou derruba.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608E0E4-1B77-A192-FFF9-944C8CB0CBB9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164831" y="7357904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2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42ED3AC-50C7-F6E5-FB9F-2AF486AE5A88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4566773" y="7237807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Um aviso de “não concluída”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F3C1BD1-355A-59B2-0922-3DC47370CBB0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4566773" y="8318681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é honesto, mas agora alguém precisa ler.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4172271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D571D27-9CDB-5C1E-C23F-048B6381338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82290" y="1269229"/>
            <a:ext cx="24019419" cy="195157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565">
                <a:solidFill>
                  <a:srgbClr val="14161B"/>
                </a:solidFill>
                <a:latin typeface="Encode Sans SemiBold" pitchFamily="2" charset="0"/>
              </a:rPr>
              <a:t>Toda correção cria uma coisa nova pra observar</a:t>
            </a: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2D55E1DE-1CAE-341E-903F-9577413DA52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164831" y="4505598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B308190-A4AE-CE42-D54B-609492EF99A3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566773" y="4385501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Uma janela de 20 minutos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30B3D98-2C51-E1D6-4234-054AF61BDA20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566773" y="5466375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é aposta, não verdade. O dado de uso confirma ou derruba.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608E0E4-1B77-A192-FFF9-944C8CB0CBB9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164831" y="7357904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2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42ED3AC-50C7-F6E5-FB9F-2AF486AE5A88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4566773" y="7237807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Um aviso de “não concluída”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F3C1BD1-355A-59B2-0922-3DC47370CBB0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4566773" y="8318681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é honesto, mas agora alguém precisa ler.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BF8B130D-5F41-0DE6-E944-B85782684B83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2164831" y="10210210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3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4386BEF-5E2E-09F9-3EED-D97230F73229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4566773" y="10090113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“2 de 220 g e 2 de 160 g”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6F5F944-BE7E-1C8F-3B9D-969BBF881BB8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4566773" y="11170987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ainda não fecha sozinha. Somar é do código.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5712779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cap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6696" y="0"/>
            <a:ext cx="16294608" cy="13716000"/>
          </a:xfrm>
          <a:prstGeom prst="rect">
            <a:avLst/>
          </a:prstGeom>
        </p:spPr>
      </p:pic>
      <p:pic>
        <p:nvPicPr>
          <p:cNvPr id="4" name="Image 2" descr="art\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FEB966B6-3CB6-FBC7-8BB2-04FA6DE1CA51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000000">
              <a:alpha val="55000"/>
            </a:srgbClr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E83F7FB-DC7E-98AB-9C88-4E6A8A2DAE87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-610880" y="2750507"/>
            <a:ext cx="25605761" cy="3755511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6130">
                <a:solidFill>
                  <a:srgbClr val="FFFFFF"/>
                </a:solidFill>
                <a:latin typeface="Encode Sans SemiBold" pitchFamily="2" charset="0"/>
              </a:rPr>
              <a:t>Consertar não é o fim.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608306D-F7D5-8021-5D6E-A002C0318D63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-865869" y="6806788"/>
            <a:ext cx="25605761" cy="1707051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065">
                <a:solidFill>
                  <a:srgbClr val="FFFFFF"/>
                </a:solidFill>
                <a:latin typeface="Encode Sans" pitchFamily="2" charset="0"/>
              </a:rPr>
              <a:t>É o começo do que observar.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8652FE7-763B-9626-43F5-C21E5FADE7E7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-865869" y="9538070"/>
            <a:ext cx="25605761" cy="102423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32" spc="300">
                <a:solidFill>
                  <a:srgbClr val="C9CCD6"/>
                </a:solidFill>
                <a:latin typeface="Encode Sans" pitchFamily="2" charset="0"/>
              </a:rPr>
              <a:t>PRÓXIMA AULA: GUARDRAILS, TRANSPARÊNCIA E LGPD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3844976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1"/>
  <p:tag name="LAYOUT" val="divisor"/>
  <p:tag name="BUILD" val="1/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4.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1/7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2/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3/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4/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5/7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6/7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7/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6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7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3"/>
  <p:tag name="LAYOUT" val="tabela"/>
  <p:tag name="BUILD" val="1/4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06.8"/>
  <p:tag name="CAL" val="5.7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3"/>
  <p:tag name="LAYOUT" val="tabela"/>
  <p:tag name="BUILD" val="2/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06.8"/>
  <p:tag name="CAL" val="5.7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3"/>
  <p:tag name="LAYOUT" val="tabela"/>
  <p:tag name="BUILD" val="3/4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06.8"/>
  <p:tag name="CAL" val="5.7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3"/>
  <p:tag name="LAYOUT" val="tabela"/>
  <p:tag name="BUILD" val="4/4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06.8"/>
  <p:tag name="CAL" val="5.7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4"/>
  <p:tag name="LAYOUT" val="cards3"/>
  <p:tag name="BUILD" val="1/4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0.7"/>
  <p:tag name="CAL" val="5.8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4"/>
  <p:tag name="LAYOUT" val="cards3"/>
  <p:tag name="BUILD" val="2/4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0.7"/>
  <p:tag name="CAL" val="5.8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4"/>
  <p:tag name="LAYOUT" val="cards3"/>
  <p:tag name="BUILD" val="3/4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0.7"/>
  <p:tag name="CAL" val="5.8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4"/>
  <p:tag name="LAYOUT" val="cards3"/>
  <p:tag name="BUILD" val="4/4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0.7"/>
  <p:tag name="CAL" val="5.8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5"/>
  <p:tag name="LAYOUT" val="divisor"/>
  <p:tag name="BUILD" val="1/1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4.0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6"/>
  <p:tag name="LAYOUT" val="cards3"/>
  <p:tag name="BUILD" val="1/3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7.3"/>
  <p:tag name="CAL" val="5.7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6"/>
  <p:tag name="LAYOUT" val="cards3"/>
  <p:tag name="BUILD" val="2/3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7.3"/>
  <p:tag name="CAL" val="5.7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6"/>
  <p:tag name="LAYOUT" val="cards3"/>
  <p:tag name="BUILD" val="3/3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7.3"/>
  <p:tag name="CAL" val="5.7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7"/>
  <p:tag name="LAYOUT" val="imagem"/>
  <p:tag name="BUILD" val="1/3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297.5"/>
  <p:tag name="CAL" val="8.0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7"/>
  <p:tag name="LAYOUT" val="imagem"/>
  <p:tag name="BUILD" val="2/3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297.5"/>
  <p:tag name="CAL" val="8.0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7"/>
  <p:tag name="LAYOUT" val="imagem"/>
  <p:tag name="BUILD" val="3/3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297.5"/>
  <p:tag name="CAL" val="8.0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8"/>
  <p:tag name="LAYOUT" val="circulo"/>
  <p:tag name="BUILD" val="1/1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4.5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9"/>
  <p:tag name="LAYOUT" val="ramos"/>
  <p:tag name="BUILD" val="1/3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5"/>
  <p:tag name="CAL" val="6.5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9"/>
  <p:tag name="LAYOUT" val="ramos"/>
  <p:tag name="BUILD" val="2/3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5"/>
  <p:tag name="CAL" val="6.5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9"/>
  <p:tag name="LAYOUT" val="ramos"/>
  <p:tag name="BUILD" val="3/3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5"/>
  <p:tag name="CAL" val="6.5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0"/>
  <p:tag name="LAYOUT" val="divisor"/>
  <p:tag name="BUILD" val="1/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3.5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1"/>
  <p:tag name="LAYOUT" val="citacao"/>
  <p:tag name="BUILD" val="1/1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1.2"/>
  <p:tag name="CAL" val="2.8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2"/>
  <p:tag name="LAYOUT" val="decisoes"/>
  <p:tag name="BUILD" val="1/5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3.0"/>
  <p:tag name="CAL" val="4.5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2"/>
  <p:tag name="LAYOUT" val="decisoes"/>
  <p:tag name="BUILD" val="2/5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3.0"/>
  <p:tag name="CAL" val="4.5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2"/>
  <p:tag name="LAYOUT" val="decisoes"/>
  <p:tag name="BUILD" val="3/5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3.0"/>
  <p:tag name="CAL" val="4.5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2"/>
  <p:tag name="LAYOUT" val="decisoes"/>
  <p:tag name="BUILD" val="4/5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3.0"/>
  <p:tag name="CAL" val="4.5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2"/>
  <p:tag name="LAYOUT" val="decisoes"/>
  <p:tag name="BUILD" val="5/5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3.0"/>
  <p:tag name="CAL" val="4.5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3"/>
  <p:tag name="LAYOUT" val="regua"/>
  <p:tag name="BUILD" val="1/5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8.1"/>
  <p:tag name="CAL" val="6.9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3"/>
  <p:tag name="LAYOUT" val="regua"/>
  <p:tag name="BUILD" val="2/5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8.1"/>
  <p:tag name="CAL" val="6.9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3"/>
  <p:tag name="LAYOUT" val="regua"/>
  <p:tag name="BUILD" val="3/5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8.1"/>
  <p:tag name="CAL" val="6.9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3"/>
  <p:tag name="LAYOUT" val="regua"/>
  <p:tag name="BUILD" val="4/5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8.1"/>
  <p:tag name="CAL" val="6.9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3"/>
  <p:tag name="LAYOUT" val="regua"/>
  <p:tag name="BUILD" val="5/5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8.1"/>
  <p:tag name="CAL" val="6.9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4"/>
  <p:tag name="LAYOUT" val="divisor"/>
  <p:tag name="BUILD" val="1/1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3.5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5"/>
  <p:tag name="LAYOUT" val="codigo"/>
  <p:tag name="BUILD" val="1/2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9.5"/>
  <p:tag name="CAL" val="6.5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5"/>
  <p:tag name="LAYOUT" val="codigo"/>
  <p:tag name="BUILD" val="2/2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9.5"/>
  <p:tag name="CAL" val="6.5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6"/>
  <p:tag name="LAYOUT" val="padrao"/>
  <p:tag name="BUILD" val="1/3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2.4"/>
  <p:tag name="CAL" val="6.6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6"/>
  <p:tag name="LAYOUT" val="padrao"/>
  <p:tag name="BUILD" val="2/3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2.4"/>
  <p:tag name="CAL" val="6.6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6"/>
  <p:tag name="LAYOUT" val="padrao"/>
  <p:tag name="BUILD" val="3/3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2.4"/>
  <p:tag name="CAL" val="6.6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7"/>
  <p:tag name="LAYOUT" val="contraste"/>
  <p:tag name="BUILD" val="1/2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21.4"/>
  <p:tag name="CAL" val="-1.9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7"/>
  <p:tag name="LAYOUT" val="contraste"/>
  <p:tag name="BUILD" val="2/2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21.4"/>
  <p:tag name="CAL" val="-1.9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8"/>
  <p:tag name="LAYOUT" val="imagem"/>
  <p:tag name="BUILD" val="1/3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324.9"/>
  <p:tag name="CAL" val="-0.9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8"/>
  <p:tag name="LAYOUT" val="imagem"/>
  <p:tag name="BUILD" val="2/3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324.9"/>
  <p:tag name="CAL" val="-0.9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8"/>
  <p:tag name="LAYOUT" val="imagem"/>
  <p:tag name="BUILD" val="3/3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324.9"/>
  <p:tag name="CAL" val="-0.9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19"/>
  <p:tag name="LAYOUT" val="divisor"/>
  <p:tag name="BUILD" val="1/1"/>
</p:tagLst>
</file>

<file path=ppt/tags/tag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3.5"/>
</p:tagLst>
</file>

<file path=ppt/tags/tag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20"/>
  <p:tag name="LAYOUT" val="caminhos"/>
  <p:tag name="BUILD" val="1/2"/>
</p:tagLst>
</file>

<file path=ppt/tags/tag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0.5"/>
  <p:tag name="CAL" val="4.5"/>
</p:tagLst>
</file>

<file path=ppt/tags/tag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20"/>
  <p:tag name="LAYOUT" val="caminhos"/>
  <p:tag name="BUILD" val="2/2"/>
</p:tagLst>
</file>

<file path=ppt/tags/tag5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0.5"/>
  <p:tag name="CAL" val="4.5"/>
</p:tagLst>
</file>

<file path=ppt/tags/tag5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21"/>
  <p:tag name="LAYOUT" val="conversa"/>
  <p:tag name="BUILD" val="1/3"/>
</p:tagLst>
</file>

<file path=ppt/tags/tag5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20.5"/>
  <p:tag name="CAL" val="6.5"/>
</p:tagLst>
</file>

<file path=ppt/tags/tag5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21"/>
  <p:tag name="LAYOUT" val="conversa"/>
  <p:tag name="BUILD" val="2/3"/>
</p:tagLst>
</file>

<file path=ppt/tags/tag5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20.5"/>
  <p:tag name="CAL" val="6.5"/>
</p:tagLst>
</file>

<file path=ppt/tags/tag5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21"/>
  <p:tag name="LAYOUT" val="conversa"/>
  <p:tag name="BUILD" val="3/3"/>
</p:tagLst>
</file>

<file path=ppt/tags/tag5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20.5"/>
  <p:tag name="CAL" val="6.5"/>
</p:tagLst>
</file>

<file path=ppt/tags/tag5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5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2"/>
  <p:tag name="LAYOUT" val="divisor"/>
  <p:tag name="BUILD" val="1/1"/>
</p:tagLst>
</file>

<file path=ppt/tags/tag5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3.5"/>
</p:tagLst>
</file>

<file path=ppt/tags/tag5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3"/>
  <p:tag name="LAYOUT" val="circulo"/>
  <p:tag name="BUILD" val="1/1"/>
</p:tagLst>
</file>

<file path=ppt/tags/tag5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2.0"/>
</p:tagLst>
</file>

<file path=ppt/tags/tag5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4"/>
  <p:tag name="LAYOUT" val="timeline"/>
  <p:tag name="BUILD" val="1/5"/>
</p:tagLst>
</file>

<file path=ppt/tags/tag5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66.5"/>
  <p:tag name="CAL" val="6.0"/>
</p:tagLst>
</file>

<file path=ppt/tags/tag5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4"/>
  <p:tag name="LAYOUT" val="timeline"/>
  <p:tag name="BUILD" val="2/5"/>
</p:tagLst>
</file>

<file path=ppt/tags/tag5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66.5"/>
  <p:tag name="CAL" val="6.0"/>
</p:tagLst>
</file>

<file path=ppt/tags/tag5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4"/>
  <p:tag name="LAYOUT" val="timeline"/>
  <p:tag name="BUILD" val="3/5"/>
</p:tagLst>
</file>

<file path=ppt/tags/tag5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66.5"/>
  <p:tag name="CAL" val="6.0"/>
</p:tagLst>
</file>

<file path=ppt/tags/tag5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5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5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5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5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5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4"/>
  <p:tag name="LAYOUT" val="timeline"/>
  <p:tag name="BUILD" val="4/5"/>
</p:tagLst>
</file>

<file path=ppt/tags/tag6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66.5"/>
  <p:tag name="CAL" val="6.0"/>
</p:tagLst>
</file>

<file path=ppt/tags/tag6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6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6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6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6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6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6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4"/>
  <p:tag name="LAYOUT" val="timeline"/>
  <p:tag name="BUILD" val="5/5"/>
</p:tagLst>
</file>

<file path=ppt/tags/tag6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66.5"/>
  <p:tag name="CAL" val="6.0"/>
</p:tagLst>
</file>

<file path=ppt/tags/tag6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6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6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6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6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6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6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6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6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6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5"/>
</p:tagLst>
</file>

<file path=ppt/tags/tag6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5"/>
  <p:tag name="LAYOUT" val="criterio"/>
  <p:tag name="BUILD" val="1/3"/>
</p:tagLst>
</file>

<file path=ppt/tags/tag6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9.4"/>
  <p:tag name="CAL" val="8.1"/>
</p:tagLst>
</file>

<file path=ppt/tags/tag6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5"/>
  <p:tag name="LAYOUT" val="criterio"/>
  <p:tag name="BUILD" val="2/3"/>
</p:tagLst>
</file>

<file path=ppt/tags/tag6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9.4"/>
  <p:tag name="CAL" val="8.1"/>
</p:tagLst>
</file>

<file path=ppt/tags/tag6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5"/>
  <p:tag name="LAYOUT" val="criterio"/>
  <p:tag name="BUILD" val="3/3"/>
</p:tagLst>
</file>

<file path=ppt/tags/tag6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9.4"/>
  <p:tag name="CAL" val="8.1"/>
</p:tagLst>
</file>

<file path=ppt/tags/tag6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6"/>
  <p:tag name="LAYOUT" val="numeros"/>
  <p:tag name="BUILD" val="1/3"/>
</p:tagLst>
</file>

<file path=ppt/tags/tag6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5.7"/>
  <p:tag name="CAL" val="5.8"/>
</p:tagLst>
</file>

<file path=ppt/tags/tag6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6"/>
  <p:tag name="LAYOUT" val="numeros"/>
  <p:tag name="BUILD" val="2/3"/>
</p:tagLst>
</file>

<file path=ppt/tags/tag6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5.7"/>
  <p:tag name="CAL" val="5.8"/>
</p:tagLst>
</file>

<file path=ppt/tags/tag6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6"/>
  <p:tag name="LAYOUT" val="numeros"/>
  <p:tag name="BUILD" val="3/3"/>
</p:tagLst>
</file>

<file path=ppt/tags/tag6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5.7"/>
  <p:tag name="CAL" val="5.8"/>
</p:tagLst>
</file>

<file path=ppt/tags/tag6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7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7"/>
  <p:tag name="LAYOUT" val="divisor"/>
  <p:tag name="BUILD" val="1/1"/>
</p:tagLst>
</file>

<file path=ppt/tags/tag7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4.0"/>
</p:tagLst>
</file>

<file path=ppt/tags/tag7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8"/>
  <p:tag name="LAYOUT" val="ciclo"/>
  <p:tag name="BUILD" val="1/5"/>
</p:tagLst>
</file>

<file path=ppt/tags/tag7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47.5"/>
  <p:tag name="CAL" val="-1.5"/>
</p:tagLst>
</file>

<file path=ppt/tags/tag7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8"/>
  <p:tag name="LAYOUT" val="ciclo"/>
  <p:tag name="BUILD" val="2/5"/>
</p:tagLst>
</file>

<file path=ppt/tags/tag7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47.5"/>
  <p:tag name="CAL" val="-1.5"/>
</p:tagLst>
</file>

<file path=ppt/tags/tag7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8"/>
  <p:tag name="LAYOUT" val="ciclo"/>
  <p:tag name="BUILD" val="3/5"/>
</p:tagLst>
</file>

<file path=ppt/tags/tag7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47.5"/>
  <p:tag name="CAL" val="-1.5"/>
</p:tagLst>
</file>

<file path=ppt/tags/tag7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7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8"/>
  <p:tag name="LAYOUT" val="ciclo"/>
  <p:tag name="BUILD" val="4/5"/>
</p:tagLst>
</file>

<file path=ppt/tags/tag7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47.5"/>
  <p:tag name="CAL" val="-1.5"/>
</p:tagLst>
</file>

<file path=ppt/tags/tag7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7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7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8"/>
  <p:tag name="LAYOUT" val="ciclo"/>
  <p:tag name="BUILD" val="5/5"/>
</p:tagLst>
</file>

<file path=ppt/tags/tag7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47.5"/>
  <p:tag name="CAL" val="-1.5"/>
</p:tagLst>
</file>

<file path=ppt/tags/tag7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7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7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7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9"/>
  <p:tag name="LAYOUT" val="lista"/>
  <p:tag name="BUILD" val="1/3"/>
</p:tagLst>
</file>

<file path=ppt/tags/tag7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3.4"/>
  <p:tag name="CAL" val="6.6"/>
</p:tagLst>
</file>

<file path=ppt/tags/tag7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9"/>
  <p:tag name="LAYOUT" val="lista"/>
  <p:tag name="BUILD" val="2/3"/>
</p:tagLst>
</file>

<file path=ppt/tags/tag7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3.4"/>
  <p:tag name="CAL" val="6.6"/>
</p:tagLst>
</file>

<file path=ppt/tags/tag7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9"/>
  <p:tag name="LAYOUT" val="lista"/>
  <p:tag name="BUILD" val="3/3"/>
</p:tagLst>
</file>

<file path=ppt/tags/tag7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3.4"/>
  <p:tag name="CAL" val="6.6"/>
</p:tagLst>
</file>

<file path=ppt/tags/tag7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7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30"/>
  <p:tag name="LAYOUT" val="hero"/>
  <p:tag name="BUILD" val="1/1"/>
</p:tagLst>
</file>

<file path=ppt/tags/tag7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VEU"/>
  <p:tag name="FRAME" val="0"/>
</p:tagLst>
</file>

<file path=ppt/tags/tag7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61.2"/>
  <p:tag name="CAL" val="-3.2"/>
</p:tagLst>
</file>

<file path=ppt/tags/tag7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7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5518</Words>
  <Application>Microsoft Office PowerPoint</Application>
  <PresentationFormat>Personalizar</PresentationFormat>
  <Paragraphs>754</Paragraphs>
  <Slides>79</Slides>
  <Notes>79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79</vt:i4>
      </vt:variant>
    </vt:vector>
  </HeadingPairs>
  <TitlesOfParts>
    <vt:vector size="87" baseType="lpstr">
      <vt:lpstr>Encode Sans SemiBold</vt:lpstr>
      <vt:lpstr>Segoe UI Symbol</vt:lpstr>
      <vt:lpstr>Arial</vt:lpstr>
      <vt:lpstr>Ubuntu Mono</vt:lpstr>
      <vt:lpstr>Roboto</vt:lpstr>
      <vt:lpstr>Calibri</vt:lpstr>
      <vt:lpstr>Encode Sans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Stephanie Oliveira</cp:lastModifiedBy>
  <cp:revision>7</cp:revision>
  <dcterms:created xsi:type="dcterms:W3CDTF">2026-05-21T14:37:33Z</dcterms:created>
  <dcterms:modified xsi:type="dcterms:W3CDTF">2026-09-17T18:57:15Z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0x0101004E133AF67FF10146B05A1D97AC567966</vt:lpwstr>
  </property>
  <property fmtid="{D5CDD505-2E9C-101B-9397-08002B2CF9AE}" pid="3" name="MediaServiceImageTags">
    <vt:lpwstr/>
  </property>
</Properties>
</file>