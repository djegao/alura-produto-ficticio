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3.xml" ContentType="application/vnd.openxmlformats-officedocument.presentationml.notesSlid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4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5.xml" ContentType="application/vnd.openxmlformats-officedocument.presentationml.notesSlide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6.xml" ContentType="application/vnd.openxmlformats-officedocument.presentationml.notesSlid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notesSlides/notesSlide7.xml" ContentType="application/vnd.openxmlformats-officedocument.presentationml.notesSlide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notesSlides/notesSlide8.xml" ContentType="application/vnd.openxmlformats-officedocument.presentationml.notesSlide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notesSlides/notesSlide9.xml" ContentType="application/vnd.openxmlformats-officedocument.presentationml.notesSlide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notesSlides/notesSlide10.xml" ContentType="application/vnd.openxmlformats-officedocument.presentationml.notesSlide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notesSlides/notesSlide11.xml" ContentType="application/vnd.openxmlformats-officedocument.presentationml.notesSlide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notesSlides/notesSlide12.xml" ContentType="application/vnd.openxmlformats-officedocument.presentationml.notesSlide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notesSlides/notesSlide13.xml" ContentType="application/vnd.openxmlformats-officedocument.presentationml.notesSlide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notesSlides/notesSlide14.xml" ContentType="application/vnd.openxmlformats-officedocument.presentationml.notesSlide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notesSlides/notesSlide15.xml" ContentType="application/vnd.openxmlformats-officedocument.presentationml.notesSlide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notesSlides/notesSlide16.xml" ContentType="application/vnd.openxmlformats-officedocument.presentationml.notesSlide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notesSlides/notesSlide17.xml" ContentType="application/vnd.openxmlformats-officedocument.presentationml.notesSlide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notesSlides/notesSlide18.xml" ContentType="application/vnd.openxmlformats-officedocument.presentationml.notesSlide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notesSlides/notesSlide19.xml" ContentType="application/vnd.openxmlformats-officedocument.presentationml.notesSlide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notesSlides/notesSlide20.xml" ContentType="application/vnd.openxmlformats-officedocument.presentationml.notesSlide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notesSlides/notesSlide21.xml" ContentType="application/vnd.openxmlformats-officedocument.presentationml.notesSlide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notesSlides/notesSlide22.xml" ContentType="application/vnd.openxmlformats-officedocument.presentationml.notesSlide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notesSlides/notesSlide23.xml" ContentType="application/vnd.openxmlformats-officedocument.presentationml.notesSlide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notesSlides/notesSlide24.xml" ContentType="application/vnd.openxmlformats-officedocument.presentationml.notesSlide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notesSlides/notesSlide25.xml" ContentType="application/vnd.openxmlformats-officedocument.presentationml.notesSlide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notesSlides/notesSlide26.xml" ContentType="application/vnd.openxmlformats-officedocument.presentationml.notesSlide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notesSlides/notesSlide27.xml" ContentType="application/vnd.openxmlformats-officedocument.presentationml.notesSlide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notesSlides/notesSlide28.xml" ContentType="application/vnd.openxmlformats-officedocument.presentationml.notesSlide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notesSlides/notesSlide29.xml" ContentType="application/vnd.openxmlformats-officedocument.presentationml.notesSlide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notesSlides/notesSlide30.xml" ContentType="application/vnd.openxmlformats-officedocument.presentationml.notesSlide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notesSlides/notesSlide31.xml" ContentType="application/vnd.openxmlformats-officedocument.presentationml.notesSlide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notesSlides/notesSlide32.xml" ContentType="application/vnd.openxmlformats-officedocument.presentationml.notesSlide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notesSlides/notesSlide33.xml" ContentType="application/vnd.openxmlformats-officedocument.presentationml.notesSlide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notesSlides/notesSlide34.xml" ContentType="application/vnd.openxmlformats-officedocument.presentationml.notesSlide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notesSlides/notesSlide35.xml" ContentType="application/vnd.openxmlformats-officedocument.presentationml.notesSlide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notesSlides/notesSlide36.xml" ContentType="application/vnd.openxmlformats-officedocument.presentationml.notesSlide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notesSlides/notesSlide37.xml" ContentType="application/vnd.openxmlformats-officedocument.presentationml.notesSlide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notesSlides/notesSlide38.xml" ContentType="application/vnd.openxmlformats-officedocument.presentationml.notesSlide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notesSlides/notesSlide39.xml" ContentType="application/vnd.openxmlformats-officedocument.presentationml.notesSlide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notesSlides/notesSlide40.xml" ContentType="application/vnd.openxmlformats-officedocument.presentationml.notesSlide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notesSlides/notesSlide41.xml" ContentType="application/vnd.openxmlformats-officedocument.presentationml.notesSlide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notesSlides/notesSlide42.xml" ContentType="application/vnd.openxmlformats-officedocument.presentationml.notesSlide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notesSlides/notesSlide43.xml" ContentType="application/vnd.openxmlformats-officedocument.presentationml.notesSlide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notesSlides/notesSlide44.xml" ContentType="application/vnd.openxmlformats-officedocument.presentationml.notesSlide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notesSlides/notesSlide45.xml" ContentType="application/vnd.openxmlformats-officedocument.presentationml.notesSlide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notesSlides/notesSlide46.xml" ContentType="application/vnd.openxmlformats-officedocument.presentationml.notesSlide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notesSlides/notesSlide47.xml" ContentType="application/vnd.openxmlformats-officedocument.presentationml.notesSlide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notesSlides/notesSlide48.xml" ContentType="application/vnd.openxmlformats-officedocument.presentationml.notesSlide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notesSlides/notesSlide49.xml" ContentType="application/vnd.openxmlformats-officedocument.presentationml.notesSlide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notesSlides/notesSlide50.xml" ContentType="application/vnd.openxmlformats-officedocument.presentationml.notesSlide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notesSlides/notesSlide51.xml" ContentType="application/vnd.openxmlformats-officedocument.presentationml.notesSlide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notesSlides/notesSlide52.xml" ContentType="application/vnd.openxmlformats-officedocument.presentationml.notesSlide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notesSlides/notesSlide53.xml" ContentType="application/vnd.openxmlformats-officedocument.presentationml.notesSlide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notesSlides/notesSlide54.xml" ContentType="application/vnd.openxmlformats-officedocument.presentationml.notesSlide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notesSlides/notesSlide55.xml" ContentType="application/vnd.openxmlformats-officedocument.presentationml.notesSlide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notesSlides/notesSlide56.xml" ContentType="application/vnd.openxmlformats-officedocument.presentationml.notesSlide+xml"/>
  <Override PartName="/ppt/tags/tag559.xml" ContentType="application/vnd.openxmlformats-officedocument.presentationml.tags+xml"/>
  <Override PartName="/ppt/tags/tag560.xml" ContentType="application/vnd.openxmlformats-officedocument.presentationml.tags+xml"/>
  <Override PartName="/ppt/notesSlides/notesSlide57.xml" ContentType="application/vnd.openxmlformats-officedocument.presentationml.notesSlide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notesSlides/notesSlide58.xml" ContentType="application/vnd.openxmlformats-officedocument.presentationml.notesSlide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notesSlides/notesSlide59.xml" ContentType="application/vnd.openxmlformats-officedocument.presentationml.notesSlide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notesSlides/notesSlide60.xml" ContentType="application/vnd.openxmlformats-officedocument.presentationml.notesSlide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notesSlides/notesSlide61.xml" ContentType="application/vnd.openxmlformats-officedocument.presentationml.notesSlide+xml"/>
  <Override PartName="/ppt/tags/tag599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tags/tag605.xml" ContentType="application/vnd.openxmlformats-officedocument.presentationml.tags+xml"/>
  <Override PartName="/ppt/tags/tag606.xml" ContentType="application/vnd.openxmlformats-officedocument.presentationml.tags+xml"/>
  <Override PartName="/ppt/tags/tag607.xml" ContentType="application/vnd.openxmlformats-officedocument.presentationml.tags+xml"/>
  <Override PartName="/ppt/tags/tag608.xml" ContentType="application/vnd.openxmlformats-officedocument.presentationml.tags+xml"/>
  <Override PartName="/ppt/tags/tag609.xml" ContentType="application/vnd.openxmlformats-officedocument.presentationml.tags+xml"/>
  <Override PartName="/ppt/tags/tag610.xml" ContentType="application/vnd.openxmlformats-officedocument.presentationml.tags+xml"/>
  <Override PartName="/ppt/tags/tag611.xml" ContentType="application/vnd.openxmlformats-officedocument.presentationml.tags+xml"/>
  <Override PartName="/ppt/tags/tag612.xml" ContentType="application/vnd.openxmlformats-officedocument.presentationml.tags+xml"/>
  <Override PartName="/ppt/tags/tag613.xml" ContentType="application/vnd.openxmlformats-officedocument.presentationml.tags+xml"/>
  <Override PartName="/ppt/tags/tag614.xml" ContentType="application/vnd.openxmlformats-officedocument.presentationml.tags+xml"/>
  <Override PartName="/ppt/tags/tag615.xml" ContentType="application/vnd.openxmlformats-officedocument.presentationml.tags+xml"/>
  <Override PartName="/ppt/tags/tag616.xml" ContentType="application/vnd.openxmlformats-officedocument.presentationml.tags+xml"/>
  <Override PartName="/ppt/tags/tag617.xml" ContentType="application/vnd.openxmlformats-officedocument.presentationml.tags+xml"/>
  <Override PartName="/ppt/tags/tag618.xml" ContentType="application/vnd.openxmlformats-officedocument.presentationml.tags+xml"/>
  <Override PartName="/ppt/tags/tag619.xml" ContentType="application/vnd.openxmlformats-officedocument.presentationml.tags+xml"/>
  <Override PartName="/ppt/notesSlides/notesSlide62.xml" ContentType="application/vnd.openxmlformats-officedocument.presentationml.notesSlide+xml"/>
  <Override PartName="/ppt/tags/tag620.xml" ContentType="application/vnd.openxmlformats-officedocument.presentationml.tags+xml"/>
  <Override PartName="/ppt/tags/tag621.xml" ContentType="application/vnd.openxmlformats-officedocument.presentationml.tags+xml"/>
  <Override PartName="/ppt/tags/tag622.xml" ContentType="application/vnd.openxmlformats-officedocument.presentationml.tags+xml"/>
  <Override PartName="/ppt/tags/tag623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36.xml" ContentType="application/vnd.openxmlformats-officedocument.presentationml.tags+xml"/>
  <Override PartName="/ppt/tags/tag637.xml" ContentType="application/vnd.openxmlformats-officedocument.presentationml.tags+xml"/>
  <Override PartName="/ppt/tags/tag638.xml" ContentType="application/vnd.openxmlformats-officedocument.presentationml.tags+xml"/>
  <Override PartName="/ppt/tags/tag639.xml" ContentType="application/vnd.openxmlformats-officedocument.presentationml.tags+xml"/>
  <Override PartName="/ppt/tags/tag640.xml" ContentType="application/vnd.openxmlformats-officedocument.presentationml.tags+xml"/>
  <Override PartName="/ppt/tags/tag641.xml" ContentType="application/vnd.openxmlformats-officedocument.presentationml.tags+xml"/>
  <Override PartName="/ppt/tags/tag642.xml" ContentType="application/vnd.openxmlformats-officedocument.presentationml.tags+xml"/>
  <Override PartName="/ppt/tags/tag643.xml" ContentType="application/vnd.openxmlformats-officedocument.presentationml.tags+xml"/>
  <Override PartName="/ppt/tags/tag644.xml" ContentType="application/vnd.openxmlformats-officedocument.presentationml.tags+xml"/>
  <Override PartName="/ppt/notesSlides/notesSlide63.xml" ContentType="application/vnd.openxmlformats-officedocument.presentationml.notesSlide+xml"/>
  <Override PartName="/ppt/tags/tag645.xml" ContentType="application/vnd.openxmlformats-officedocument.presentationml.tags+xml"/>
  <Override PartName="/ppt/tags/tag646.xml" ContentType="application/vnd.openxmlformats-officedocument.presentationml.tags+xml"/>
  <Override PartName="/ppt/tags/tag647.xml" ContentType="application/vnd.openxmlformats-officedocument.presentationml.tags+xml"/>
  <Override PartName="/ppt/tags/tag648.xml" ContentType="application/vnd.openxmlformats-officedocument.presentationml.tags+xml"/>
  <Override PartName="/ppt/tags/tag649.xml" ContentType="application/vnd.openxmlformats-officedocument.presentationml.tags+xml"/>
  <Override PartName="/ppt/tags/tag650.xml" ContentType="application/vnd.openxmlformats-officedocument.presentationml.tags+xml"/>
  <Override PartName="/ppt/notesSlides/notesSlide64.xml" ContentType="application/vnd.openxmlformats-officedocument.presentationml.notesSlide+xml"/>
  <Override PartName="/ppt/tags/tag651.xml" ContentType="application/vnd.openxmlformats-officedocument.presentationml.tags+xml"/>
  <Override PartName="/ppt/tags/tag652.xml" ContentType="application/vnd.openxmlformats-officedocument.presentationml.tags+xml"/>
  <Override PartName="/ppt/tags/tag653.xml" ContentType="application/vnd.openxmlformats-officedocument.presentationml.tags+xml"/>
  <Override PartName="/ppt/tags/tag654.xml" ContentType="application/vnd.openxmlformats-officedocument.presentationml.tags+xml"/>
  <Override PartName="/ppt/tags/tag655.xml" ContentType="application/vnd.openxmlformats-officedocument.presentationml.tags+xml"/>
  <Override PartName="/ppt/tags/tag656.xml" ContentType="application/vnd.openxmlformats-officedocument.presentationml.tags+xml"/>
  <Override PartName="/ppt/tags/tag657.xml" ContentType="application/vnd.openxmlformats-officedocument.presentationml.tags+xml"/>
  <Override PartName="/ppt/tags/tag658.xml" ContentType="application/vnd.openxmlformats-officedocument.presentationml.tags+xml"/>
  <Override PartName="/ppt/tags/tag659.xml" ContentType="application/vnd.openxmlformats-officedocument.presentationml.tags+xml"/>
  <Override PartName="/ppt/notesSlides/notesSlide65.xml" ContentType="application/vnd.openxmlformats-officedocument.presentationml.notesSlide+xml"/>
  <Override PartName="/ppt/tags/tag660.xml" ContentType="application/vnd.openxmlformats-officedocument.presentationml.tags+xml"/>
  <Override PartName="/ppt/tags/tag661.xml" ContentType="application/vnd.openxmlformats-officedocument.presentationml.tags+xml"/>
  <Override PartName="/ppt/tags/tag662.xml" ContentType="application/vnd.openxmlformats-officedocument.presentationml.tags+xml"/>
  <Override PartName="/ppt/tags/tag663.xml" ContentType="application/vnd.openxmlformats-officedocument.presentationml.tags+xml"/>
  <Override PartName="/ppt/tags/tag664.xml" ContentType="application/vnd.openxmlformats-officedocument.presentationml.tags+xml"/>
  <Override PartName="/ppt/tags/tag665.xml" ContentType="application/vnd.openxmlformats-officedocument.presentationml.tags+xml"/>
  <Override PartName="/ppt/tags/tag666.xml" ContentType="application/vnd.openxmlformats-officedocument.presentationml.tags+xml"/>
  <Override PartName="/ppt/tags/tag667.xml" ContentType="application/vnd.openxmlformats-officedocument.presentationml.tags+xml"/>
  <Override PartName="/ppt/tags/tag668.xml" ContentType="application/vnd.openxmlformats-officedocument.presentationml.tags+xml"/>
  <Override PartName="/ppt/tags/tag669.xml" ContentType="application/vnd.openxmlformats-officedocument.presentationml.tags+xml"/>
  <Override PartName="/ppt/tags/tag670.xml" ContentType="application/vnd.openxmlformats-officedocument.presentationml.tags+xml"/>
  <Override PartName="/ppt/tags/tag671.xml" ContentType="application/vnd.openxmlformats-officedocument.presentationml.tags+xml"/>
  <Override PartName="/ppt/notesSlides/notesSlide66.xml" ContentType="application/vnd.openxmlformats-officedocument.presentationml.notesSlide+xml"/>
  <Override PartName="/ppt/tags/tag672.xml" ContentType="application/vnd.openxmlformats-officedocument.presentationml.tags+xml"/>
  <Override PartName="/ppt/tags/tag673.xml" ContentType="application/vnd.openxmlformats-officedocument.presentationml.tags+xml"/>
  <Override PartName="/ppt/tags/tag674.xml" ContentType="application/vnd.openxmlformats-officedocument.presentationml.tags+xml"/>
  <Override PartName="/ppt/tags/tag675.xml" ContentType="application/vnd.openxmlformats-officedocument.presentationml.tags+xml"/>
  <Override PartName="/ppt/tags/tag676.xml" ContentType="application/vnd.openxmlformats-officedocument.presentationml.tags+xml"/>
  <Override PartName="/ppt/tags/tag677.xml" ContentType="application/vnd.openxmlformats-officedocument.presentationml.tags+xml"/>
  <Override PartName="/ppt/tags/tag678.xml" ContentType="application/vnd.openxmlformats-officedocument.presentationml.tags+xml"/>
  <Override PartName="/ppt/notesSlides/notesSlide67.xml" ContentType="application/vnd.openxmlformats-officedocument.presentationml.notesSlide+xml"/>
  <Override PartName="/ppt/tags/tag679.xml" ContentType="application/vnd.openxmlformats-officedocument.presentationml.tags+xml"/>
  <Override PartName="/ppt/tags/tag680.xml" ContentType="application/vnd.openxmlformats-officedocument.presentationml.tags+xml"/>
  <Override PartName="/ppt/tags/tag681.xml" ContentType="application/vnd.openxmlformats-officedocument.presentationml.tags+xml"/>
  <Override PartName="/ppt/tags/tag682.xml" ContentType="application/vnd.openxmlformats-officedocument.presentationml.tags+xml"/>
  <Override PartName="/ppt/tags/tag683.xml" ContentType="application/vnd.openxmlformats-officedocument.presentationml.tags+xml"/>
  <Override PartName="/ppt/tags/tag684.xml" ContentType="application/vnd.openxmlformats-officedocument.presentationml.tags+xml"/>
  <Override PartName="/ppt/tags/tag685.xml" ContentType="application/vnd.openxmlformats-officedocument.presentationml.tags+xml"/>
  <Override PartName="/ppt/tags/tag686.xml" ContentType="application/vnd.openxmlformats-officedocument.presentationml.tags+xml"/>
  <Override PartName="/ppt/tags/tag687.xml" ContentType="application/vnd.openxmlformats-officedocument.presentationml.tags+xml"/>
  <Override PartName="/ppt/tags/tag688.xml" ContentType="application/vnd.openxmlformats-officedocument.presentationml.tags+xml"/>
  <Override PartName="/ppt/tags/tag689.xml" ContentType="application/vnd.openxmlformats-officedocument.presentationml.tags+xml"/>
  <Override PartName="/ppt/tags/tag690.xml" ContentType="application/vnd.openxmlformats-officedocument.presentationml.tags+xml"/>
  <Override PartName="/ppt/notesSlides/notesSlide68.xml" ContentType="application/vnd.openxmlformats-officedocument.presentationml.notesSlide+xml"/>
  <Override PartName="/ppt/tags/tag691.xml" ContentType="application/vnd.openxmlformats-officedocument.presentationml.tags+xml"/>
  <Override PartName="/ppt/tags/tag692.xml" ContentType="application/vnd.openxmlformats-officedocument.presentationml.tags+xml"/>
  <Override PartName="/ppt/tags/tag693.xml" ContentType="application/vnd.openxmlformats-officedocument.presentationml.tags+xml"/>
  <Override PartName="/ppt/tags/tag694.xml" ContentType="application/vnd.openxmlformats-officedocument.presentationml.tags+xml"/>
  <Override PartName="/ppt/tags/tag695.xml" ContentType="application/vnd.openxmlformats-officedocument.presentationml.tags+xml"/>
  <Override PartName="/ppt/tags/tag696.xml" ContentType="application/vnd.openxmlformats-officedocument.presentationml.tags+xml"/>
  <Override PartName="/ppt/tags/tag697.xml" ContentType="application/vnd.openxmlformats-officedocument.presentationml.tags+xml"/>
  <Override PartName="/ppt/tags/tag698.xml" ContentType="application/vnd.openxmlformats-officedocument.presentationml.tags+xml"/>
  <Override PartName="/ppt/tags/tag699.xml" ContentType="application/vnd.openxmlformats-officedocument.presentationml.tags+xml"/>
  <Override PartName="/ppt/tags/tag700.xml" ContentType="application/vnd.openxmlformats-officedocument.presentationml.tags+xml"/>
  <Override PartName="/ppt/tags/tag701.xml" ContentType="application/vnd.openxmlformats-officedocument.presentationml.tags+xml"/>
  <Override PartName="/ppt/tags/tag702.xml" ContentType="application/vnd.openxmlformats-officedocument.presentationml.tags+xml"/>
  <Override PartName="/ppt/tags/tag703.xml" ContentType="application/vnd.openxmlformats-officedocument.presentationml.tags+xml"/>
  <Override PartName="/ppt/tags/tag704.xml" ContentType="application/vnd.openxmlformats-officedocument.presentationml.tags+xml"/>
  <Override PartName="/ppt/tags/tag705.xml" ContentType="application/vnd.openxmlformats-officedocument.presentationml.tags+xml"/>
  <Override PartName="/ppt/tags/tag706.xml" ContentType="application/vnd.openxmlformats-officedocument.presentationml.tags+xml"/>
  <Override PartName="/ppt/tags/tag707.xml" ContentType="application/vnd.openxmlformats-officedocument.presentationml.tags+xml"/>
  <Override PartName="/ppt/notesSlides/notesSlide69.xml" ContentType="application/vnd.openxmlformats-officedocument.presentationml.notesSlide+xml"/>
  <Override PartName="/ppt/tags/tag708.xml" ContentType="application/vnd.openxmlformats-officedocument.presentationml.tags+xml"/>
  <Override PartName="/ppt/tags/tag709.xml" ContentType="application/vnd.openxmlformats-officedocument.presentationml.tags+xml"/>
  <Override PartName="/ppt/notesSlides/notesSlide70.xml" ContentType="application/vnd.openxmlformats-officedocument.presentationml.notesSlide+xml"/>
  <Override PartName="/ppt/tags/tag710.xml" ContentType="application/vnd.openxmlformats-officedocument.presentationml.tags+xml"/>
  <Override PartName="/ppt/tags/tag711.xml" ContentType="application/vnd.openxmlformats-officedocument.presentationml.tags+xml"/>
  <Override PartName="/ppt/tags/tag712.xml" ContentType="application/vnd.openxmlformats-officedocument.presentationml.tags+xml"/>
  <Override PartName="/ppt/notesSlides/notesSlide71.xml" ContentType="application/vnd.openxmlformats-officedocument.presentationml.notesSlide+xml"/>
  <Override PartName="/ppt/tags/tag713.xml" ContentType="application/vnd.openxmlformats-officedocument.presentationml.tags+xml"/>
  <Override PartName="/ppt/tags/tag714.xml" ContentType="application/vnd.openxmlformats-officedocument.presentationml.tags+xml"/>
  <Override PartName="/ppt/tags/tag715.xml" ContentType="application/vnd.openxmlformats-officedocument.presentationml.tags+xml"/>
  <Override PartName="/ppt/tags/tag716.xml" ContentType="application/vnd.openxmlformats-officedocument.presentationml.tags+xml"/>
  <Override PartName="/ppt/notesSlides/notesSlide72.xml" ContentType="application/vnd.openxmlformats-officedocument.presentationml.notesSlide+xml"/>
  <Override PartName="/ppt/tags/tag717.xml" ContentType="application/vnd.openxmlformats-officedocument.presentationml.tags+xml"/>
  <Override PartName="/ppt/tags/tag718.xml" ContentType="application/vnd.openxmlformats-officedocument.presentationml.tags+xml"/>
  <Override PartName="/ppt/tags/tag719.xml" ContentType="application/vnd.openxmlformats-officedocument.presentationml.tags+xml"/>
  <Override PartName="/ppt/tags/tag720.xml" ContentType="application/vnd.openxmlformats-officedocument.presentationml.tags+xml"/>
  <Override PartName="/ppt/tags/tag721.xml" ContentType="application/vnd.openxmlformats-officedocument.presentationml.tags+xml"/>
  <Override PartName="/ppt/notesSlides/notesSlide73.xml" ContentType="application/vnd.openxmlformats-officedocument.presentationml.notesSlide+xml"/>
  <Override PartName="/ppt/tags/tag722.xml" ContentType="application/vnd.openxmlformats-officedocument.presentationml.tags+xml"/>
  <Override PartName="/ppt/tags/tag723.xml" ContentType="application/vnd.openxmlformats-officedocument.presentationml.tags+xml"/>
  <Override PartName="/ppt/tags/tag724.xml" ContentType="application/vnd.openxmlformats-officedocument.presentationml.tags+xml"/>
  <Override PartName="/ppt/tags/tag725.xml" ContentType="application/vnd.openxmlformats-officedocument.presentationml.tags+xml"/>
  <Override PartName="/ppt/tags/tag726.xml" ContentType="application/vnd.openxmlformats-officedocument.presentationml.tags+xml"/>
  <Override PartName="/ppt/tags/tag727.xml" ContentType="application/vnd.openxmlformats-officedocument.presentationml.tags+xml"/>
  <Override PartName="/ppt/notesSlides/notesSlide74.xml" ContentType="application/vnd.openxmlformats-officedocument.presentationml.notesSlide+xml"/>
  <Override PartName="/ppt/tags/tag728.xml" ContentType="application/vnd.openxmlformats-officedocument.presentationml.tags+xml"/>
  <Override PartName="/ppt/tags/tag729.xml" ContentType="application/vnd.openxmlformats-officedocument.presentationml.tags+xml"/>
  <Override PartName="/ppt/tags/tag730.xml" ContentType="application/vnd.openxmlformats-officedocument.presentationml.tags+xml"/>
  <Override PartName="/ppt/tags/tag731.xml" ContentType="application/vnd.openxmlformats-officedocument.presentationml.tags+xml"/>
  <Override PartName="/ppt/tags/tag732.xml" ContentType="application/vnd.openxmlformats-officedocument.presentationml.tags+xml"/>
  <Override PartName="/ppt/tags/tag733.xml" ContentType="application/vnd.openxmlformats-officedocument.presentationml.tags+xml"/>
  <Override PartName="/ppt/tags/tag734.xml" ContentType="application/vnd.openxmlformats-officedocument.presentationml.tags+xml"/>
  <Override PartName="/ppt/notesSlides/notesSlide75.xml" ContentType="application/vnd.openxmlformats-officedocument.presentationml.notesSlide+xml"/>
  <Override PartName="/ppt/tags/tag735.xml" ContentType="application/vnd.openxmlformats-officedocument.presentationml.tags+xml"/>
  <Override PartName="/ppt/tags/tag736.xml" ContentType="application/vnd.openxmlformats-officedocument.presentationml.tags+xml"/>
  <Override PartName="/ppt/tags/tag737.xml" ContentType="application/vnd.openxmlformats-officedocument.presentationml.tags+xml"/>
  <Override PartName="/ppt/tags/tag738.xml" ContentType="application/vnd.openxmlformats-officedocument.presentationml.tags+xml"/>
  <Override PartName="/ppt/tags/tag739.xml" ContentType="application/vnd.openxmlformats-officedocument.presentationml.tags+xml"/>
  <Override PartName="/ppt/notesSlides/notesSlide76.xml" ContentType="application/vnd.openxmlformats-officedocument.presentationml.notesSlide+xml"/>
  <Override PartName="/ppt/tags/tag740.xml" ContentType="application/vnd.openxmlformats-officedocument.presentationml.tags+xml"/>
  <Override PartName="/ppt/tags/tag741.xml" ContentType="application/vnd.openxmlformats-officedocument.presentationml.tags+xml"/>
  <Override PartName="/ppt/tags/tag742.xml" ContentType="application/vnd.openxmlformats-officedocument.presentationml.tags+xml"/>
  <Override PartName="/ppt/tags/tag743.xml" ContentType="application/vnd.openxmlformats-officedocument.presentationml.tags+xml"/>
  <Override PartName="/ppt/tags/tag744.xml" ContentType="application/vnd.openxmlformats-officedocument.presentationml.tags+xml"/>
  <Override PartName="/ppt/tags/tag745.xml" ContentType="application/vnd.openxmlformats-officedocument.presentationml.tags+xml"/>
  <Override PartName="/ppt/tags/tag746.xml" ContentType="application/vnd.openxmlformats-officedocument.presentationml.tags+xml"/>
  <Override PartName="/ppt/tags/tag747.xml" ContentType="application/vnd.openxmlformats-officedocument.presentationml.tags+xml"/>
  <Override PartName="/ppt/notesSlides/notesSlide77.xml" ContentType="application/vnd.openxmlformats-officedocument.presentationml.notesSlide+xml"/>
  <Override PartName="/ppt/tags/tag748.xml" ContentType="application/vnd.openxmlformats-officedocument.presentationml.tags+xml"/>
  <Override PartName="/ppt/tags/tag749.xml" ContentType="application/vnd.openxmlformats-officedocument.presentationml.tags+xml"/>
  <Override PartName="/ppt/tags/tag750.xml" ContentType="application/vnd.openxmlformats-officedocument.presentationml.tags+xml"/>
  <Override PartName="/ppt/tags/tag751.xml" ContentType="application/vnd.openxmlformats-officedocument.presentationml.tags+xml"/>
  <Override PartName="/ppt/tags/tag752.xml" ContentType="application/vnd.openxmlformats-officedocument.presentationml.tags+xml"/>
  <Override PartName="/ppt/tags/tag753.xml" ContentType="application/vnd.openxmlformats-officedocument.presentationml.tags+xml"/>
  <Override PartName="/ppt/tags/tag754.xml" ContentType="application/vnd.openxmlformats-officedocument.presentationml.tags+xml"/>
  <Override PartName="/ppt/tags/tag755.xml" ContentType="application/vnd.openxmlformats-officedocument.presentationml.tags+xml"/>
  <Override PartName="/ppt/tags/tag756.xml" ContentType="application/vnd.openxmlformats-officedocument.presentationml.tags+xml"/>
  <Override PartName="/ppt/tags/tag757.xml" ContentType="application/vnd.openxmlformats-officedocument.presentationml.tags+xml"/>
  <Override PartName="/ppt/tags/tag758.xml" ContentType="application/vnd.openxmlformats-officedocument.presentationml.tags+xml"/>
  <Override PartName="/ppt/notesSlides/notesSlide78.xml" ContentType="application/vnd.openxmlformats-officedocument.presentationml.notesSlide+xml"/>
  <Override PartName="/ppt/tags/tag759.xml" ContentType="application/vnd.openxmlformats-officedocument.presentationml.tags+xml"/>
  <Override PartName="/ppt/tags/tag760.xml" ContentType="application/vnd.openxmlformats-officedocument.presentationml.tags+xml"/>
  <Override PartName="/ppt/tags/tag761.xml" ContentType="application/vnd.openxmlformats-officedocument.presentationml.tags+xml"/>
  <Override PartName="/ppt/tags/tag762.xml" ContentType="application/vnd.openxmlformats-officedocument.presentationml.tags+xml"/>
  <Override PartName="/ppt/tags/tag763.xml" ContentType="application/vnd.openxmlformats-officedocument.presentationml.tags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81"/>
  </p:notesMasterIdLst>
  <p:sldIdLst>
    <p:sldId id="329" r:id="rId2"/>
    <p:sldId id="331" r:id="rId3"/>
    <p:sldId id="332" r:id="rId4"/>
    <p:sldId id="333" r:id="rId5"/>
    <p:sldId id="334" r:id="rId6"/>
    <p:sldId id="335" r:id="rId7"/>
    <p:sldId id="336" r:id="rId8"/>
    <p:sldId id="330" r:id="rId9"/>
    <p:sldId id="338" r:id="rId10"/>
    <p:sldId id="339" r:id="rId11"/>
    <p:sldId id="340" r:id="rId12"/>
    <p:sldId id="337" r:id="rId13"/>
    <p:sldId id="342" r:id="rId14"/>
    <p:sldId id="343" r:id="rId15"/>
    <p:sldId id="344" r:id="rId16"/>
    <p:sldId id="341" r:id="rId17"/>
    <p:sldId id="345" r:id="rId18"/>
    <p:sldId id="347" r:id="rId19"/>
    <p:sldId id="348" r:id="rId20"/>
    <p:sldId id="346" r:id="rId21"/>
    <p:sldId id="350" r:id="rId22"/>
    <p:sldId id="351" r:id="rId23"/>
    <p:sldId id="349" r:id="rId24"/>
    <p:sldId id="352" r:id="rId25"/>
    <p:sldId id="354" r:id="rId26"/>
    <p:sldId id="355" r:id="rId27"/>
    <p:sldId id="353" r:id="rId28"/>
    <p:sldId id="356" r:id="rId29"/>
    <p:sldId id="357" r:id="rId30"/>
    <p:sldId id="359" r:id="rId31"/>
    <p:sldId id="360" r:id="rId32"/>
    <p:sldId id="361" r:id="rId33"/>
    <p:sldId id="362" r:id="rId34"/>
    <p:sldId id="358" r:id="rId35"/>
    <p:sldId id="364" r:id="rId36"/>
    <p:sldId id="365" r:id="rId37"/>
    <p:sldId id="366" r:id="rId38"/>
    <p:sldId id="367" r:id="rId39"/>
    <p:sldId id="363" r:id="rId40"/>
    <p:sldId id="368" r:id="rId41"/>
    <p:sldId id="370" r:id="rId42"/>
    <p:sldId id="369" r:id="rId43"/>
    <p:sldId id="372" r:id="rId44"/>
    <p:sldId id="373" r:id="rId45"/>
    <p:sldId id="371" r:id="rId46"/>
    <p:sldId id="375" r:id="rId47"/>
    <p:sldId id="374" r:id="rId48"/>
    <p:sldId id="377" r:id="rId49"/>
    <p:sldId id="378" r:id="rId50"/>
    <p:sldId id="376" r:id="rId51"/>
    <p:sldId id="379" r:id="rId52"/>
    <p:sldId id="381" r:id="rId53"/>
    <p:sldId id="380" r:id="rId54"/>
    <p:sldId id="383" r:id="rId55"/>
    <p:sldId id="384" r:id="rId56"/>
    <p:sldId id="382" r:id="rId57"/>
    <p:sldId id="385" r:id="rId58"/>
    <p:sldId id="386" r:id="rId59"/>
    <p:sldId id="388" r:id="rId60"/>
    <p:sldId id="389" r:id="rId61"/>
    <p:sldId id="390" r:id="rId62"/>
    <p:sldId id="391" r:id="rId63"/>
    <p:sldId id="387" r:id="rId64"/>
    <p:sldId id="393" r:id="rId65"/>
    <p:sldId id="394" r:id="rId66"/>
    <p:sldId id="392" r:id="rId67"/>
    <p:sldId id="396" r:id="rId68"/>
    <p:sldId id="397" r:id="rId69"/>
    <p:sldId id="395" r:id="rId70"/>
    <p:sldId id="398" r:id="rId71"/>
    <p:sldId id="400" r:id="rId72"/>
    <p:sldId id="401" r:id="rId73"/>
    <p:sldId id="402" r:id="rId74"/>
    <p:sldId id="403" r:id="rId75"/>
    <p:sldId id="399" r:id="rId76"/>
    <p:sldId id="405" r:id="rId77"/>
    <p:sldId id="406" r:id="rId78"/>
    <p:sldId id="404" r:id="rId79"/>
    <p:sldId id="407" r:id="rId80"/>
  </p:sldIdLst>
  <p:sldSz cx="24387175" cy="13716000"/>
  <p:notesSz cx="13716000" cy="24387175"/>
  <p:embeddedFontLst>
    <p:embeddedFont>
      <p:font typeface="Encode Sans" pitchFamily="2" charset="0"/>
      <p:regular r:id="rId82"/>
      <p:bold r:id="rId83"/>
    </p:embeddedFont>
    <p:embeddedFont>
      <p:font typeface="Encode Sans SemiBold" pitchFamily="2" charset="0"/>
      <p:regular r:id="rId84"/>
      <p:bold r:id="rId85"/>
    </p:embeddedFont>
    <p:embeddedFont>
      <p:font typeface="Roboto" panose="02000000000000000000" pitchFamily="2" charset="0"/>
      <p:regular r:id="rId86"/>
      <p:bold r:id="rId87"/>
      <p:italic r:id="rId88"/>
      <p:boldItalic r:id="rId89"/>
    </p:embeddedFont>
    <p:embeddedFont>
      <p:font typeface="Segoe UI Symbol" panose="020B0502040204020203" pitchFamily="34" charset="0"/>
      <p:regular r:id="rId90"/>
    </p:embeddedFont>
    <p:embeddedFont>
      <p:font typeface="Ubuntu Mono" panose="020B0309030602030204" pitchFamily="49" charset="0"/>
      <p:regular r:id="rId91"/>
      <p:bold r:id="rId9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339">
          <p15:clr>
            <a:srgbClr val="747775"/>
          </p15:clr>
        </p15:guide>
        <p15:guide id="2" pos="768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3" roundtripDataSignature="AMtx7mhO2+9mf9/IodkjW8n4ottlZ3ZES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0561" autoAdjust="0"/>
  </p:normalViewPr>
  <p:slideViewPr>
    <p:cSldViewPr snapToGrid="0">
      <p:cViewPr varScale="1">
        <p:scale>
          <a:sx n="42" d="100"/>
          <a:sy n="42" d="100"/>
        </p:scale>
        <p:origin x="1596" y="48"/>
      </p:cViewPr>
      <p:guideLst>
        <p:guide orient="horz" pos="5339"/>
        <p:guide pos="7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3.fntdata"/><Relationship Id="rId89" Type="http://schemas.openxmlformats.org/officeDocument/2006/relationships/font" Target="fonts/font8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font" Target="fonts/font9.fntdata"/><Relationship Id="rId95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2.fntdata"/><Relationship Id="rId88" Type="http://schemas.openxmlformats.org/officeDocument/2006/relationships/font" Target="fonts/font7.fntdata"/><Relationship Id="rId91" Type="http://schemas.openxmlformats.org/officeDocument/2006/relationships/font" Target="fonts/font10.fntdata"/><Relationship Id="rId9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font" Target="fonts/font5.fntdata"/><Relationship Id="rId9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font" Target="fonts/font1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6.fntdata"/><Relationship Id="rId61" Type="http://schemas.openxmlformats.org/officeDocument/2006/relationships/slide" Target="slides/slide60.xml"/><Relationship Id="rId82" Type="http://schemas.openxmlformats.org/officeDocument/2006/relationships/font" Target="fonts/font1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286450" y="1829025"/>
            <a:ext cx="9144450" cy="91451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371600" y="11583900"/>
            <a:ext cx="10972800" cy="10974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Recap do diagnóstico. Na aula passada eu mostrei o achado; agora ele vira o fio de um ciclo inteiro: decidir, corrigir e provar.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Essa é a conversa real, no Telegram, 14 de setembro. Eu cozinhei, contei pro produto, ele perguntou quantas porções — do jeito que eu mesmo desenhei, nunca chutar. Eu respondi. Ele perguntou de novo, mais genérico. Eu respondi de novo. E acabou num emoji.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Nada deu erro. Nenhum log, nenhum alarme. O hambúrguer simplesmente não existe no sistema.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2/7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3/7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4/7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5/7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6/7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7/7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Olhando trace por trace: a classificação está certa nas quatro. A mensagem 2 não tinha número, então perguntou. A mensagem 3 não repetia o nome do prato — e o classificador só recebe a mensagem atual, começa do zero. A 4, sem contexto, parece um desejo.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 última coluna é o problema: nada ficou gravado em nenhuma das quatro. Nem a pergunta.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2/4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3/4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4/4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 framework de diagnóstico que a gente usou nos outros episódios não fecha aqui. Não é prompt, não é dado, não é modelo. É uma quarta categoria: arquitetura. A pergunta foi feita e ninguém guardou que ela foi feita.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Ponte: eu já sei o que quebrou. Antes de abrir código, eu preciso decidir o caminho.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2/4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3/4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4/4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D3 aplicada: antes de gravar este vídeo, a mensagem "Preparei sopa de abóbora" já foi mandada no grupo, sem resposta. Ela vai expirar sozinha até o 4.2.5.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Eu já tenho um backlog pra esse episódio, com três caminhos. Eu tenho opinião sobre qual é o certo — mas eu não quero que o Claude só concorde comigo. Vou dar o código real e perguntar qual deles resolve o caso de verdade sem criar um problema maior.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(P4 fica de fora da tabela de propósito: em qualquer caminho, eu preciso de um jeito de provar.)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f8342f7686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1" name="Google Shape;591;g3f8342f7686_0_10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AÇÃO: tela cheia no chat do Claude, colar o prompt de docs/aula4-concierge-debate-e-fechamento.md §2.1, anexando intencao-efeitos.js e telegram.js. Deixar terminar e ler em voz alta a parte sobre P3.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RAMIFICAÇÃO A (recomenda P1): Bateu com o backlog. Mas repara no motivo que importa pra mim: P3 parece a solução "inteligente", só que ela devolve pro modelo uma decisão que hoje é do código — o que é resposta a quê. Aí cada conversa longa vira uma chance nova de o modelo ligar a resposta no prato errado, e isso não aparece em lugar nenhum.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RAMIFICAÇÃO B (recomenda P2 ou P3): Olha que interessante: ele foi pro caminho mais geral. Não está errado em tese — mas eu tenho um caso real, um só. Generalizar sem um segundo caso é especular. E memória de conversa tira do código uma decisão que hoje é verificável. Eu fico com P1 e anoto o resto.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Não corrigir o Claude no ar.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8342f7686_0_10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f8342f7686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1" name="Google Shape;591;g3f8342f7686_0_10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8342f7686_0_10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f8342f7686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1" name="Google Shape;591;g3f8342f7686_0_10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8342f7686_0_10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f8342f7686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9" name="Google Shape;269;g3f8342f7686_0_4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Essa é a frase do P1. O guardrail de perguntar em vez de chutar estava certo. O que faltava era guardar a pergunta num lugar que a próxima mensagem consulta antes de classificar do zero.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g3f8342f7686_0_4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Só que P1, do jeito que está escrito, tem um furo. Ele guarda a pergunta pendente. E se ninguém nunca responder? A pendência fica lá, aberta, pra sempre — e ninguém fica sabendo que o prato não entrou. É o mesmo bug de 14/09, só que um passo depois: silêncio de novo.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Então a pendência precisa de um fim que alguém veja. Ou resolve, ou expira com um aviso claro. Não é bonito, mas é visível. E visível é o requisito.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Ponte: agora sim eu tenho um caminho. Antes de pedir código, quatro decisões pequenas — e uma delas eu ainda não fechei direito.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Este vídeo é o antigo capítulo 4.4.1 (D2: fundidos).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TELA: docs/aula4-sdd-pre-manufaturado-episodio-d.md aberto no editor.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Esse é o rascunho da seção 11.7 da SDD do produto. Observação, diagnóstico, restrição derivada, onde mexer — o mesmo formato dos outros achados. A restrição tem duas partes: guardar a pergunta, e garantir que ela termina em algo que alguém vê.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Antes de escrever uma linha de código, quatro decisões pequenas que fazem diferença depois. Vou decidir as quatro agora, em voz alta, e registrar na SDD.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AÇÃO: editar o bloco "Pontos pra debater ao vivo" da SDD pré-manufaturada, fechando as quatro em texto corrido. Uma resposta entra por frame.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1. aguardando_porcoes: simetria com aguardando_categoria, que já existe.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2. Coluna nova item_pendente, não reusar descricao: mais explícito pro eval consultar depois.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3. Janela: 20 minutos — decisão, mas com o debate aberto (próximo slide).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4. Só porcionamento. Generalizar pra qualquer guardrail fica pra quando houver um segundo caso real.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4/5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5/5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LEMBRETE (não é fala literal): o debate aconteceu em 17/09. Janela longa não custa API — o job não chama LLM — e frustra menos quem demora. O que segurou foi o risco de criar problema novo: o mesmo ator acumula mais de um prato pendente e o número cai no prato errado, em silêncio. Não é risco de confundir pessoas (filtro por actor_id).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FALA: Coloquei 20 minutos. Cheguei a pensar em duas horas — não custa nada a mais — mas aí eu abro espaço pra um bug novo: eu cozinho dois pratos, não respondo nenhum, e a próxima resposta vai pro prato errado sem ninguém perceber. Essa régua não está fechada; é uma aposta que o dado de uso vai confirmar ou derrubar.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4/5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5/5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Esse código eu subi antes de gravar. Vou mostrar a migração, o diff e o deploy reais — e testar ao vivo, contra produção, no próximo vídeo.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Essa é a única parte que eu não pedi pro Claude escrever — é schema, é barato, e é convenção deste projeto rodar migração manual no SQL Editor, documentada depois no schema.sql.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Reparem que já entra um terceiro status, expirada — não é só pendente ou resolvida. Uma pendência que nunca resolve precisa de um destino final que alguém vê.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2/2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TELA: diff de intencao-efeitos.js.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 fluxo de orçamento já resolve exatamente este problema pra outro caso — pergunta, guarda a pendência, a resposta seguinte resolve. O pedido pro Claude foi aplicar a mesma forma no porcionamento, com as quatro decisões explícitas.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Repara que a mudança inteira mora dentro de uma função que já existia — não precisou de arquitetura nova, só um pedaço de estado que faltava.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TELA: expiracao-porcionamento.js, ao lado de lembrete.js.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O produto já tem um job que cobra relato — lembrete.js, de hora em hora. A pendência precisa da mesma ideia, só que rápida: minutos, não horas, porque a conversa real se resolve ou morre em minutos.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 frase do aviso é literal de propósito — vira o padrão de UX pra qualquer guardrail futuro que expirar. Antes eu só fazia a pendência existir; agora ela sempre termina em algo que alguém vê.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2/2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f8342f7686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1" name="Google Shape;591;g3f8342f7686_0_10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TELA: terminal (git log da branch aula4/fix-episodio-d-porcionamento) e o PR real.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Aqui é onde este episódio se separa da 2.5: lá o PR era simulado. Aqui teve push, deploy no Railway, e esse código vale pra minha casa de verdade. Título, corpo, diff, merge — o mesmo destino de qualquer mudança de produto.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8342f7686_0_10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f8342f7686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1" name="Google Shape;591;g3f8342f7686_0_10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8342f7686_0_10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f8342f7686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1" name="Google Shape;591;g3f8342f7686_0_10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g3f8342f7686_0_10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Isso aqui não é o teste formal — o teste formal com Score é o próximo vídeo. É só: o código está no ar e faz as duas coisas que eu descrevi.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AÇÃO 1 (ao vivo): "Preparei frango desfiado, 300g" → esperar a pergunta → "Porcionei em 3 unidades" (sem repetir o prato, número único — nunca "dois de cada"). Confirmar que a resposta do bot menciona frango desfiado.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AÇÃO 2: mostrar no grupo o aviso da sopa, já expirado.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FALA: Mandei essa antes de começar, de propósito, pra não fazer vocês esperarem vinte minutos.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o bot não reconhecer a continuação ou não houver aviso: parar aqui, não seguir pro eval fingindo que funcionou.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2/2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D1 = A, contado em câmera.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 mensagem real daquele dia não traz número nenhum. Chegar a 4 é somar, e a regra de ouro proíbe o modelo de fazer conta. O que o fix faz: pergunta de novo, já citando o prato — a referência não se perde mais, e a pendência continua viva. Melhor que silêncio. Mas o Diego de 14/09 ainda teria que mandar "porcionei em 4".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Fica no backlog: o modelo separa as parcelas, o código soma. É a segunda volta, não esta.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SETUP (off): backfill da linha de 14/09 feito; nome do prato do "depois" anotado (frango desfiado); chat do Claude, evals/criterios.md e terminal abertos.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f8342f7686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9" name="Google Shape;269;g3f8342f7686_0_4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Aula 2.5 criou um eval do zero pra uma operação que nunca tinha eval. Hoje é diferente: ingerir-relato já tem três critérios. Só que nenhum pega o Episódio D, porque todos julgam um trace por vez — e a falha do hambúrguer só existe entre quatro traces.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AÇÃO: colar o prompt do passo 5.1 (docs/aula4-concierge-evals-episodio-d.md).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RAMIFICAÇÃO A (juiz decidindo qualidade): se resolveu ou não é fato, banco de dados — não entra pro juiz. Qualidade da pergunta é outro critério.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RAMIFICAÇÃO B (binário, cálculo em código): Isso. Ele já separou o que é fato do que seria opinião.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g3f8342f7686_0_4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Antes de fechar o critério, bato contra o que aconteceu em produção: 14 de setembro, quatro mensagens, 18h17 às 18h18, cada classificação correta. A mensagem 2 cria a pendência. A 3 tenta responder sem repetir o prato. A 4 nem é reconhecida como resposta.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Por isso este eval não pode ser "olhe o trace 3 e julgue" — o trace 3, isolado, está perfeito. O problema só existe quando você olha o par 2→3 junto.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4/5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5/5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AÇÃO: colar o bloco do passo 5.3 em evals/criterios.md; depois pedir o script (passo 5.4), no molde de run-eval-receita-premium.js.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 documento final não é a primeira resposta — é a proposta menos o que já é código, mais o que os quatro traces reais mostraram.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Expirada vale 0 mesmo com aviso: avisar que falhou não é o mesmo que o prato estar no estoque.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pt-BR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Repara: ele não inventou estrutura nova, reaproveitou a forma da 2.5. E fica mais simples, porque nem o eval decide o que é "resolvido" — o produto já decidiu.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AÇÃO: node evals/run-eval-ciclo-pergunta-resposta.js --limit 20 --dry-run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ANTES: Ali está o trace de 14 de setembro. Nota 0. Transparência: a linha que guarda essa pendência eu inseri à mão antes de gravar, com o timestamp real do incidente — em 14/09 o produto não persistia nada, esse era o bug. Não é dado fabricado, é o mesmo achado documentado entrando na estrutura que não existia na época.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AÇÃO: node evals/run-eval-ciclo-pergunta-resposta.js --limit 5 --dry-run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DEPOIS: Mesmo critério, mesmo script, trace novo — frango desfiado, resolvido, nota 1.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SOPA: E a sopa de abóbora aparece com zero. Não é o eval errando: é exatamente o que ele tem que dizer. O produto avisou — mas a sopa não está no estoque.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pt-BR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Opcional (5.6): rodar sem --dry-run pra gravar o Score real no Langfuse.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69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f3de5a4e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f3de5a4e7f_0_4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Substitui o 4.5 antigo ("quatro falhas, nenhuma gritou"). A aula não termina mais em diagnóstico: termina num ciclo fechado com prova.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f3de5a4e7f_0_4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70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Recapitulando o que a gente fez nesta aula. Eu não li código pra descobrir o problema: eu observei. Quatro mensagens, quatro classificações certas, e um prato que nunca existiu no sistema. O diagnóstico não era prompt, nem dado, nem modelo — era o produto em volta do modelo. Aí eu decidi o caminho, escrevi a restrição, subi o código, e criei um eval que enxerga o que nenhum dos três critérios anteriores enxergava: o ciclo, não a mensagem.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71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2/5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72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3/5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73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4/5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a0f14fdb3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fa0f14fdb3_0_16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pt-BR">
                <a:solidFill>
                  <a:schemeClr val="dk1"/>
                </a:solidFill>
              </a:rPr>
              <a:t>(animação forçada 5/5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fa0f14fdb3_0_16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75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645524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 agora o ponto que eu mais quero que fique. Essa correção não terminou o trabalho — ela trocou um problema invisível por três coisas visíveis. A janela de 20 minutos é uma aposta: se o dado mostrar muita pendência expirando, a régua estava errada. O aviso de ingestão não concluída é honesto, mas alguém precisa ler. E a mensagem real daquele dia ainda não resolve sozinha — somar é conta, e conta aqui é do código, não do modelo. O produto agora pergunta de novo, citando o prato. Melhor que silêncio. Não é o fim.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76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2/3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77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6efaed406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6efaed406_0_17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(animação forçada 3/3 — notas no primeiro frame)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g3f6efaed406_0_17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78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271588" y="1828800"/>
            <a:ext cx="16260763" cy="91455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Consertar não é o fim — é o começo do que observar. E quando o produto passa a perguntar, a avisar e a decidir coisas pela casa, a pergunta seguinte é inevitável: o que ele pode fazer sozinho, o que ele precisa me contar, e o que ele não deveria nem guardar. Isso é a Aula 5: guardrails, transparência e LGPD — começando justamente pelo episódio que eu deixei de propósito sem corrigir, o da lasanha.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4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2" pos="768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a ">
  <p:cSld name="Capa "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35" descr=" "/>
          <p:cNvPicPr preferRelativeResize="0"/>
          <p:nvPr/>
        </p:nvPicPr>
        <p:blipFill rotWithShape="1">
          <a:blip r:embed="rId2">
            <a:alphaModFix amt="50000"/>
          </a:blip>
          <a:srcRect l="588" r="-1"/>
          <a:stretch/>
        </p:blipFill>
        <p:spPr>
          <a:xfrm>
            <a:off x="8089900" y="0"/>
            <a:ext cx="16297148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35"/>
          <p:cNvSpPr/>
          <p:nvPr/>
        </p:nvSpPr>
        <p:spPr>
          <a:xfrm>
            <a:off x="2426003" y="2641600"/>
            <a:ext cx="13539892" cy="84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35"/>
          <p:cNvSpPr/>
          <p:nvPr/>
        </p:nvSpPr>
        <p:spPr>
          <a:xfrm>
            <a:off x="2426003" y="2641600"/>
            <a:ext cx="13539892" cy="706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35"/>
          <p:cNvSpPr/>
          <p:nvPr/>
        </p:nvSpPr>
        <p:spPr>
          <a:xfrm>
            <a:off x="2426003" y="10718800"/>
            <a:ext cx="459797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35"/>
          <p:cNvSpPr txBox="1">
            <a:spLocks noGrp="1"/>
          </p:cNvSpPr>
          <p:nvPr>
            <p:ph type="body" idx="1"/>
          </p:nvPr>
        </p:nvSpPr>
        <p:spPr>
          <a:xfrm>
            <a:off x="2315981" y="2414588"/>
            <a:ext cx="13963162" cy="626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DBFC7"/>
              </a:buClr>
              <a:buSzPts val="13200"/>
              <a:buFont typeface="Arial"/>
              <a:buNone/>
              <a:defRPr sz="13200" b="0" i="0" u="none" strike="noStrike" cap="none">
                <a:solidFill>
                  <a:srgbClr val="BDBFC7"/>
                </a:solidFill>
                <a:latin typeface="Encode Sans"/>
                <a:ea typeface="Encode Sans"/>
                <a:cs typeface="Encode Sans"/>
                <a:sym typeface="Encode Sans"/>
              </a:defRPr>
            </a:lvl1pPr>
            <a:lvl2pPr marL="914400" marR="0" lvl="1" indent="-10668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Char char="–"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2pPr>
            <a:lvl3pPr marL="1371600" marR="0" lvl="2" indent="-10668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Char char="•"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3pPr>
            <a:lvl4pPr marL="1828800" marR="0" lvl="3" indent="-10668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Char char="–"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4pPr>
            <a:lvl5pPr marL="2286000" marR="0" lvl="4" indent="-10668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Char char="»"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5"/>
          <p:cNvSpPr txBox="1">
            <a:spLocks noGrp="1"/>
          </p:cNvSpPr>
          <p:nvPr>
            <p:ph type="body" idx="2"/>
          </p:nvPr>
        </p:nvSpPr>
        <p:spPr>
          <a:xfrm>
            <a:off x="2315981" y="8892645"/>
            <a:ext cx="13963650" cy="81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rgbClr val="BDBFC7"/>
              </a:buClr>
              <a:buSzPts val="4800"/>
              <a:buFont typeface="Arial"/>
              <a:buNone/>
              <a:defRPr sz="4800" b="0" i="0" u="none" strike="noStrike" cap="none">
                <a:solidFill>
                  <a:srgbClr val="BDBFC7"/>
                </a:solidFill>
                <a:latin typeface="Encode Sans"/>
                <a:ea typeface="Encode Sans"/>
                <a:cs typeface="Encode Sans"/>
                <a:sym typeface="Encode Sans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5"/>
          <p:cNvSpPr txBox="1">
            <a:spLocks noGrp="1"/>
          </p:cNvSpPr>
          <p:nvPr>
            <p:ph type="body" idx="3"/>
          </p:nvPr>
        </p:nvSpPr>
        <p:spPr>
          <a:xfrm>
            <a:off x="2375778" y="10535920"/>
            <a:ext cx="9296400" cy="642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BDBFC7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BDBFC7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1">
  <p:cSld name="Título 1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6"/>
          <p:cNvSpPr/>
          <p:nvPr/>
        </p:nvSpPr>
        <p:spPr>
          <a:xfrm>
            <a:off x="-165904" y="-150471"/>
            <a:ext cx="24692658" cy="14040091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6"/>
          <p:cNvSpPr/>
          <p:nvPr/>
        </p:nvSpPr>
        <p:spPr>
          <a:xfrm>
            <a:off x="23433139" y="406400"/>
            <a:ext cx="477061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36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6"/>
          <p:cNvSpPr/>
          <p:nvPr/>
        </p:nvSpPr>
        <p:spPr>
          <a:xfrm>
            <a:off x="-10694737" y="-1130300"/>
            <a:ext cx="15965895" cy="159639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36"/>
          <p:cNvSpPr/>
          <p:nvPr/>
        </p:nvSpPr>
        <p:spPr>
          <a:xfrm>
            <a:off x="4216927" y="-1130300"/>
            <a:ext cx="15965895" cy="159639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" name="Google Shape;21;p36" descr="Ícone&#10;&#10;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140419" y="-144842"/>
            <a:ext cx="1568332" cy="1001005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6"/>
          <p:cNvSpPr txBox="1">
            <a:spLocks noGrp="1"/>
          </p:cNvSpPr>
          <p:nvPr>
            <p:ph type="body" idx="1"/>
          </p:nvPr>
        </p:nvSpPr>
        <p:spPr>
          <a:xfrm>
            <a:off x="7214502" y="5040312"/>
            <a:ext cx="11704637" cy="3622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2040"/>
              </a:spcBef>
              <a:spcAft>
                <a:spcPts val="0"/>
              </a:spcAft>
              <a:buClr>
                <a:srgbClr val="F4F4F6"/>
              </a:buClr>
              <a:buSzPts val="10200"/>
              <a:buFont typeface="Arial"/>
              <a:buNone/>
              <a:defRPr sz="10200" b="0" i="0" u="none" strike="noStrike" cap="none">
                <a:solidFill>
                  <a:srgbClr val="F4F4F6"/>
                </a:solidFill>
                <a:latin typeface="Encode Sans"/>
                <a:ea typeface="Encode Sans"/>
                <a:cs typeface="Encode Sans"/>
                <a:sym typeface="Encode Sans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texto">
  <p:cSld name="Título + texto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7"/>
          <p:cNvSpPr/>
          <p:nvPr/>
        </p:nvSpPr>
        <p:spPr>
          <a:xfrm>
            <a:off x="-143885" y="-152400"/>
            <a:ext cx="24674946" cy="13965382"/>
          </a:xfrm>
          <a:prstGeom prst="rect">
            <a:avLst/>
          </a:prstGeom>
          <a:solidFill>
            <a:srgbClr val="D6D4D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Google Shape;25;p37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605007" y="355600"/>
            <a:ext cx="13782041" cy="1336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37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53171" y="355600"/>
            <a:ext cx="3651917" cy="1336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37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" name="Google Shape;28;p37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37"/>
          <p:cNvSpPr/>
          <p:nvPr/>
        </p:nvSpPr>
        <p:spPr>
          <a:xfrm>
            <a:off x="2426003" y="3759200"/>
            <a:ext cx="9551594" cy="57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" name="Google Shape;30;p37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10629900"/>
            <a:ext cx="15638833" cy="308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37" descr=" 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226028" y="10629900"/>
            <a:ext cx="9161020" cy="3086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37"/>
          <p:cNvSpPr txBox="1">
            <a:spLocks noGrp="1"/>
          </p:cNvSpPr>
          <p:nvPr>
            <p:ph type="body" idx="1"/>
          </p:nvPr>
        </p:nvSpPr>
        <p:spPr>
          <a:xfrm>
            <a:off x="2317856" y="7017970"/>
            <a:ext cx="9767888" cy="401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37"/>
          <p:cNvSpPr txBox="1">
            <a:spLocks noGrp="1"/>
          </p:cNvSpPr>
          <p:nvPr>
            <p:ph type="body" idx="2"/>
          </p:nvPr>
        </p:nvSpPr>
        <p:spPr>
          <a:xfrm>
            <a:off x="2330450" y="3519120"/>
            <a:ext cx="9863138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72C"/>
              </a:buClr>
              <a:buSzPts val="9200"/>
              <a:buFont typeface="Arial"/>
              <a:buNone/>
              <a:defRPr sz="9200" b="0" i="0" u="none" strike="noStrike" cap="none">
                <a:solidFill>
                  <a:srgbClr val="26272C"/>
                </a:solidFill>
                <a:latin typeface="Encode Sans"/>
                <a:ea typeface="Encode Sans"/>
                <a:cs typeface="Encode Sans"/>
                <a:sym typeface="Encode Sans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144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None/>
              <a:defRPr sz="7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144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None/>
              <a:defRPr sz="7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144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None/>
              <a:defRPr sz="7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144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None/>
              <a:defRPr sz="7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a 1">
  <p:cSld name="Tema 1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8"/>
          <p:cNvSpPr/>
          <p:nvPr/>
        </p:nvSpPr>
        <p:spPr>
          <a:xfrm>
            <a:off x="-165904" y="-150471"/>
            <a:ext cx="24692658" cy="14040091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" name="Google Shape;36;p38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170252" y="462769"/>
            <a:ext cx="12791764" cy="127904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38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4734" y="424672"/>
            <a:ext cx="12791764" cy="1279046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38"/>
          <p:cNvSpPr/>
          <p:nvPr/>
        </p:nvSpPr>
        <p:spPr>
          <a:xfrm>
            <a:off x="3099187" y="-2235200"/>
            <a:ext cx="18201375" cy="181991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38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" name="Google Shape;40;p38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38" descr="Ícone&#10;&#10;O conteúdo gerado por IA pode estar incorreto.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202249" y="-8621"/>
            <a:ext cx="1568332" cy="1001005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38"/>
          <p:cNvSpPr txBox="1">
            <a:spLocks noGrp="1"/>
          </p:cNvSpPr>
          <p:nvPr>
            <p:ph type="body" idx="1"/>
          </p:nvPr>
        </p:nvSpPr>
        <p:spPr>
          <a:xfrm>
            <a:off x="6598775" y="3358662"/>
            <a:ext cx="11163300" cy="619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DBFC7"/>
              </a:buClr>
              <a:buSzPts val="13200"/>
              <a:buFont typeface="Arial"/>
              <a:buNone/>
              <a:defRPr sz="13200" b="0" i="0" u="none" strike="noStrike" cap="none">
                <a:solidFill>
                  <a:srgbClr val="BDBFC7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DBFC7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BDBFC7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DBFC7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BDBFC7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DBFC7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BDBFC7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DBFC7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BDBFC7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a 2">
  <p:cSld name="Tema 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9"/>
          <p:cNvSpPr/>
          <p:nvPr/>
        </p:nvSpPr>
        <p:spPr>
          <a:xfrm>
            <a:off x="4216927" y="-1130300"/>
            <a:ext cx="15965895" cy="15963900"/>
          </a:xfrm>
          <a:prstGeom prst="ellipse">
            <a:avLst/>
          </a:prstGeom>
          <a:solidFill>
            <a:srgbClr val="131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39"/>
          <p:cNvSpPr/>
          <p:nvPr/>
        </p:nvSpPr>
        <p:spPr>
          <a:xfrm>
            <a:off x="18798350" y="-1130300"/>
            <a:ext cx="15965895" cy="15963900"/>
          </a:xfrm>
          <a:prstGeom prst="ellipse">
            <a:avLst/>
          </a:prstGeom>
          <a:solidFill>
            <a:srgbClr val="131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39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" name="Google Shape;47;p39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39" descr="Ícone&#10;&#10;O conteúdo gerado por IA pode estar incorreto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202249" y="-8621"/>
            <a:ext cx="1568332" cy="10010051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9"/>
          <p:cNvSpPr txBox="1">
            <a:spLocks noGrp="1"/>
          </p:cNvSpPr>
          <p:nvPr>
            <p:ph type="body" idx="1"/>
          </p:nvPr>
        </p:nvSpPr>
        <p:spPr>
          <a:xfrm>
            <a:off x="431800" y="5135034"/>
            <a:ext cx="10833100" cy="80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8BEC"/>
              </a:buClr>
              <a:buSzPts val="13200"/>
              <a:buFont typeface="Arial"/>
              <a:buNone/>
              <a:defRPr sz="13200" b="0" i="0" u="none" strike="noStrike" cap="none">
                <a:solidFill>
                  <a:srgbClr val="5F8BEC"/>
                </a:solidFill>
                <a:latin typeface="Encode Sans"/>
                <a:ea typeface="Encode Sans"/>
                <a:cs typeface="Encode Sans"/>
                <a:sym typeface="Encode Sans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None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None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None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None/>
              <a:defRPr sz="13200" b="0" i="0" u="none" strike="noStrike" cap="none">
                <a:solidFill>
                  <a:schemeClr val="dk1"/>
                </a:solidFill>
                <a:latin typeface="Encode Sans"/>
                <a:ea typeface="Encode Sans"/>
                <a:cs typeface="Encode Sans"/>
                <a:sym typeface="Encode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lateral 1">
  <p:cSld name="Imagem lateral 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0"/>
          <p:cNvSpPr/>
          <p:nvPr/>
        </p:nvSpPr>
        <p:spPr>
          <a:xfrm>
            <a:off x="23433139" y="406400"/>
            <a:ext cx="477061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" name="Google Shape;52;p40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40"/>
          <p:cNvSpPr>
            <a:spLocks noGrp="1"/>
          </p:cNvSpPr>
          <p:nvPr>
            <p:ph type="pic" idx="2"/>
          </p:nvPr>
        </p:nvSpPr>
        <p:spPr>
          <a:xfrm flipH="1">
            <a:off x="14403599" y="-518160"/>
            <a:ext cx="12266400" cy="14538960"/>
          </a:xfrm>
          <a:prstGeom prst="flowChartDelay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lateral 2">
  <p:cSld name="Imagem lateral 2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1"/>
          <p:cNvSpPr>
            <a:spLocks noGrp="1"/>
          </p:cNvSpPr>
          <p:nvPr>
            <p:ph type="pic" idx="2"/>
          </p:nvPr>
        </p:nvSpPr>
        <p:spPr>
          <a:xfrm flipH="1">
            <a:off x="15109197" y="0"/>
            <a:ext cx="10752938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56" name="Google Shape;56;p41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41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41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ção">
  <p:cSld name="Citação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42"/>
          <p:cNvSpPr/>
          <p:nvPr/>
        </p:nvSpPr>
        <p:spPr>
          <a:xfrm>
            <a:off x="1460683" y="-1130300"/>
            <a:ext cx="15965895" cy="15963900"/>
          </a:xfrm>
          <a:prstGeom prst="ellipse">
            <a:avLst/>
          </a:prstGeom>
          <a:solidFill>
            <a:srgbClr val="131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42"/>
          <p:cNvSpPr/>
          <p:nvPr/>
        </p:nvSpPr>
        <p:spPr>
          <a:xfrm>
            <a:off x="16372346" y="-1130300"/>
            <a:ext cx="15965895" cy="15963900"/>
          </a:xfrm>
          <a:prstGeom prst="ellipse">
            <a:avLst/>
          </a:prstGeom>
          <a:solidFill>
            <a:srgbClr val="131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42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" name="Google Shape;63;p42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434429" y="406400"/>
            <a:ext cx="47436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42"/>
          <p:cNvSpPr/>
          <p:nvPr/>
        </p:nvSpPr>
        <p:spPr>
          <a:xfrm>
            <a:off x="4420152" y="5372100"/>
            <a:ext cx="15546743" cy="4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" name="Google Shape;65;p42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42330" y="4025900"/>
            <a:ext cx="1066933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42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39205" y="4311650"/>
            <a:ext cx="673184" cy="4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42"/>
          <p:cNvSpPr txBox="1">
            <a:spLocks noGrp="1"/>
          </p:cNvSpPr>
          <p:nvPr>
            <p:ph type="body" idx="1"/>
          </p:nvPr>
        </p:nvSpPr>
        <p:spPr>
          <a:xfrm>
            <a:off x="4439205" y="5284064"/>
            <a:ext cx="15751175" cy="34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F4F4F6"/>
              </a:buClr>
              <a:buSzPts val="4000"/>
              <a:buFont typeface="Arial"/>
              <a:buNone/>
              <a:defRPr sz="4000" b="0" i="0" u="none" strike="noStrike" cap="none">
                <a:solidFill>
                  <a:srgbClr val="F4F4F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42"/>
          <p:cNvSpPr txBox="1">
            <a:spLocks noGrp="1"/>
          </p:cNvSpPr>
          <p:nvPr>
            <p:ph type="body" idx="2"/>
          </p:nvPr>
        </p:nvSpPr>
        <p:spPr>
          <a:xfrm>
            <a:off x="4465016" y="9191625"/>
            <a:ext cx="15965487" cy="77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BDBFC7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BDBFC7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texto 2">
  <p:cSld name="Título + texto 2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3"/>
          <p:cNvSpPr/>
          <p:nvPr/>
        </p:nvSpPr>
        <p:spPr>
          <a:xfrm>
            <a:off x="-165904" y="-150471"/>
            <a:ext cx="24692658" cy="14040091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1" name="Google Shape;71;p43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170265" y="462769"/>
            <a:ext cx="12791776" cy="12790463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43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4722" y="424672"/>
            <a:ext cx="12791776" cy="1279046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43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" name="Google Shape;74;p43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434429" y="406400"/>
            <a:ext cx="47436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43"/>
          <p:cNvSpPr/>
          <p:nvPr/>
        </p:nvSpPr>
        <p:spPr>
          <a:xfrm>
            <a:off x="3099187" y="-2235200"/>
            <a:ext cx="18201375" cy="18199100"/>
          </a:xfrm>
          <a:prstGeom prst="ellipse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43"/>
          <p:cNvSpPr/>
          <p:nvPr/>
        </p:nvSpPr>
        <p:spPr>
          <a:xfrm>
            <a:off x="7328816" y="4051300"/>
            <a:ext cx="9742118" cy="561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3"/>
          <p:cNvSpPr txBox="1">
            <a:spLocks noGrp="1"/>
          </p:cNvSpPr>
          <p:nvPr>
            <p:ph type="body" idx="1"/>
          </p:nvPr>
        </p:nvSpPr>
        <p:spPr>
          <a:xfrm>
            <a:off x="7161212" y="3915833"/>
            <a:ext cx="10064750" cy="2657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43"/>
          <p:cNvSpPr txBox="1">
            <a:spLocks noGrp="1"/>
          </p:cNvSpPr>
          <p:nvPr>
            <p:ph type="body" idx="2"/>
          </p:nvPr>
        </p:nvSpPr>
        <p:spPr>
          <a:xfrm>
            <a:off x="6708775" y="6815348"/>
            <a:ext cx="10969625" cy="3522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+ título">
  <p:cSld name="Imagem + títul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44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170265" y="462769"/>
            <a:ext cx="12791776" cy="12790463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44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4722" y="424669"/>
            <a:ext cx="10652539" cy="12790463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44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" name="Google Shape;83;p44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434429" y="406400"/>
            <a:ext cx="47436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44"/>
          <p:cNvSpPr/>
          <p:nvPr/>
        </p:nvSpPr>
        <p:spPr>
          <a:xfrm>
            <a:off x="431854" y="13004800"/>
            <a:ext cx="296370" cy="34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rgbClr val="868998"/>
              </a:buClr>
              <a:buSzPts val="1600"/>
              <a:buFont typeface="Roboto"/>
              <a:buNone/>
            </a:pPr>
            <a:r>
              <a:rPr lang="en-US" sz="1600" b="0" i="0" u="none" strike="noStrike" cap="none">
                <a:solidFill>
                  <a:srgbClr val="868998"/>
                </a:solidFill>
                <a:latin typeface="Roboto"/>
                <a:ea typeface="Roboto"/>
                <a:cs typeface="Roboto"/>
                <a:sym typeface="Roboto"/>
              </a:rPr>
              <a:t>15</a:t>
            </a:r>
            <a:endParaRPr sz="16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44"/>
          <p:cNvSpPr>
            <a:spLocks noGrp="1"/>
          </p:cNvSpPr>
          <p:nvPr>
            <p:ph type="pic" idx="2"/>
          </p:nvPr>
        </p:nvSpPr>
        <p:spPr>
          <a:xfrm>
            <a:off x="1993900" y="3098800"/>
            <a:ext cx="20399375" cy="8801100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44"/>
          <p:cNvSpPr txBox="1">
            <a:spLocks noGrp="1"/>
          </p:cNvSpPr>
          <p:nvPr>
            <p:ph type="body" idx="1"/>
          </p:nvPr>
        </p:nvSpPr>
        <p:spPr>
          <a:xfrm>
            <a:off x="1993900" y="1437999"/>
            <a:ext cx="82169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44"/>
          <p:cNvSpPr txBox="1">
            <a:spLocks noGrp="1"/>
          </p:cNvSpPr>
          <p:nvPr>
            <p:ph type="body" idx="3"/>
          </p:nvPr>
        </p:nvSpPr>
        <p:spPr>
          <a:xfrm>
            <a:off x="16262350" y="1711566"/>
            <a:ext cx="6130925" cy="708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imagens">
  <p:cSld name="Duas imagen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45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170265" y="462769"/>
            <a:ext cx="12791776" cy="12790463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45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4722" y="424669"/>
            <a:ext cx="10652539" cy="12790463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45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45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434429" y="406400"/>
            <a:ext cx="47436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45"/>
          <p:cNvSpPr>
            <a:spLocks noGrp="1"/>
          </p:cNvSpPr>
          <p:nvPr>
            <p:ph type="pic" idx="2"/>
          </p:nvPr>
        </p:nvSpPr>
        <p:spPr>
          <a:xfrm>
            <a:off x="1148863" y="2222500"/>
            <a:ext cx="10480430" cy="9271000"/>
          </a:xfrm>
          <a:prstGeom prst="rect">
            <a:avLst/>
          </a:prstGeom>
          <a:noFill/>
          <a:ln>
            <a:noFill/>
          </a:ln>
        </p:spPr>
      </p:sp>
      <p:sp>
        <p:nvSpPr>
          <p:cNvPr id="94" name="Google Shape;94;p45"/>
          <p:cNvSpPr>
            <a:spLocks noGrp="1"/>
          </p:cNvSpPr>
          <p:nvPr>
            <p:ph type="pic" idx="3"/>
          </p:nvPr>
        </p:nvSpPr>
        <p:spPr>
          <a:xfrm>
            <a:off x="12757882" y="2205892"/>
            <a:ext cx="10480430" cy="9271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subtítulo">
  <p:cSld name="Título + subtítulo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6"/>
          <p:cNvSpPr/>
          <p:nvPr/>
        </p:nvSpPr>
        <p:spPr>
          <a:xfrm>
            <a:off x="-165904" y="-150471"/>
            <a:ext cx="24692658" cy="14040091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6"/>
          <p:cNvSpPr/>
          <p:nvPr/>
        </p:nvSpPr>
        <p:spPr>
          <a:xfrm>
            <a:off x="1994149" y="3302000"/>
            <a:ext cx="10415302" cy="71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46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9" name="Google Shape;99;p46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434429" y="406400"/>
            <a:ext cx="474362" cy="5930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0" name="Google Shape;100;p46"/>
          <p:cNvGrpSpPr/>
          <p:nvPr/>
        </p:nvGrpSpPr>
        <p:grpSpPr>
          <a:xfrm>
            <a:off x="10809051" y="1676205"/>
            <a:ext cx="13578125" cy="12039795"/>
            <a:chOff x="10809051" y="1676205"/>
            <a:chExt cx="13578125" cy="12039795"/>
          </a:xfrm>
        </p:grpSpPr>
        <p:pic>
          <p:nvPicPr>
            <p:cNvPr id="101" name="Google Shape;101;p46" descr=" 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815365" y="1689100"/>
              <a:ext cx="13571683" cy="12026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2" name="Google Shape;102;p46" descr=" 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809051" y="1739900"/>
              <a:ext cx="1574997" cy="11976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3" name="Google Shape;103;p46" descr=" 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 rot="5400000">
              <a:off x="17319527" y="-3232246"/>
              <a:ext cx="2159198" cy="119761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4" name="Google Shape;104;p46"/>
          <p:cNvSpPr txBox="1">
            <a:spLocks noGrp="1"/>
          </p:cNvSpPr>
          <p:nvPr>
            <p:ph type="body" idx="1"/>
          </p:nvPr>
        </p:nvSpPr>
        <p:spPr>
          <a:xfrm>
            <a:off x="1994149" y="3302000"/>
            <a:ext cx="11531600" cy="619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5" name="Google Shape;105;p46"/>
          <p:cNvSpPr txBox="1">
            <a:spLocks noGrp="1"/>
          </p:cNvSpPr>
          <p:nvPr>
            <p:ph type="body" idx="2"/>
          </p:nvPr>
        </p:nvSpPr>
        <p:spPr>
          <a:xfrm>
            <a:off x="1994149" y="9550400"/>
            <a:ext cx="10618788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tópicos ">
  <p:cSld name="Título + tópicos 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7"/>
          <p:cNvSpPr/>
          <p:nvPr/>
        </p:nvSpPr>
        <p:spPr>
          <a:xfrm>
            <a:off x="-165904" y="-150471"/>
            <a:ext cx="24692658" cy="14040091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8" name="Google Shape;108;p47" descr=" 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47"/>
          <p:cNvSpPr/>
          <p:nvPr/>
        </p:nvSpPr>
        <p:spPr>
          <a:xfrm>
            <a:off x="23434429" y="406400"/>
            <a:ext cx="474482" cy="5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47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47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26003" y="5537200"/>
            <a:ext cx="5004425" cy="552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47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572" y="6635750"/>
            <a:ext cx="711289" cy="71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47" descr=" 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36879" y="5537200"/>
            <a:ext cx="5017127" cy="552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47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989799" y="6635750"/>
            <a:ext cx="711289" cy="71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47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260457" y="5537200"/>
            <a:ext cx="5004425" cy="552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47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407026" y="6635750"/>
            <a:ext cx="711289" cy="7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47"/>
          <p:cNvSpPr/>
          <p:nvPr/>
        </p:nvSpPr>
        <p:spPr>
          <a:xfrm>
            <a:off x="2426003" y="1574800"/>
            <a:ext cx="11545743" cy="2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8" name="Google Shape;118;p47"/>
          <p:cNvCxnSpPr/>
          <p:nvPr/>
        </p:nvCxnSpPr>
        <p:spPr>
          <a:xfrm>
            <a:off x="2551710" y="12520246"/>
            <a:ext cx="3365197" cy="0"/>
          </a:xfrm>
          <a:prstGeom prst="straightConnector1">
            <a:avLst/>
          </a:prstGeom>
          <a:noFill/>
          <a:ln w="28575" cap="flat" cmpd="sng">
            <a:solidFill>
              <a:srgbClr val="0C0C0E"/>
            </a:solidFill>
            <a:prstDash val="solid"/>
            <a:miter lim="0"/>
            <a:headEnd type="none" w="sm" len="sm"/>
            <a:tailEnd type="none" w="sm" len="sm"/>
          </a:ln>
        </p:spPr>
      </p:cxnSp>
      <p:sp>
        <p:nvSpPr>
          <p:cNvPr id="119" name="Google Shape;119;p47"/>
          <p:cNvSpPr>
            <a:spLocks noGrp="1"/>
          </p:cNvSpPr>
          <p:nvPr>
            <p:ph type="pic" idx="2"/>
          </p:nvPr>
        </p:nvSpPr>
        <p:spPr>
          <a:xfrm>
            <a:off x="18670588" y="5537200"/>
            <a:ext cx="5716587" cy="5524500"/>
          </a:xfrm>
          <a:prstGeom prst="rect">
            <a:avLst/>
          </a:prstGeom>
          <a:noFill/>
          <a:ln>
            <a:noFill/>
          </a:ln>
        </p:spPr>
      </p:sp>
      <p:sp>
        <p:nvSpPr>
          <p:cNvPr id="120" name="Google Shape;120;p47"/>
          <p:cNvSpPr txBox="1">
            <a:spLocks noGrp="1"/>
          </p:cNvSpPr>
          <p:nvPr>
            <p:ph type="body" idx="1"/>
          </p:nvPr>
        </p:nvSpPr>
        <p:spPr>
          <a:xfrm>
            <a:off x="2426003" y="1502629"/>
            <a:ext cx="11868150" cy="1566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1" name="Google Shape;121;p47"/>
          <p:cNvSpPr txBox="1">
            <a:spLocks noGrp="1"/>
          </p:cNvSpPr>
          <p:nvPr>
            <p:ph type="body" idx="3"/>
          </p:nvPr>
        </p:nvSpPr>
        <p:spPr>
          <a:xfrm>
            <a:off x="2425876" y="3245935"/>
            <a:ext cx="11680825" cy="1336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47"/>
          <p:cNvSpPr txBox="1">
            <a:spLocks noGrp="1"/>
          </p:cNvSpPr>
          <p:nvPr>
            <p:ph type="body" idx="4"/>
          </p:nvPr>
        </p:nvSpPr>
        <p:spPr>
          <a:xfrm>
            <a:off x="3128963" y="8032750"/>
            <a:ext cx="3741737" cy="20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3" name="Google Shape;123;p47"/>
          <p:cNvSpPr>
            <a:spLocks noGrp="1"/>
          </p:cNvSpPr>
          <p:nvPr>
            <p:ph type="pic" idx="5"/>
          </p:nvPr>
        </p:nvSpPr>
        <p:spPr>
          <a:xfrm>
            <a:off x="4657725" y="6662738"/>
            <a:ext cx="684213" cy="684212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47"/>
          <p:cNvSpPr txBox="1">
            <a:spLocks noGrp="1"/>
          </p:cNvSpPr>
          <p:nvPr>
            <p:ph type="body" idx="6"/>
          </p:nvPr>
        </p:nvSpPr>
        <p:spPr>
          <a:xfrm>
            <a:off x="8437323" y="8032750"/>
            <a:ext cx="3741737" cy="20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5" name="Google Shape;125;p47"/>
          <p:cNvSpPr>
            <a:spLocks noGrp="1"/>
          </p:cNvSpPr>
          <p:nvPr>
            <p:ph type="pic" idx="7"/>
          </p:nvPr>
        </p:nvSpPr>
        <p:spPr>
          <a:xfrm>
            <a:off x="9966085" y="6662738"/>
            <a:ext cx="684213" cy="684212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47"/>
          <p:cNvSpPr txBox="1">
            <a:spLocks noGrp="1"/>
          </p:cNvSpPr>
          <p:nvPr>
            <p:ph type="body" idx="8"/>
          </p:nvPr>
        </p:nvSpPr>
        <p:spPr>
          <a:xfrm>
            <a:off x="13927607" y="8032750"/>
            <a:ext cx="3741737" cy="20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7" name="Google Shape;127;p47"/>
          <p:cNvSpPr>
            <a:spLocks noGrp="1"/>
          </p:cNvSpPr>
          <p:nvPr>
            <p:ph type="pic" idx="9"/>
          </p:nvPr>
        </p:nvSpPr>
        <p:spPr>
          <a:xfrm>
            <a:off x="15456369" y="6662738"/>
            <a:ext cx="684213" cy="684212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ndo escuro 1">
  <p:cSld name="Fundo escuro 1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8"/>
          <p:cNvSpPr/>
          <p:nvPr/>
        </p:nvSpPr>
        <p:spPr>
          <a:xfrm>
            <a:off x="-1397175" y="-1117600"/>
            <a:ext cx="15965895" cy="15963900"/>
          </a:xfrm>
          <a:prstGeom prst="ellipse">
            <a:avLst/>
          </a:prstGeom>
          <a:solidFill>
            <a:srgbClr val="0C0C0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48"/>
          <p:cNvSpPr/>
          <p:nvPr/>
        </p:nvSpPr>
        <p:spPr>
          <a:xfrm>
            <a:off x="13514489" y="-1117600"/>
            <a:ext cx="15965895" cy="15963900"/>
          </a:xfrm>
          <a:prstGeom prst="ellipse">
            <a:avLst/>
          </a:prstGeom>
          <a:solidFill>
            <a:srgbClr val="0C0C0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ndo escuro 2">
  <p:cSld name="Fundo escuro 2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9"/>
          <p:cNvSpPr/>
          <p:nvPr/>
        </p:nvSpPr>
        <p:spPr>
          <a:xfrm>
            <a:off x="-165904" y="-150471"/>
            <a:ext cx="24692658" cy="14040091"/>
          </a:xfrm>
          <a:prstGeom prst="rect">
            <a:avLst/>
          </a:prstGeom>
          <a:solidFill>
            <a:srgbClr val="13131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9"/>
          <p:cNvSpPr/>
          <p:nvPr/>
        </p:nvSpPr>
        <p:spPr>
          <a:xfrm>
            <a:off x="-6109464" y="-1117600"/>
            <a:ext cx="15965895" cy="159639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49"/>
          <p:cNvSpPr/>
          <p:nvPr/>
        </p:nvSpPr>
        <p:spPr>
          <a:xfrm>
            <a:off x="8719640" y="-1117600"/>
            <a:ext cx="15965895" cy="159639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8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F26B43"/>
          </p15:clr>
        </p15:guide>
        <p15:guide id="2" pos="768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5.xml"/><Relationship Id="rId7" Type="http://schemas.openxmlformats.org/officeDocument/2006/relationships/image" Target="../media/image15.png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4.png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tags" Target="../tags/tag8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12.xml"/><Relationship Id="rId7" Type="http://schemas.openxmlformats.org/officeDocument/2006/relationships/notesSlide" Target="../notesSlides/notesSlide4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3" Type="http://schemas.openxmlformats.org/officeDocument/2006/relationships/tags" Target="../tags/tag17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10" Type="http://schemas.openxmlformats.org/officeDocument/2006/relationships/image" Target="../media/image15.png"/><Relationship Id="rId4" Type="http://schemas.openxmlformats.org/officeDocument/2006/relationships/tags" Target="../tags/tag18.xml"/><Relationship Id="rId9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23.xml"/><Relationship Id="rId7" Type="http://schemas.openxmlformats.org/officeDocument/2006/relationships/tags" Target="../tags/tag27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11" Type="http://schemas.openxmlformats.org/officeDocument/2006/relationships/image" Target="../media/image15.png"/><Relationship Id="rId5" Type="http://schemas.openxmlformats.org/officeDocument/2006/relationships/tags" Target="../tags/tag25.xml"/><Relationship Id="rId10" Type="http://schemas.openxmlformats.org/officeDocument/2006/relationships/image" Target="../media/image4.png"/><Relationship Id="rId4" Type="http://schemas.openxmlformats.org/officeDocument/2006/relationships/tags" Target="../tags/tag24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12" Type="http://schemas.openxmlformats.org/officeDocument/2006/relationships/image" Target="../media/image15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11" Type="http://schemas.openxmlformats.org/officeDocument/2006/relationships/image" Target="../media/image4.png"/><Relationship Id="rId5" Type="http://schemas.openxmlformats.org/officeDocument/2006/relationships/tags" Target="../tags/tag32.xml"/><Relationship Id="rId10" Type="http://schemas.openxmlformats.org/officeDocument/2006/relationships/notesSlide" Target="../notesSlides/notesSlide7.xml"/><Relationship Id="rId4" Type="http://schemas.openxmlformats.org/officeDocument/2006/relationships/tags" Target="../tags/tag31.xml"/><Relationship Id="rId9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43.xml"/><Relationship Id="rId13" Type="http://schemas.openxmlformats.org/officeDocument/2006/relationships/image" Target="../media/image15.png"/><Relationship Id="rId3" Type="http://schemas.openxmlformats.org/officeDocument/2006/relationships/tags" Target="../tags/tag38.xml"/><Relationship Id="rId7" Type="http://schemas.openxmlformats.org/officeDocument/2006/relationships/tags" Target="../tags/tag42.xml"/><Relationship Id="rId12" Type="http://schemas.openxmlformats.org/officeDocument/2006/relationships/image" Target="../media/image4.png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tags" Target="../tags/tag41.xml"/><Relationship Id="rId11" Type="http://schemas.openxmlformats.org/officeDocument/2006/relationships/notesSlide" Target="../notesSlides/notesSlide8.xml"/><Relationship Id="rId5" Type="http://schemas.openxmlformats.org/officeDocument/2006/relationships/tags" Target="../tags/tag40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39.xml"/><Relationship Id="rId9" Type="http://schemas.openxmlformats.org/officeDocument/2006/relationships/tags" Target="../tags/tag4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2" Type="http://schemas.openxmlformats.org/officeDocument/2006/relationships/tags" Target="../tags/tag46.xml"/><Relationship Id="rId16" Type="http://schemas.openxmlformats.org/officeDocument/2006/relationships/image" Target="../media/image15.png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5" Type="http://schemas.openxmlformats.org/officeDocument/2006/relationships/image" Target="../media/image4.png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tags" Target="../tags/tag69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59.xml"/><Relationship Id="rId21" Type="http://schemas.openxmlformats.org/officeDocument/2006/relationships/image" Target="../media/image15.png"/><Relationship Id="rId7" Type="http://schemas.openxmlformats.org/officeDocument/2006/relationships/tags" Target="../tags/tag63.xml"/><Relationship Id="rId12" Type="http://schemas.openxmlformats.org/officeDocument/2006/relationships/tags" Target="../tags/tag68.xml"/><Relationship Id="rId17" Type="http://schemas.openxmlformats.org/officeDocument/2006/relationships/tags" Target="../tags/tag73.xml"/><Relationship Id="rId2" Type="http://schemas.openxmlformats.org/officeDocument/2006/relationships/tags" Target="../tags/tag58.xml"/><Relationship Id="rId16" Type="http://schemas.openxmlformats.org/officeDocument/2006/relationships/tags" Target="../tags/tag72.xml"/><Relationship Id="rId20" Type="http://schemas.openxmlformats.org/officeDocument/2006/relationships/image" Target="../media/image4.png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5" Type="http://schemas.openxmlformats.org/officeDocument/2006/relationships/tags" Target="../tags/tag71.xml"/><Relationship Id="rId10" Type="http://schemas.openxmlformats.org/officeDocument/2006/relationships/tags" Target="../tags/tag66.xml"/><Relationship Id="rId19" Type="http://schemas.openxmlformats.org/officeDocument/2006/relationships/notesSlide" Target="../notesSlides/notesSlide10.xml"/><Relationship Id="rId4" Type="http://schemas.openxmlformats.org/officeDocument/2006/relationships/tags" Target="../tags/tag60.xml"/><Relationship Id="rId9" Type="http://schemas.openxmlformats.org/officeDocument/2006/relationships/tags" Target="../tags/tag65.xml"/><Relationship Id="rId14" Type="http://schemas.openxmlformats.org/officeDocument/2006/relationships/tags" Target="../tags/tag7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81.xml"/><Relationship Id="rId13" Type="http://schemas.openxmlformats.org/officeDocument/2006/relationships/tags" Target="../tags/tag86.xml"/><Relationship Id="rId18" Type="http://schemas.openxmlformats.org/officeDocument/2006/relationships/tags" Target="../tags/tag91.xml"/><Relationship Id="rId26" Type="http://schemas.openxmlformats.org/officeDocument/2006/relationships/image" Target="../media/image15.png"/><Relationship Id="rId3" Type="http://schemas.openxmlformats.org/officeDocument/2006/relationships/tags" Target="../tags/tag76.xml"/><Relationship Id="rId21" Type="http://schemas.openxmlformats.org/officeDocument/2006/relationships/tags" Target="../tags/tag94.xml"/><Relationship Id="rId7" Type="http://schemas.openxmlformats.org/officeDocument/2006/relationships/tags" Target="../tags/tag80.xml"/><Relationship Id="rId12" Type="http://schemas.openxmlformats.org/officeDocument/2006/relationships/tags" Target="../tags/tag85.xml"/><Relationship Id="rId17" Type="http://schemas.openxmlformats.org/officeDocument/2006/relationships/tags" Target="../tags/tag90.xml"/><Relationship Id="rId25" Type="http://schemas.openxmlformats.org/officeDocument/2006/relationships/image" Target="../media/image4.png"/><Relationship Id="rId2" Type="http://schemas.openxmlformats.org/officeDocument/2006/relationships/tags" Target="../tags/tag75.xml"/><Relationship Id="rId16" Type="http://schemas.openxmlformats.org/officeDocument/2006/relationships/tags" Target="../tags/tag89.xml"/><Relationship Id="rId20" Type="http://schemas.openxmlformats.org/officeDocument/2006/relationships/tags" Target="../tags/tag93.xml"/><Relationship Id="rId1" Type="http://schemas.openxmlformats.org/officeDocument/2006/relationships/tags" Target="../tags/tag74.xml"/><Relationship Id="rId6" Type="http://schemas.openxmlformats.org/officeDocument/2006/relationships/tags" Target="../tags/tag79.xml"/><Relationship Id="rId11" Type="http://schemas.openxmlformats.org/officeDocument/2006/relationships/tags" Target="../tags/tag84.xml"/><Relationship Id="rId24" Type="http://schemas.openxmlformats.org/officeDocument/2006/relationships/notesSlide" Target="../notesSlides/notesSlide11.xml"/><Relationship Id="rId5" Type="http://schemas.openxmlformats.org/officeDocument/2006/relationships/tags" Target="../tags/tag78.xml"/><Relationship Id="rId15" Type="http://schemas.openxmlformats.org/officeDocument/2006/relationships/tags" Target="../tags/tag88.xml"/><Relationship Id="rId23" Type="http://schemas.openxmlformats.org/officeDocument/2006/relationships/slideLayout" Target="../slideLayouts/slideLayout1.xml"/><Relationship Id="rId10" Type="http://schemas.openxmlformats.org/officeDocument/2006/relationships/tags" Target="../tags/tag83.xml"/><Relationship Id="rId19" Type="http://schemas.openxmlformats.org/officeDocument/2006/relationships/tags" Target="../tags/tag92.xml"/><Relationship Id="rId4" Type="http://schemas.openxmlformats.org/officeDocument/2006/relationships/tags" Target="../tags/tag77.xml"/><Relationship Id="rId9" Type="http://schemas.openxmlformats.org/officeDocument/2006/relationships/tags" Target="../tags/tag82.xml"/><Relationship Id="rId14" Type="http://schemas.openxmlformats.org/officeDocument/2006/relationships/tags" Target="../tags/tag87.xml"/><Relationship Id="rId22" Type="http://schemas.openxmlformats.org/officeDocument/2006/relationships/tags" Target="../tags/tag9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103.xml"/><Relationship Id="rId13" Type="http://schemas.openxmlformats.org/officeDocument/2006/relationships/tags" Target="../tags/tag108.xml"/><Relationship Id="rId18" Type="http://schemas.openxmlformats.org/officeDocument/2006/relationships/tags" Target="../tags/tag113.xml"/><Relationship Id="rId26" Type="http://schemas.openxmlformats.org/officeDocument/2006/relationships/tags" Target="../tags/tag121.xml"/><Relationship Id="rId3" Type="http://schemas.openxmlformats.org/officeDocument/2006/relationships/tags" Target="../tags/tag98.xml"/><Relationship Id="rId21" Type="http://schemas.openxmlformats.org/officeDocument/2006/relationships/tags" Target="../tags/tag116.xml"/><Relationship Id="rId7" Type="http://schemas.openxmlformats.org/officeDocument/2006/relationships/tags" Target="../tags/tag102.xml"/><Relationship Id="rId12" Type="http://schemas.openxmlformats.org/officeDocument/2006/relationships/tags" Target="../tags/tag107.xml"/><Relationship Id="rId17" Type="http://schemas.openxmlformats.org/officeDocument/2006/relationships/tags" Target="../tags/tag112.xml"/><Relationship Id="rId25" Type="http://schemas.openxmlformats.org/officeDocument/2006/relationships/tags" Target="../tags/tag120.xml"/><Relationship Id="rId2" Type="http://schemas.openxmlformats.org/officeDocument/2006/relationships/tags" Target="../tags/tag97.xml"/><Relationship Id="rId16" Type="http://schemas.openxmlformats.org/officeDocument/2006/relationships/tags" Target="../tags/tag111.xml"/><Relationship Id="rId20" Type="http://schemas.openxmlformats.org/officeDocument/2006/relationships/tags" Target="../tags/tag115.xml"/><Relationship Id="rId29" Type="http://schemas.openxmlformats.org/officeDocument/2006/relationships/notesSlide" Target="../notesSlides/notesSlide12.xml"/><Relationship Id="rId1" Type="http://schemas.openxmlformats.org/officeDocument/2006/relationships/tags" Target="../tags/tag96.xml"/><Relationship Id="rId6" Type="http://schemas.openxmlformats.org/officeDocument/2006/relationships/tags" Target="../tags/tag101.xml"/><Relationship Id="rId11" Type="http://schemas.openxmlformats.org/officeDocument/2006/relationships/tags" Target="../tags/tag106.xml"/><Relationship Id="rId24" Type="http://schemas.openxmlformats.org/officeDocument/2006/relationships/tags" Target="../tags/tag119.xml"/><Relationship Id="rId5" Type="http://schemas.openxmlformats.org/officeDocument/2006/relationships/tags" Target="../tags/tag100.xml"/><Relationship Id="rId15" Type="http://schemas.openxmlformats.org/officeDocument/2006/relationships/tags" Target="../tags/tag110.xml"/><Relationship Id="rId23" Type="http://schemas.openxmlformats.org/officeDocument/2006/relationships/tags" Target="../tags/tag118.xml"/><Relationship Id="rId28" Type="http://schemas.openxmlformats.org/officeDocument/2006/relationships/slideLayout" Target="../slideLayouts/slideLayout1.xml"/><Relationship Id="rId10" Type="http://schemas.openxmlformats.org/officeDocument/2006/relationships/tags" Target="../tags/tag105.xml"/><Relationship Id="rId19" Type="http://schemas.openxmlformats.org/officeDocument/2006/relationships/tags" Target="../tags/tag114.xml"/><Relationship Id="rId31" Type="http://schemas.openxmlformats.org/officeDocument/2006/relationships/image" Target="../media/image15.png"/><Relationship Id="rId4" Type="http://schemas.openxmlformats.org/officeDocument/2006/relationships/tags" Target="../tags/tag99.xml"/><Relationship Id="rId9" Type="http://schemas.openxmlformats.org/officeDocument/2006/relationships/tags" Target="../tags/tag104.xml"/><Relationship Id="rId14" Type="http://schemas.openxmlformats.org/officeDocument/2006/relationships/tags" Target="../tags/tag109.xml"/><Relationship Id="rId22" Type="http://schemas.openxmlformats.org/officeDocument/2006/relationships/tags" Target="../tags/tag117.xml"/><Relationship Id="rId27" Type="http://schemas.openxmlformats.org/officeDocument/2006/relationships/tags" Target="../tags/tag122.xml"/><Relationship Id="rId30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125.xml"/><Relationship Id="rId7" Type="http://schemas.openxmlformats.org/officeDocument/2006/relationships/tags" Target="../tags/tag129.xml"/><Relationship Id="rId12" Type="http://schemas.openxmlformats.org/officeDocument/2006/relationships/image" Target="../media/image4.png"/><Relationship Id="rId2" Type="http://schemas.openxmlformats.org/officeDocument/2006/relationships/tags" Target="../tags/tag124.xml"/><Relationship Id="rId1" Type="http://schemas.openxmlformats.org/officeDocument/2006/relationships/tags" Target="../tags/tag123.xml"/><Relationship Id="rId6" Type="http://schemas.openxmlformats.org/officeDocument/2006/relationships/tags" Target="../tags/tag128.xml"/><Relationship Id="rId11" Type="http://schemas.openxmlformats.org/officeDocument/2006/relationships/image" Target="../media/image15.png"/><Relationship Id="rId5" Type="http://schemas.openxmlformats.org/officeDocument/2006/relationships/tags" Target="../tags/tag127.xml"/><Relationship Id="rId10" Type="http://schemas.openxmlformats.org/officeDocument/2006/relationships/image" Target="../media/image25.png"/><Relationship Id="rId4" Type="http://schemas.openxmlformats.org/officeDocument/2006/relationships/tags" Target="../tags/tag126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137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132.xml"/><Relationship Id="rId7" Type="http://schemas.openxmlformats.org/officeDocument/2006/relationships/tags" Target="../tags/tag136.xml"/><Relationship Id="rId12" Type="http://schemas.openxmlformats.org/officeDocument/2006/relationships/tags" Target="../tags/tag141.xml"/><Relationship Id="rId17" Type="http://schemas.openxmlformats.org/officeDocument/2006/relationships/image" Target="../media/image4.png"/><Relationship Id="rId2" Type="http://schemas.openxmlformats.org/officeDocument/2006/relationships/tags" Target="../tags/tag131.xml"/><Relationship Id="rId16" Type="http://schemas.openxmlformats.org/officeDocument/2006/relationships/image" Target="../media/image15.png"/><Relationship Id="rId1" Type="http://schemas.openxmlformats.org/officeDocument/2006/relationships/tags" Target="../tags/tag130.xml"/><Relationship Id="rId6" Type="http://schemas.openxmlformats.org/officeDocument/2006/relationships/tags" Target="../tags/tag135.xml"/><Relationship Id="rId11" Type="http://schemas.openxmlformats.org/officeDocument/2006/relationships/tags" Target="../tags/tag140.xml"/><Relationship Id="rId5" Type="http://schemas.openxmlformats.org/officeDocument/2006/relationships/tags" Target="../tags/tag134.xml"/><Relationship Id="rId15" Type="http://schemas.openxmlformats.org/officeDocument/2006/relationships/image" Target="../media/image25.png"/><Relationship Id="rId10" Type="http://schemas.openxmlformats.org/officeDocument/2006/relationships/tags" Target="../tags/tag139.xml"/><Relationship Id="rId4" Type="http://schemas.openxmlformats.org/officeDocument/2006/relationships/tags" Target="../tags/tag133.xml"/><Relationship Id="rId9" Type="http://schemas.openxmlformats.org/officeDocument/2006/relationships/tags" Target="../tags/tag138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149.xml"/><Relationship Id="rId13" Type="http://schemas.openxmlformats.org/officeDocument/2006/relationships/tags" Target="../tags/tag154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144.xml"/><Relationship Id="rId21" Type="http://schemas.openxmlformats.org/officeDocument/2006/relationships/image" Target="../media/image15.png"/><Relationship Id="rId7" Type="http://schemas.openxmlformats.org/officeDocument/2006/relationships/tags" Target="../tags/tag148.xml"/><Relationship Id="rId12" Type="http://schemas.openxmlformats.org/officeDocument/2006/relationships/tags" Target="../tags/tag153.xml"/><Relationship Id="rId17" Type="http://schemas.openxmlformats.org/officeDocument/2006/relationships/tags" Target="../tags/tag158.xml"/><Relationship Id="rId2" Type="http://schemas.openxmlformats.org/officeDocument/2006/relationships/tags" Target="../tags/tag143.xml"/><Relationship Id="rId16" Type="http://schemas.openxmlformats.org/officeDocument/2006/relationships/tags" Target="../tags/tag157.xml"/><Relationship Id="rId20" Type="http://schemas.openxmlformats.org/officeDocument/2006/relationships/image" Target="../media/image25.png"/><Relationship Id="rId1" Type="http://schemas.openxmlformats.org/officeDocument/2006/relationships/tags" Target="../tags/tag142.xml"/><Relationship Id="rId6" Type="http://schemas.openxmlformats.org/officeDocument/2006/relationships/tags" Target="../tags/tag147.xml"/><Relationship Id="rId11" Type="http://schemas.openxmlformats.org/officeDocument/2006/relationships/tags" Target="../tags/tag152.xml"/><Relationship Id="rId5" Type="http://schemas.openxmlformats.org/officeDocument/2006/relationships/tags" Target="../tags/tag146.xml"/><Relationship Id="rId15" Type="http://schemas.openxmlformats.org/officeDocument/2006/relationships/tags" Target="../tags/tag156.xml"/><Relationship Id="rId10" Type="http://schemas.openxmlformats.org/officeDocument/2006/relationships/tags" Target="../tags/tag151.xml"/><Relationship Id="rId19" Type="http://schemas.openxmlformats.org/officeDocument/2006/relationships/notesSlide" Target="../notesSlides/notesSlide15.xml"/><Relationship Id="rId4" Type="http://schemas.openxmlformats.org/officeDocument/2006/relationships/tags" Target="../tags/tag145.xml"/><Relationship Id="rId9" Type="http://schemas.openxmlformats.org/officeDocument/2006/relationships/tags" Target="../tags/tag150.xml"/><Relationship Id="rId14" Type="http://schemas.openxmlformats.org/officeDocument/2006/relationships/tags" Target="../tags/tag155.xml"/><Relationship Id="rId22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166.xml"/><Relationship Id="rId13" Type="http://schemas.openxmlformats.org/officeDocument/2006/relationships/tags" Target="../tags/tag171.xml"/><Relationship Id="rId18" Type="http://schemas.openxmlformats.org/officeDocument/2006/relationships/tags" Target="../tags/tag176.xml"/><Relationship Id="rId3" Type="http://schemas.openxmlformats.org/officeDocument/2006/relationships/tags" Target="../tags/tag161.xml"/><Relationship Id="rId21" Type="http://schemas.openxmlformats.org/officeDocument/2006/relationships/image" Target="../media/image25.png"/><Relationship Id="rId7" Type="http://schemas.openxmlformats.org/officeDocument/2006/relationships/tags" Target="../tags/tag165.xml"/><Relationship Id="rId12" Type="http://schemas.openxmlformats.org/officeDocument/2006/relationships/tags" Target="../tags/tag170.xml"/><Relationship Id="rId17" Type="http://schemas.openxmlformats.org/officeDocument/2006/relationships/tags" Target="../tags/tag175.xml"/><Relationship Id="rId2" Type="http://schemas.openxmlformats.org/officeDocument/2006/relationships/tags" Target="../tags/tag160.xml"/><Relationship Id="rId16" Type="http://schemas.openxmlformats.org/officeDocument/2006/relationships/tags" Target="../tags/tag174.xml"/><Relationship Id="rId20" Type="http://schemas.openxmlformats.org/officeDocument/2006/relationships/notesSlide" Target="../notesSlides/notesSlide16.xml"/><Relationship Id="rId1" Type="http://schemas.openxmlformats.org/officeDocument/2006/relationships/tags" Target="../tags/tag159.xml"/><Relationship Id="rId6" Type="http://schemas.openxmlformats.org/officeDocument/2006/relationships/tags" Target="../tags/tag164.xml"/><Relationship Id="rId11" Type="http://schemas.openxmlformats.org/officeDocument/2006/relationships/tags" Target="../tags/tag169.xml"/><Relationship Id="rId5" Type="http://schemas.openxmlformats.org/officeDocument/2006/relationships/tags" Target="../tags/tag163.xml"/><Relationship Id="rId15" Type="http://schemas.openxmlformats.org/officeDocument/2006/relationships/tags" Target="../tags/tag173.xml"/><Relationship Id="rId23" Type="http://schemas.openxmlformats.org/officeDocument/2006/relationships/image" Target="../media/image4.png"/><Relationship Id="rId10" Type="http://schemas.openxmlformats.org/officeDocument/2006/relationships/tags" Target="../tags/tag168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162.xml"/><Relationship Id="rId9" Type="http://schemas.openxmlformats.org/officeDocument/2006/relationships/tags" Target="../tags/tag167.xml"/><Relationship Id="rId14" Type="http://schemas.openxmlformats.org/officeDocument/2006/relationships/tags" Target="../tags/tag172.xml"/><Relationship Id="rId22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78.xml"/><Relationship Id="rId1" Type="http://schemas.openxmlformats.org/officeDocument/2006/relationships/tags" Target="../tags/tag17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tags" Target="../tags/tag186.xml"/><Relationship Id="rId3" Type="http://schemas.openxmlformats.org/officeDocument/2006/relationships/tags" Target="../tags/tag181.xml"/><Relationship Id="rId7" Type="http://schemas.openxmlformats.org/officeDocument/2006/relationships/tags" Target="../tags/tag185.xml"/><Relationship Id="rId12" Type="http://schemas.openxmlformats.org/officeDocument/2006/relationships/image" Target="../media/image15.png"/><Relationship Id="rId2" Type="http://schemas.openxmlformats.org/officeDocument/2006/relationships/tags" Target="../tags/tag180.xml"/><Relationship Id="rId1" Type="http://schemas.openxmlformats.org/officeDocument/2006/relationships/tags" Target="../tags/tag179.xml"/><Relationship Id="rId6" Type="http://schemas.openxmlformats.org/officeDocument/2006/relationships/tags" Target="../tags/tag184.xml"/><Relationship Id="rId11" Type="http://schemas.openxmlformats.org/officeDocument/2006/relationships/image" Target="../media/image4.png"/><Relationship Id="rId5" Type="http://schemas.openxmlformats.org/officeDocument/2006/relationships/tags" Target="../tags/tag183.xml"/><Relationship Id="rId10" Type="http://schemas.openxmlformats.org/officeDocument/2006/relationships/notesSlide" Target="../notesSlides/notesSlide18.xml"/><Relationship Id="rId4" Type="http://schemas.openxmlformats.org/officeDocument/2006/relationships/tags" Target="../tags/tag182.xml"/><Relationship Id="rId9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tags" Target="../tags/tag194.xml"/><Relationship Id="rId13" Type="http://schemas.openxmlformats.org/officeDocument/2006/relationships/tags" Target="../tags/tag199.xml"/><Relationship Id="rId18" Type="http://schemas.openxmlformats.org/officeDocument/2006/relationships/image" Target="../media/image15.png"/><Relationship Id="rId3" Type="http://schemas.openxmlformats.org/officeDocument/2006/relationships/tags" Target="../tags/tag189.xml"/><Relationship Id="rId7" Type="http://schemas.openxmlformats.org/officeDocument/2006/relationships/tags" Target="../tags/tag193.xml"/><Relationship Id="rId12" Type="http://schemas.openxmlformats.org/officeDocument/2006/relationships/tags" Target="../tags/tag198.xml"/><Relationship Id="rId17" Type="http://schemas.openxmlformats.org/officeDocument/2006/relationships/image" Target="../media/image4.png"/><Relationship Id="rId2" Type="http://schemas.openxmlformats.org/officeDocument/2006/relationships/tags" Target="../tags/tag188.xml"/><Relationship Id="rId16" Type="http://schemas.openxmlformats.org/officeDocument/2006/relationships/notesSlide" Target="../notesSlides/notesSlide19.xml"/><Relationship Id="rId1" Type="http://schemas.openxmlformats.org/officeDocument/2006/relationships/tags" Target="../tags/tag187.xml"/><Relationship Id="rId6" Type="http://schemas.openxmlformats.org/officeDocument/2006/relationships/tags" Target="../tags/tag192.xml"/><Relationship Id="rId11" Type="http://schemas.openxmlformats.org/officeDocument/2006/relationships/tags" Target="../tags/tag197.xml"/><Relationship Id="rId5" Type="http://schemas.openxmlformats.org/officeDocument/2006/relationships/tags" Target="../tags/tag191.xml"/><Relationship Id="rId15" Type="http://schemas.openxmlformats.org/officeDocument/2006/relationships/slideLayout" Target="../slideLayouts/slideLayout1.xml"/><Relationship Id="rId10" Type="http://schemas.openxmlformats.org/officeDocument/2006/relationships/tags" Target="../tags/tag196.xml"/><Relationship Id="rId4" Type="http://schemas.openxmlformats.org/officeDocument/2006/relationships/tags" Target="../tags/tag190.xml"/><Relationship Id="rId9" Type="http://schemas.openxmlformats.org/officeDocument/2006/relationships/tags" Target="../tags/tag195.xml"/><Relationship Id="rId14" Type="http://schemas.openxmlformats.org/officeDocument/2006/relationships/tags" Target="../tags/tag200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tags" Target="../tags/tag208.xml"/><Relationship Id="rId13" Type="http://schemas.openxmlformats.org/officeDocument/2006/relationships/tags" Target="../tags/tag213.xml"/><Relationship Id="rId18" Type="http://schemas.openxmlformats.org/officeDocument/2006/relationships/tags" Target="../tags/tag218.xml"/><Relationship Id="rId3" Type="http://schemas.openxmlformats.org/officeDocument/2006/relationships/tags" Target="../tags/tag203.xml"/><Relationship Id="rId21" Type="http://schemas.openxmlformats.org/officeDocument/2006/relationships/slideLayout" Target="../slideLayouts/slideLayout1.xml"/><Relationship Id="rId7" Type="http://schemas.openxmlformats.org/officeDocument/2006/relationships/tags" Target="../tags/tag207.xml"/><Relationship Id="rId12" Type="http://schemas.openxmlformats.org/officeDocument/2006/relationships/tags" Target="../tags/tag212.xml"/><Relationship Id="rId17" Type="http://schemas.openxmlformats.org/officeDocument/2006/relationships/tags" Target="../tags/tag217.xml"/><Relationship Id="rId2" Type="http://schemas.openxmlformats.org/officeDocument/2006/relationships/tags" Target="../tags/tag202.xml"/><Relationship Id="rId16" Type="http://schemas.openxmlformats.org/officeDocument/2006/relationships/tags" Target="../tags/tag216.xml"/><Relationship Id="rId20" Type="http://schemas.openxmlformats.org/officeDocument/2006/relationships/tags" Target="../tags/tag220.xml"/><Relationship Id="rId1" Type="http://schemas.openxmlformats.org/officeDocument/2006/relationships/tags" Target="../tags/tag201.xml"/><Relationship Id="rId6" Type="http://schemas.openxmlformats.org/officeDocument/2006/relationships/tags" Target="../tags/tag206.xml"/><Relationship Id="rId11" Type="http://schemas.openxmlformats.org/officeDocument/2006/relationships/tags" Target="../tags/tag211.xml"/><Relationship Id="rId24" Type="http://schemas.openxmlformats.org/officeDocument/2006/relationships/image" Target="../media/image15.png"/><Relationship Id="rId5" Type="http://schemas.openxmlformats.org/officeDocument/2006/relationships/tags" Target="../tags/tag205.xml"/><Relationship Id="rId15" Type="http://schemas.openxmlformats.org/officeDocument/2006/relationships/tags" Target="../tags/tag215.xml"/><Relationship Id="rId23" Type="http://schemas.openxmlformats.org/officeDocument/2006/relationships/image" Target="../media/image4.png"/><Relationship Id="rId10" Type="http://schemas.openxmlformats.org/officeDocument/2006/relationships/tags" Target="../tags/tag210.xml"/><Relationship Id="rId19" Type="http://schemas.openxmlformats.org/officeDocument/2006/relationships/tags" Target="../tags/tag219.xml"/><Relationship Id="rId4" Type="http://schemas.openxmlformats.org/officeDocument/2006/relationships/tags" Target="../tags/tag204.xml"/><Relationship Id="rId9" Type="http://schemas.openxmlformats.org/officeDocument/2006/relationships/tags" Target="../tags/tag209.xml"/><Relationship Id="rId14" Type="http://schemas.openxmlformats.org/officeDocument/2006/relationships/tags" Target="../tags/tag214.xml"/><Relationship Id="rId2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1.xml"/><Relationship Id="rId3" Type="http://schemas.openxmlformats.org/officeDocument/2006/relationships/tags" Target="../tags/tag223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222.xml"/><Relationship Id="rId1" Type="http://schemas.openxmlformats.org/officeDocument/2006/relationships/tags" Target="../tags/tag221.xml"/><Relationship Id="rId6" Type="http://schemas.openxmlformats.org/officeDocument/2006/relationships/tags" Target="../tags/tag226.xml"/><Relationship Id="rId5" Type="http://schemas.openxmlformats.org/officeDocument/2006/relationships/tags" Target="../tags/tag225.xml"/><Relationship Id="rId10" Type="http://schemas.openxmlformats.org/officeDocument/2006/relationships/image" Target="../media/image13.png"/><Relationship Id="rId4" Type="http://schemas.openxmlformats.org/officeDocument/2006/relationships/tags" Target="../tags/tag224.xml"/><Relationship Id="rId9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tags" Target="../tags/tag234.xml"/><Relationship Id="rId3" Type="http://schemas.openxmlformats.org/officeDocument/2006/relationships/tags" Target="../tags/tag229.xml"/><Relationship Id="rId7" Type="http://schemas.openxmlformats.org/officeDocument/2006/relationships/tags" Target="../tags/tag233.xml"/><Relationship Id="rId12" Type="http://schemas.openxmlformats.org/officeDocument/2006/relationships/image" Target="../media/image13.png"/><Relationship Id="rId2" Type="http://schemas.openxmlformats.org/officeDocument/2006/relationships/tags" Target="../tags/tag228.xml"/><Relationship Id="rId1" Type="http://schemas.openxmlformats.org/officeDocument/2006/relationships/tags" Target="../tags/tag227.xml"/><Relationship Id="rId6" Type="http://schemas.openxmlformats.org/officeDocument/2006/relationships/tags" Target="../tags/tag232.xml"/><Relationship Id="rId11" Type="http://schemas.openxmlformats.org/officeDocument/2006/relationships/image" Target="../media/image4.png"/><Relationship Id="rId5" Type="http://schemas.openxmlformats.org/officeDocument/2006/relationships/tags" Target="../tags/tag231.xml"/><Relationship Id="rId10" Type="http://schemas.openxmlformats.org/officeDocument/2006/relationships/notesSlide" Target="../notesSlides/notesSlide22.xml"/><Relationship Id="rId4" Type="http://schemas.openxmlformats.org/officeDocument/2006/relationships/tags" Target="../tags/tag230.xml"/><Relationship Id="rId9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tags" Target="../tags/tag242.xml"/><Relationship Id="rId13" Type="http://schemas.openxmlformats.org/officeDocument/2006/relationships/image" Target="../media/image4.png"/><Relationship Id="rId3" Type="http://schemas.openxmlformats.org/officeDocument/2006/relationships/tags" Target="../tags/tag237.xml"/><Relationship Id="rId7" Type="http://schemas.openxmlformats.org/officeDocument/2006/relationships/tags" Target="../tags/tag241.xml"/><Relationship Id="rId12" Type="http://schemas.openxmlformats.org/officeDocument/2006/relationships/notesSlide" Target="../notesSlides/notesSlide23.xml"/><Relationship Id="rId2" Type="http://schemas.openxmlformats.org/officeDocument/2006/relationships/tags" Target="../tags/tag236.xml"/><Relationship Id="rId1" Type="http://schemas.openxmlformats.org/officeDocument/2006/relationships/tags" Target="../tags/tag235.xml"/><Relationship Id="rId6" Type="http://schemas.openxmlformats.org/officeDocument/2006/relationships/tags" Target="../tags/tag240.xml"/><Relationship Id="rId11" Type="http://schemas.openxmlformats.org/officeDocument/2006/relationships/slideLayout" Target="../slideLayouts/slideLayout1.xml"/><Relationship Id="rId5" Type="http://schemas.openxmlformats.org/officeDocument/2006/relationships/tags" Target="../tags/tag239.xml"/><Relationship Id="rId10" Type="http://schemas.openxmlformats.org/officeDocument/2006/relationships/tags" Target="../tags/tag244.xml"/><Relationship Id="rId4" Type="http://schemas.openxmlformats.org/officeDocument/2006/relationships/tags" Target="../tags/tag238.xml"/><Relationship Id="rId9" Type="http://schemas.openxmlformats.org/officeDocument/2006/relationships/tags" Target="../tags/tag243.xml"/><Relationship Id="rId1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12.png"/><Relationship Id="rId2" Type="http://schemas.openxmlformats.org/officeDocument/2006/relationships/tags" Target="../tags/tag246.xml"/><Relationship Id="rId1" Type="http://schemas.openxmlformats.org/officeDocument/2006/relationships/tags" Target="../tags/tag245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tags" Target="../tags/tag254.xml"/><Relationship Id="rId3" Type="http://schemas.openxmlformats.org/officeDocument/2006/relationships/tags" Target="../tags/tag249.xml"/><Relationship Id="rId7" Type="http://schemas.openxmlformats.org/officeDocument/2006/relationships/tags" Target="../tags/tag253.xml"/><Relationship Id="rId12" Type="http://schemas.openxmlformats.org/officeDocument/2006/relationships/image" Target="../media/image15.png"/><Relationship Id="rId2" Type="http://schemas.openxmlformats.org/officeDocument/2006/relationships/tags" Target="../tags/tag248.xml"/><Relationship Id="rId1" Type="http://schemas.openxmlformats.org/officeDocument/2006/relationships/tags" Target="../tags/tag247.xml"/><Relationship Id="rId6" Type="http://schemas.openxmlformats.org/officeDocument/2006/relationships/tags" Target="../tags/tag252.xml"/><Relationship Id="rId11" Type="http://schemas.openxmlformats.org/officeDocument/2006/relationships/image" Target="../media/image4.png"/><Relationship Id="rId5" Type="http://schemas.openxmlformats.org/officeDocument/2006/relationships/tags" Target="../tags/tag251.xml"/><Relationship Id="rId10" Type="http://schemas.openxmlformats.org/officeDocument/2006/relationships/notesSlide" Target="../notesSlides/notesSlide25.xml"/><Relationship Id="rId4" Type="http://schemas.openxmlformats.org/officeDocument/2006/relationships/tags" Target="../tags/tag250.xml"/><Relationship Id="rId9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tags" Target="../tags/tag262.xml"/><Relationship Id="rId13" Type="http://schemas.openxmlformats.org/officeDocument/2006/relationships/tags" Target="../tags/tag267.xml"/><Relationship Id="rId3" Type="http://schemas.openxmlformats.org/officeDocument/2006/relationships/tags" Target="../tags/tag257.xml"/><Relationship Id="rId7" Type="http://schemas.openxmlformats.org/officeDocument/2006/relationships/tags" Target="../tags/tag261.xml"/><Relationship Id="rId12" Type="http://schemas.openxmlformats.org/officeDocument/2006/relationships/tags" Target="../tags/tag266.xml"/><Relationship Id="rId17" Type="http://schemas.openxmlformats.org/officeDocument/2006/relationships/image" Target="../media/image15.png"/><Relationship Id="rId2" Type="http://schemas.openxmlformats.org/officeDocument/2006/relationships/tags" Target="../tags/tag256.xml"/><Relationship Id="rId16" Type="http://schemas.openxmlformats.org/officeDocument/2006/relationships/image" Target="../media/image4.png"/><Relationship Id="rId1" Type="http://schemas.openxmlformats.org/officeDocument/2006/relationships/tags" Target="../tags/tag255.xml"/><Relationship Id="rId6" Type="http://schemas.openxmlformats.org/officeDocument/2006/relationships/tags" Target="../tags/tag260.xml"/><Relationship Id="rId11" Type="http://schemas.openxmlformats.org/officeDocument/2006/relationships/tags" Target="../tags/tag265.xml"/><Relationship Id="rId5" Type="http://schemas.openxmlformats.org/officeDocument/2006/relationships/tags" Target="../tags/tag259.xml"/><Relationship Id="rId15" Type="http://schemas.openxmlformats.org/officeDocument/2006/relationships/notesSlide" Target="../notesSlides/notesSlide26.xml"/><Relationship Id="rId10" Type="http://schemas.openxmlformats.org/officeDocument/2006/relationships/tags" Target="../tags/tag264.xml"/><Relationship Id="rId4" Type="http://schemas.openxmlformats.org/officeDocument/2006/relationships/tags" Target="../tags/tag258.xml"/><Relationship Id="rId9" Type="http://schemas.openxmlformats.org/officeDocument/2006/relationships/tags" Target="../tags/tag263.xml"/><Relationship Id="rId14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tags" Target="../tags/tag275.xml"/><Relationship Id="rId13" Type="http://schemas.openxmlformats.org/officeDocument/2006/relationships/tags" Target="../tags/tag280.xml"/><Relationship Id="rId18" Type="http://schemas.openxmlformats.org/officeDocument/2006/relationships/image" Target="../media/image15.png"/><Relationship Id="rId3" Type="http://schemas.openxmlformats.org/officeDocument/2006/relationships/tags" Target="../tags/tag270.xml"/><Relationship Id="rId7" Type="http://schemas.openxmlformats.org/officeDocument/2006/relationships/tags" Target="../tags/tag274.xml"/><Relationship Id="rId12" Type="http://schemas.openxmlformats.org/officeDocument/2006/relationships/tags" Target="../tags/tag279.xml"/><Relationship Id="rId17" Type="http://schemas.openxmlformats.org/officeDocument/2006/relationships/image" Target="../media/image4.png"/><Relationship Id="rId2" Type="http://schemas.openxmlformats.org/officeDocument/2006/relationships/tags" Target="../tags/tag269.xml"/><Relationship Id="rId16" Type="http://schemas.openxmlformats.org/officeDocument/2006/relationships/notesSlide" Target="../notesSlides/notesSlide27.xml"/><Relationship Id="rId1" Type="http://schemas.openxmlformats.org/officeDocument/2006/relationships/tags" Target="../tags/tag268.xml"/><Relationship Id="rId6" Type="http://schemas.openxmlformats.org/officeDocument/2006/relationships/tags" Target="../tags/tag273.xml"/><Relationship Id="rId11" Type="http://schemas.openxmlformats.org/officeDocument/2006/relationships/tags" Target="../tags/tag278.xml"/><Relationship Id="rId5" Type="http://schemas.openxmlformats.org/officeDocument/2006/relationships/tags" Target="../tags/tag272.xml"/><Relationship Id="rId15" Type="http://schemas.openxmlformats.org/officeDocument/2006/relationships/slideLayout" Target="../slideLayouts/slideLayout1.xml"/><Relationship Id="rId10" Type="http://schemas.openxmlformats.org/officeDocument/2006/relationships/tags" Target="../tags/tag277.xml"/><Relationship Id="rId4" Type="http://schemas.openxmlformats.org/officeDocument/2006/relationships/tags" Target="../tags/tag271.xml"/><Relationship Id="rId9" Type="http://schemas.openxmlformats.org/officeDocument/2006/relationships/tags" Target="../tags/tag276.xml"/><Relationship Id="rId14" Type="http://schemas.openxmlformats.org/officeDocument/2006/relationships/tags" Target="../tags/tag28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283.xml"/><Relationship Id="rId1" Type="http://schemas.openxmlformats.org/officeDocument/2006/relationships/tags" Target="../tags/tag28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tags" Target="../tags/tag286.xml"/><Relationship Id="rId7" Type="http://schemas.openxmlformats.org/officeDocument/2006/relationships/notesSlide" Target="../notesSlides/notesSlide29.xml"/><Relationship Id="rId2" Type="http://schemas.openxmlformats.org/officeDocument/2006/relationships/tags" Target="../tags/tag285.xml"/><Relationship Id="rId1" Type="http://schemas.openxmlformats.org/officeDocument/2006/relationships/tags" Target="../tags/tag284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288.xml"/><Relationship Id="rId10" Type="http://schemas.openxmlformats.org/officeDocument/2006/relationships/image" Target="../media/image4.png"/><Relationship Id="rId4" Type="http://schemas.openxmlformats.org/officeDocument/2006/relationships/tags" Target="../tags/tag287.xml"/><Relationship Id="rId9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tags" Target="../tags/tag296.xml"/><Relationship Id="rId13" Type="http://schemas.openxmlformats.org/officeDocument/2006/relationships/tags" Target="../tags/tag301.xml"/><Relationship Id="rId18" Type="http://schemas.openxmlformats.org/officeDocument/2006/relationships/image" Target="../media/image15.png"/><Relationship Id="rId3" Type="http://schemas.openxmlformats.org/officeDocument/2006/relationships/tags" Target="../tags/tag291.xml"/><Relationship Id="rId7" Type="http://schemas.openxmlformats.org/officeDocument/2006/relationships/tags" Target="../tags/tag295.xml"/><Relationship Id="rId12" Type="http://schemas.openxmlformats.org/officeDocument/2006/relationships/tags" Target="../tags/tag300.xml"/><Relationship Id="rId17" Type="http://schemas.openxmlformats.org/officeDocument/2006/relationships/image" Target="../media/image4.png"/><Relationship Id="rId2" Type="http://schemas.openxmlformats.org/officeDocument/2006/relationships/tags" Target="../tags/tag290.xml"/><Relationship Id="rId16" Type="http://schemas.openxmlformats.org/officeDocument/2006/relationships/notesSlide" Target="../notesSlides/notesSlide30.xml"/><Relationship Id="rId1" Type="http://schemas.openxmlformats.org/officeDocument/2006/relationships/tags" Target="../tags/tag289.xml"/><Relationship Id="rId6" Type="http://schemas.openxmlformats.org/officeDocument/2006/relationships/tags" Target="../tags/tag294.xml"/><Relationship Id="rId11" Type="http://schemas.openxmlformats.org/officeDocument/2006/relationships/tags" Target="../tags/tag299.xml"/><Relationship Id="rId5" Type="http://schemas.openxmlformats.org/officeDocument/2006/relationships/tags" Target="../tags/tag293.xml"/><Relationship Id="rId15" Type="http://schemas.openxmlformats.org/officeDocument/2006/relationships/slideLayout" Target="../slideLayouts/slideLayout1.xml"/><Relationship Id="rId10" Type="http://schemas.openxmlformats.org/officeDocument/2006/relationships/tags" Target="../tags/tag298.xml"/><Relationship Id="rId4" Type="http://schemas.openxmlformats.org/officeDocument/2006/relationships/tags" Target="../tags/tag292.xml"/><Relationship Id="rId9" Type="http://schemas.openxmlformats.org/officeDocument/2006/relationships/tags" Target="../tags/tag297.xml"/><Relationship Id="rId14" Type="http://schemas.openxmlformats.org/officeDocument/2006/relationships/tags" Target="../tags/tag30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tags" Target="../tags/tag310.xml"/><Relationship Id="rId13" Type="http://schemas.openxmlformats.org/officeDocument/2006/relationships/tags" Target="../tags/tag315.xml"/><Relationship Id="rId18" Type="http://schemas.openxmlformats.org/officeDocument/2006/relationships/image" Target="../media/image4.png"/><Relationship Id="rId3" Type="http://schemas.openxmlformats.org/officeDocument/2006/relationships/tags" Target="../tags/tag305.xml"/><Relationship Id="rId7" Type="http://schemas.openxmlformats.org/officeDocument/2006/relationships/tags" Target="../tags/tag309.xml"/><Relationship Id="rId12" Type="http://schemas.openxmlformats.org/officeDocument/2006/relationships/tags" Target="../tags/tag314.xml"/><Relationship Id="rId17" Type="http://schemas.openxmlformats.org/officeDocument/2006/relationships/notesSlide" Target="../notesSlides/notesSlide31.xml"/><Relationship Id="rId2" Type="http://schemas.openxmlformats.org/officeDocument/2006/relationships/tags" Target="../tags/tag304.xml"/><Relationship Id="rId16" Type="http://schemas.openxmlformats.org/officeDocument/2006/relationships/slideLayout" Target="../slideLayouts/slideLayout1.xml"/><Relationship Id="rId1" Type="http://schemas.openxmlformats.org/officeDocument/2006/relationships/tags" Target="../tags/tag303.xml"/><Relationship Id="rId6" Type="http://schemas.openxmlformats.org/officeDocument/2006/relationships/tags" Target="../tags/tag308.xml"/><Relationship Id="rId11" Type="http://schemas.openxmlformats.org/officeDocument/2006/relationships/tags" Target="../tags/tag313.xml"/><Relationship Id="rId5" Type="http://schemas.openxmlformats.org/officeDocument/2006/relationships/tags" Target="../tags/tag307.xml"/><Relationship Id="rId15" Type="http://schemas.openxmlformats.org/officeDocument/2006/relationships/tags" Target="../tags/tag317.xml"/><Relationship Id="rId10" Type="http://schemas.openxmlformats.org/officeDocument/2006/relationships/tags" Target="../tags/tag312.xml"/><Relationship Id="rId19" Type="http://schemas.openxmlformats.org/officeDocument/2006/relationships/image" Target="../media/image15.png"/><Relationship Id="rId4" Type="http://schemas.openxmlformats.org/officeDocument/2006/relationships/tags" Target="../tags/tag306.xml"/><Relationship Id="rId9" Type="http://schemas.openxmlformats.org/officeDocument/2006/relationships/tags" Target="../tags/tag311.xml"/><Relationship Id="rId14" Type="http://schemas.openxmlformats.org/officeDocument/2006/relationships/tags" Target="../tags/tag316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tags" Target="../tags/tag325.xml"/><Relationship Id="rId13" Type="http://schemas.openxmlformats.org/officeDocument/2006/relationships/tags" Target="../tags/tag330.xml"/><Relationship Id="rId18" Type="http://schemas.openxmlformats.org/officeDocument/2006/relationships/notesSlide" Target="../notesSlides/notesSlide32.xml"/><Relationship Id="rId3" Type="http://schemas.openxmlformats.org/officeDocument/2006/relationships/tags" Target="../tags/tag320.xml"/><Relationship Id="rId7" Type="http://schemas.openxmlformats.org/officeDocument/2006/relationships/tags" Target="../tags/tag324.xml"/><Relationship Id="rId12" Type="http://schemas.openxmlformats.org/officeDocument/2006/relationships/tags" Target="../tags/tag329.xml"/><Relationship Id="rId17" Type="http://schemas.openxmlformats.org/officeDocument/2006/relationships/slideLayout" Target="../slideLayouts/slideLayout1.xml"/><Relationship Id="rId2" Type="http://schemas.openxmlformats.org/officeDocument/2006/relationships/tags" Target="../tags/tag319.xml"/><Relationship Id="rId16" Type="http://schemas.openxmlformats.org/officeDocument/2006/relationships/tags" Target="../tags/tag333.xml"/><Relationship Id="rId20" Type="http://schemas.openxmlformats.org/officeDocument/2006/relationships/image" Target="../media/image15.png"/><Relationship Id="rId1" Type="http://schemas.openxmlformats.org/officeDocument/2006/relationships/tags" Target="../tags/tag318.xml"/><Relationship Id="rId6" Type="http://schemas.openxmlformats.org/officeDocument/2006/relationships/tags" Target="../tags/tag323.xml"/><Relationship Id="rId11" Type="http://schemas.openxmlformats.org/officeDocument/2006/relationships/tags" Target="../tags/tag328.xml"/><Relationship Id="rId5" Type="http://schemas.openxmlformats.org/officeDocument/2006/relationships/tags" Target="../tags/tag322.xml"/><Relationship Id="rId15" Type="http://schemas.openxmlformats.org/officeDocument/2006/relationships/tags" Target="../tags/tag332.xml"/><Relationship Id="rId10" Type="http://schemas.openxmlformats.org/officeDocument/2006/relationships/tags" Target="../tags/tag327.xml"/><Relationship Id="rId19" Type="http://schemas.openxmlformats.org/officeDocument/2006/relationships/image" Target="../media/image4.png"/><Relationship Id="rId4" Type="http://schemas.openxmlformats.org/officeDocument/2006/relationships/tags" Target="../tags/tag321.xml"/><Relationship Id="rId9" Type="http://schemas.openxmlformats.org/officeDocument/2006/relationships/tags" Target="../tags/tag326.xml"/><Relationship Id="rId14" Type="http://schemas.openxmlformats.org/officeDocument/2006/relationships/tags" Target="../tags/tag33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tags" Target="../tags/tag341.xml"/><Relationship Id="rId13" Type="http://schemas.openxmlformats.org/officeDocument/2006/relationships/tags" Target="../tags/tag346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336.xml"/><Relationship Id="rId21" Type="http://schemas.openxmlformats.org/officeDocument/2006/relationships/image" Target="../media/image15.png"/><Relationship Id="rId7" Type="http://schemas.openxmlformats.org/officeDocument/2006/relationships/tags" Target="../tags/tag340.xml"/><Relationship Id="rId12" Type="http://schemas.openxmlformats.org/officeDocument/2006/relationships/tags" Target="../tags/tag345.xml"/><Relationship Id="rId17" Type="http://schemas.openxmlformats.org/officeDocument/2006/relationships/tags" Target="../tags/tag350.xml"/><Relationship Id="rId2" Type="http://schemas.openxmlformats.org/officeDocument/2006/relationships/tags" Target="../tags/tag335.xml"/><Relationship Id="rId16" Type="http://schemas.openxmlformats.org/officeDocument/2006/relationships/tags" Target="../tags/tag349.xml"/><Relationship Id="rId20" Type="http://schemas.openxmlformats.org/officeDocument/2006/relationships/image" Target="../media/image4.png"/><Relationship Id="rId1" Type="http://schemas.openxmlformats.org/officeDocument/2006/relationships/tags" Target="../tags/tag334.xml"/><Relationship Id="rId6" Type="http://schemas.openxmlformats.org/officeDocument/2006/relationships/tags" Target="../tags/tag339.xml"/><Relationship Id="rId11" Type="http://schemas.openxmlformats.org/officeDocument/2006/relationships/tags" Target="../tags/tag344.xml"/><Relationship Id="rId5" Type="http://schemas.openxmlformats.org/officeDocument/2006/relationships/tags" Target="../tags/tag338.xml"/><Relationship Id="rId15" Type="http://schemas.openxmlformats.org/officeDocument/2006/relationships/tags" Target="../tags/tag348.xml"/><Relationship Id="rId10" Type="http://schemas.openxmlformats.org/officeDocument/2006/relationships/tags" Target="../tags/tag343.xml"/><Relationship Id="rId19" Type="http://schemas.openxmlformats.org/officeDocument/2006/relationships/notesSlide" Target="../notesSlides/notesSlide33.xml"/><Relationship Id="rId4" Type="http://schemas.openxmlformats.org/officeDocument/2006/relationships/tags" Target="../tags/tag337.xml"/><Relationship Id="rId9" Type="http://schemas.openxmlformats.org/officeDocument/2006/relationships/tags" Target="../tags/tag342.xml"/><Relationship Id="rId14" Type="http://schemas.openxmlformats.org/officeDocument/2006/relationships/tags" Target="../tags/tag347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tags" Target="../tags/tag358.xml"/><Relationship Id="rId13" Type="http://schemas.openxmlformats.org/officeDocument/2006/relationships/tags" Target="../tags/tag363.xml"/><Relationship Id="rId18" Type="http://schemas.openxmlformats.org/officeDocument/2006/relationships/tags" Target="../tags/tag368.xml"/><Relationship Id="rId3" Type="http://schemas.openxmlformats.org/officeDocument/2006/relationships/tags" Target="../tags/tag353.xml"/><Relationship Id="rId21" Type="http://schemas.openxmlformats.org/officeDocument/2006/relationships/image" Target="../media/image4.png"/><Relationship Id="rId7" Type="http://schemas.openxmlformats.org/officeDocument/2006/relationships/tags" Target="../tags/tag357.xml"/><Relationship Id="rId12" Type="http://schemas.openxmlformats.org/officeDocument/2006/relationships/tags" Target="../tags/tag362.xml"/><Relationship Id="rId17" Type="http://schemas.openxmlformats.org/officeDocument/2006/relationships/tags" Target="../tags/tag367.xml"/><Relationship Id="rId2" Type="http://schemas.openxmlformats.org/officeDocument/2006/relationships/tags" Target="../tags/tag352.xml"/><Relationship Id="rId16" Type="http://schemas.openxmlformats.org/officeDocument/2006/relationships/tags" Target="../tags/tag366.xml"/><Relationship Id="rId20" Type="http://schemas.openxmlformats.org/officeDocument/2006/relationships/notesSlide" Target="../notesSlides/notesSlide34.xml"/><Relationship Id="rId1" Type="http://schemas.openxmlformats.org/officeDocument/2006/relationships/tags" Target="../tags/tag351.xml"/><Relationship Id="rId6" Type="http://schemas.openxmlformats.org/officeDocument/2006/relationships/tags" Target="../tags/tag356.xml"/><Relationship Id="rId11" Type="http://schemas.openxmlformats.org/officeDocument/2006/relationships/tags" Target="../tags/tag361.xml"/><Relationship Id="rId5" Type="http://schemas.openxmlformats.org/officeDocument/2006/relationships/tags" Target="../tags/tag355.xml"/><Relationship Id="rId15" Type="http://schemas.openxmlformats.org/officeDocument/2006/relationships/tags" Target="../tags/tag365.xml"/><Relationship Id="rId10" Type="http://schemas.openxmlformats.org/officeDocument/2006/relationships/tags" Target="../tags/tag360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354.xml"/><Relationship Id="rId9" Type="http://schemas.openxmlformats.org/officeDocument/2006/relationships/tags" Target="../tags/tag359.xml"/><Relationship Id="rId14" Type="http://schemas.openxmlformats.org/officeDocument/2006/relationships/tags" Target="../tags/tag364.xml"/><Relationship Id="rId22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5.xml"/><Relationship Id="rId3" Type="http://schemas.openxmlformats.org/officeDocument/2006/relationships/tags" Target="../tags/tag371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370.xml"/><Relationship Id="rId1" Type="http://schemas.openxmlformats.org/officeDocument/2006/relationships/tags" Target="../tags/tag369.xml"/><Relationship Id="rId6" Type="http://schemas.openxmlformats.org/officeDocument/2006/relationships/tags" Target="../tags/tag374.xml"/><Relationship Id="rId5" Type="http://schemas.openxmlformats.org/officeDocument/2006/relationships/tags" Target="../tags/tag373.xml"/><Relationship Id="rId10" Type="http://schemas.openxmlformats.org/officeDocument/2006/relationships/image" Target="../media/image15.png"/><Relationship Id="rId4" Type="http://schemas.openxmlformats.org/officeDocument/2006/relationships/tags" Target="../tags/tag372.xml"/><Relationship Id="rId9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tags" Target="../tags/tag382.xml"/><Relationship Id="rId13" Type="http://schemas.openxmlformats.org/officeDocument/2006/relationships/image" Target="../media/image15.png"/><Relationship Id="rId3" Type="http://schemas.openxmlformats.org/officeDocument/2006/relationships/tags" Target="../tags/tag377.xml"/><Relationship Id="rId7" Type="http://schemas.openxmlformats.org/officeDocument/2006/relationships/tags" Target="../tags/tag381.xml"/><Relationship Id="rId12" Type="http://schemas.openxmlformats.org/officeDocument/2006/relationships/image" Target="../media/image4.png"/><Relationship Id="rId2" Type="http://schemas.openxmlformats.org/officeDocument/2006/relationships/tags" Target="../tags/tag376.xml"/><Relationship Id="rId1" Type="http://schemas.openxmlformats.org/officeDocument/2006/relationships/tags" Target="../tags/tag375.xml"/><Relationship Id="rId6" Type="http://schemas.openxmlformats.org/officeDocument/2006/relationships/tags" Target="../tags/tag380.xml"/><Relationship Id="rId11" Type="http://schemas.openxmlformats.org/officeDocument/2006/relationships/notesSlide" Target="../notesSlides/notesSlide36.xml"/><Relationship Id="rId5" Type="http://schemas.openxmlformats.org/officeDocument/2006/relationships/tags" Target="../tags/tag379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378.xml"/><Relationship Id="rId9" Type="http://schemas.openxmlformats.org/officeDocument/2006/relationships/tags" Target="../tags/tag383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tags" Target="../tags/tag391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386.xml"/><Relationship Id="rId7" Type="http://schemas.openxmlformats.org/officeDocument/2006/relationships/tags" Target="../tags/tag390.xml"/><Relationship Id="rId12" Type="http://schemas.openxmlformats.org/officeDocument/2006/relationships/tags" Target="../tags/tag395.xml"/><Relationship Id="rId2" Type="http://schemas.openxmlformats.org/officeDocument/2006/relationships/tags" Target="../tags/tag385.xml"/><Relationship Id="rId16" Type="http://schemas.openxmlformats.org/officeDocument/2006/relationships/image" Target="../media/image15.png"/><Relationship Id="rId1" Type="http://schemas.openxmlformats.org/officeDocument/2006/relationships/tags" Target="../tags/tag384.xml"/><Relationship Id="rId6" Type="http://schemas.openxmlformats.org/officeDocument/2006/relationships/tags" Target="../tags/tag389.xml"/><Relationship Id="rId11" Type="http://schemas.openxmlformats.org/officeDocument/2006/relationships/tags" Target="../tags/tag394.xml"/><Relationship Id="rId5" Type="http://schemas.openxmlformats.org/officeDocument/2006/relationships/tags" Target="../tags/tag388.xml"/><Relationship Id="rId15" Type="http://schemas.openxmlformats.org/officeDocument/2006/relationships/image" Target="../media/image4.png"/><Relationship Id="rId10" Type="http://schemas.openxmlformats.org/officeDocument/2006/relationships/tags" Target="../tags/tag393.xml"/><Relationship Id="rId4" Type="http://schemas.openxmlformats.org/officeDocument/2006/relationships/tags" Target="../tags/tag387.xml"/><Relationship Id="rId9" Type="http://schemas.openxmlformats.org/officeDocument/2006/relationships/tags" Target="../tags/tag392.xml"/><Relationship Id="rId1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tags" Target="../tags/tag403.xml"/><Relationship Id="rId13" Type="http://schemas.openxmlformats.org/officeDocument/2006/relationships/tags" Target="../tags/tag408.xml"/><Relationship Id="rId3" Type="http://schemas.openxmlformats.org/officeDocument/2006/relationships/tags" Target="../tags/tag398.xml"/><Relationship Id="rId7" Type="http://schemas.openxmlformats.org/officeDocument/2006/relationships/tags" Target="../tags/tag402.xml"/><Relationship Id="rId12" Type="http://schemas.openxmlformats.org/officeDocument/2006/relationships/tags" Target="../tags/tag407.xml"/><Relationship Id="rId17" Type="http://schemas.openxmlformats.org/officeDocument/2006/relationships/image" Target="../media/image15.png"/><Relationship Id="rId2" Type="http://schemas.openxmlformats.org/officeDocument/2006/relationships/tags" Target="../tags/tag397.xml"/><Relationship Id="rId16" Type="http://schemas.openxmlformats.org/officeDocument/2006/relationships/image" Target="../media/image4.png"/><Relationship Id="rId1" Type="http://schemas.openxmlformats.org/officeDocument/2006/relationships/tags" Target="../tags/tag396.xml"/><Relationship Id="rId6" Type="http://schemas.openxmlformats.org/officeDocument/2006/relationships/tags" Target="../tags/tag401.xml"/><Relationship Id="rId11" Type="http://schemas.openxmlformats.org/officeDocument/2006/relationships/tags" Target="../tags/tag406.xml"/><Relationship Id="rId5" Type="http://schemas.openxmlformats.org/officeDocument/2006/relationships/tags" Target="../tags/tag400.xml"/><Relationship Id="rId15" Type="http://schemas.openxmlformats.org/officeDocument/2006/relationships/notesSlide" Target="../notesSlides/notesSlide38.xml"/><Relationship Id="rId10" Type="http://schemas.openxmlformats.org/officeDocument/2006/relationships/tags" Target="../tags/tag405.xml"/><Relationship Id="rId4" Type="http://schemas.openxmlformats.org/officeDocument/2006/relationships/tags" Target="../tags/tag399.xml"/><Relationship Id="rId9" Type="http://schemas.openxmlformats.org/officeDocument/2006/relationships/tags" Target="../tags/tag404.xml"/><Relationship Id="rId14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tags" Target="../tags/tag416.xml"/><Relationship Id="rId13" Type="http://schemas.openxmlformats.org/officeDocument/2006/relationships/tags" Target="../tags/tag421.xml"/><Relationship Id="rId18" Type="http://schemas.openxmlformats.org/officeDocument/2006/relationships/image" Target="../media/image15.png"/><Relationship Id="rId3" Type="http://schemas.openxmlformats.org/officeDocument/2006/relationships/tags" Target="../tags/tag411.xml"/><Relationship Id="rId7" Type="http://schemas.openxmlformats.org/officeDocument/2006/relationships/tags" Target="../tags/tag415.xml"/><Relationship Id="rId12" Type="http://schemas.openxmlformats.org/officeDocument/2006/relationships/tags" Target="../tags/tag420.xml"/><Relationship Id="rId17" Type="http://schemas.openxmlformats.org/officeDocument/2006/relationships/image" Target="../media/image4.png"/><Relationship Id="rId2" Type="http://schemas.openxmlformats.org/officeDocument/2006/relationships/tags" Target="../tags/tag410.xml"/><Relationship Id="rId16" Type="http://schemas.openxmlformats.org/officeDocument/2006/relationships/notesSlide" Target="../notesSlides/notesSlide39.xml"/><Relationship Id="rId1" Type="http://schemas.openxmlformats.org/officeDocument/2006/relationships/tags" Target="../tags/tag409.xml"/><Relationship Id="rId6" Type="http://schemas.openxmlformats.org/officeDocument/2006/relationships/tags" Target="../tags/tag414.xml"/><Relationship Id="rId11" Type="http://schemas.openxmlformats.org/officeDocument/2006/relationships/tags" Target="../tags/tag419.xml"/><Relationship Id="rId5" Type="http://schemas.openxmlformats.org/officeDocument/2006/relationships/tags" Target="../tags/tag413.xml"/><Relationship Id="rId15" Type="http://schemas.openxmlformats.org/officeDocument/2006/relationships/slideLayout" Target="../slideLayouts/slideLayout1.xml"/><Relationship Id="rId10" Type="http://schemas.openxmlformats.org/officeDocument/2006/relationships/tags" Target="../tags/tag418.xml"/><Relationship Id="rId4" Type="http://schemas.openxmlformats.org/officeDocument/2006/relationships/tags" Target="../tags/tag412.xml"/><Relationship Id="rId9" Type="http://schemas.openxmlformats.org/officeDocument/2006/relationships/tags" Target="../tags/tag417.xml"/><Relationship Id="rId14" Type="http://schemas.openxmlformats.org/officeDocument/2006/relationships/tags" Target="../tags/tag42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424.xml"/><Relationship Id="rId1" Type="http://schemas.openxmlformats.org/officeDocument/2006/relationships/tags" Target="../tags/tag42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tags" Target="../tags/tag432.xml"/><Relationship Id="rId3" Type="http://schemas.openxmlformats.org/officeDocument/2006/relationships/tags" Target="../tags/tag427.xml"/><Relationship Id="rId7" Type="http://schemas.openxmlformats.org/officeDocument/2006/relationships/tags" Target="../tags/tag431.xml"/><Relationship Id="rId12" Type="http://schemas.openxmlformats.org/officeDocument/2006/relationships/image" Target="../media/image15.png"/><Relationship Id="rId2" Type="http://schemas.openxmlformats.org/officeDocument/2006/relationships/tags" Target="../tags/tag426.xml"/><Relationship Id="rId1" Type="http://schemas.openxmlformats.org/officeDocument/2006/relationships/tags" Target="../tags/tag425.xml"/><Relationship Id="rId6" Type="http://schemas.openxmlformats.org/officeDocument/2006/relationships/tags" Target="../tags/tag430.xml"/><Relationship Id="rId11" Type="http://schemas.openxmlformats.org/officeDocument/2006/relationships/image" Target="../media/image4.png"/><Relationship Id="rId5" Type="http://schemas.openxmlformats.org/officeDocument/2006/relationships/tags" Target="../tags/tag429.xml"/><Relationship Id="rId10" Type="http://schemas.openxmlformats.org/officeDocument/2006/relationships/notesSlide" Target="../notesSlides/notesSlide41.xml"/><Relationship Id="rId4" Type="http://schemas.openxmlformats.org/officeDocument/2006/relationships/tags" Target="../tags/tag428.xml"/><Relationship Id="rId9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tags" Target="../tags/tag440.xml"/><Relationship Id="rId13" Type="http://schemas.openxmlformats.org/officeDocument/2006/relationships/image" Target="../media/image15.png"/><Relationship Id="rId3" Type="http://schemas.openxmlformats.org/officeDocument/2006/relationships/tags" Target="../tags/tag435.xml"/><Relationship Id="rId7" Type="http://schemas.openxmlformats.org/officeDocument/2006/relationships/tags" Target="../tags/tag439.xml"/><Relationship Id="rId12" Type="http://schemas.openxmlformats.org/officeDocument/2006/relationships/image" Target="../media/image4.png"/><Relationship Id="rId2" Type="http://schemas.openxmlformats.org/officeDocument/2006/relationships/tags" Target="../tags/tag434.xml"/><Relationship Id="rId1" Type="http://schemas.openxmlformats.org/officeDocument/2006/relationships/tags" Target="../tags/tag433.xml"/><Relationship Id="rId6" Type="http://schemas.openxmlformats.org/officeDocument/2006/relationships/tags" Target="../tags/tag438.xml"/><Relationship Id="rId11" Type="http://schemas.openxmlformats.org/officeDocument/2006/relationships/notesSlide" Target="../notesSlides/notesSlide42.xml"/><Relationship Id="rId5" Type="http://schemas.openxmlformats.org/officeDocument/2006/relationships/tags" Target="../tags/tag437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436.xml"/><Relationship Id="rId9" Type="http://schemas.openxmlformats.org/officeDocument/2006/relationships/tags" Target="../tags/tag441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tags" Target="../tags/tag444.xml"/><Relationship Id="rId7" Type="http://schemas.openxmlformats.org/officeDocument/2006/relationships/notesSlide" Target="../notesSlides/notesSlide43.xml"/><Relationship Id="rId2" Type="http://schemas.openxmlformats.org/officeDocument/2006/relationships/tags" Target="../tags/tag443.xml"/><Relationship Id="rId1" Type="http://schemas.openxmlformats.org/officeDocument/2006/relationships/tags" Target="../tags/tag44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446.xml"/><Relationship Id="rId10" Type="http://schemas.openxmlformats.org/officeDocument/2006/relationships/image" Target="../media/image4.png"/><Relationship Id="rId4" Type="http://schemas.openxmlformats.org/officeDocument/2006/relationships/tags" Target="../tags/tag445.xml"/><Relationship Id="rId9" Type="http://schemas.openxmlformats.org/officeDocument/2006/relationships/image" Target="../media/image1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tags" Target="../tags/tag454.xml"/><Relationship Id="rId13" Type="http://schemas.openxmlformats.org/officeDocument/2006/relationships/image" Target="../media/image15.png"/><Relationship Id="rId3" Type="http://schemas.openxmlformats.org/officeDocument/2006/relationships/tags" Target="../tags/tag449.xml"/><Relationship Id="rId7" Type="http://schemas.openxmlformats.org/officeDocument/2006/relationships/tags" Target="../tags/tag453.xml"/><Relationship Id="rId12" Type="http://schemas.openxmlformats.org/officeDocument/2006/relationships/image" Target="../media/image25.png"/><Relationship Id="rId2" Type="http://schemas.openxmlformats.org/officeDocument/2006/relationships/tags" Target="../tags/tag448.xml"/><Relationship Id="rId1" Type="http://schemas.openxmlformats.org/officeDocument/2006/relationships/tags" Target="../tags/tag447.xml"/><Relationship Id="rId6" Type="http://schemas.openxmlformats.org/officeDocument/2006/relationships/tags" Target="../tags/tag452.xml"/><Relationship Id="rId11" Type="http://schemas.openxmlformats.org/officeDocument/2006/relationships/notesSlide" Target="../notesSlides/notesSlide44.xml"/><Relationship Id="rId5" Type="http://schemas.openxmlformats.org/officeDocument/2006/relationships/tags" Target="../tags/tag451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450.xml"/><Relationship Id="rId9" Type="http://schemas.openxmlformats.org/officeDocument/2006/relationships/tags" Target="../tags/tag455.xml"/><Relationship Id="rId1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tags" Target="../tags/tag463.xml"/><Relationship Id="rId13" Type="http://schemas.openxmlformats.org/officeDocument/2006/relationships/tags" Target="../tags/tag468.xml"/><Relationship Id="rId18" Type="http://schemas.openxmlformats.org/officeDocument/2006/relationships/image" Target="../media/image25.png"/><Relationship Id="rId3" Type="http://schemas.openxmlformats.org/officeDocument/2006/relationships/tags" Target="../tags/tag458.xml"/><Relationship Id="rId7" Type="http://schemas.openxmlformats.org/officeDocument/2006/relationships/tags" Target="../tags/tag462.xml"/><Relationship Id="rId12" Type="http://schemas.openxmlformats.org/officeDocument/2006/relationships/tags" Target="../tags/tag467.xml"/><Relationship Id="rId17" Type="http://schemas.openxmlformats.org/officeDocument/2006/relationships/notesSlide" Target="../notesSlides/notesSlide45.xml"/><Relationship Id="rId2" Type="http://schemas.openxmlformats.org/officeDocument/2006/relationships/tags" Target="../tags/tag457.xml"/><Relationship Id="rId16" Type="http://schemas.openxmlformats.org/officeDocument/2006/relationships/slideLayout" Target="../slideLayouts/slideLayout1.xml"/><Relationship Id="rId20" Type="http://schemas.openxmlformats.org/officeDocument/2006/relationships/image" Target="../media/image4.png"/><Relationship Id="rId1" Type="http://schemas.openxmlformats.org/officeDocument/2006/relationships/tags" Target="../tags/tag456.xml"/><Relationship Id="rId6" Type="http://schemas.openxmlformats.org/officeDocument/2006/relationships/tags" Target="../tags/tag461.xml"/><Relationship Id="rId11" Type="http://schemas.openxmlformats.org/officeDocument/2006/relationships/tags" Target="../tags/tag466.xml"/><Relationship Id="rId5" Type="http://schemas.openxmlformats.org/officeDocument/2006/relationships/tags" Target="../tags/tag460.xml"/><Relationship Id="rId15" Type="http://schemas.openxmlformats.org/officeDocument/2006/relationships/tags" Target="../tags/tag470.xml"/><Relationship Id="rId10" Type="http://schemas.openxmlformats.org/officeDocument/2006/relationships/tags" Target="../tags/tag465.xml"/><Relationship Id="rId19" Type="http://schemas.openxmlformats.org/officeDocument/2006/relationships/image" Target="../media/image15.png"/><Relationship Id="rId4" Type="http://schemas.openxmlformats.org/officeDocument/2006/relationships/tags" Target="../tags/tag459.xml"/><Relationship Id="rId9" Type="http://schemas.openxmlformats.org/officeDocument/2006/relationships/tags" Target="../tags/tag464.xml"/><Relationship Id="rId14" Type="http://schemas.openxmlformats.org/officeDocument/2006/relationships/tags" Target="../tags/tag469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473.xml"/><Relationship Id="rId7" Type="http://schemas.openxmlformats.org/officeDocument/2006/relationships/tags" Target="../tags/tag477.xml"/><Relationship Id="rId2" Type="http://schemas.openxmlformats.org/officeDocument/2006/relationships/tags" Target="../tags/tag472.xml"/><Relationship Id="rId1" Type="http://schemas.openxmlformats.org/officeDocument/2006/relationships/tags" Target="../tags/tag471.xml"/><Relationship Id="rId6" Type="http://schemas.openxmlformats.org/officeDocument/2006/relationships/tags" Target="../tags/tag476.xml"/><Relationship Id="rId11" Type="http://schemas.openxmlformats.org/officeDocument/2006/relationships/image" Target="../media/image15.png"/><Relationship Id="rId5" Type="http://schemas.openxmlformats.org/officeDocument/2006/relationships/tags" Target="../tags/tag475.xml"/><Relationship Id="rId10" Type="http://schemas.openxmlformats.org/officeDocument/2006/relationships/image" Target="../media/image4.png"/><Relationship Id="rId4" Type="http://schemas.openxmlformats.org/officeDocument/2006/relationships/tags" Target="../tags/tag474.xml"/><Relationship Id="rId9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tags" Target="../tags/tag485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480.xml"/><Relationship Id="rId7" Type="http://schemas.openxmlformats.org/officeDocument/2006/relationships/tags" Target="../tags/tag484.xml"/><Relationship Id="rId12" Type="http://schemas.openxmlformats.org/officeDocument/2006/relationships/tags" Target="../tags/tag489.xml"/><Relationship Id="rId2" Type="http://schemas.openxmlformats.org/officeDocument/2006/relationships/tags" Target="../tags/tag479.xml"/><Relationship Id="rId16" Type="http://schemas.openxmlformats.org/officeDocument/2006/relationships/image" Target="../media/image15.png"/><Relationship Id="rId1" Type="http://schemas.openxmlformats.org/officeDocument/2006/relationships/tags" Target="../tags/tag478.xml"/><Relationship Id="rId6" Type="http://schemas.openxmlformats.org/officeDocument/2006/relationships/tags" Target="../tags/tag483.xml"/><Relationship Id="rId11" Type="http://schemas.openxmlformats.org/officeDocument/2006/relationships/tags" Target="../tags/tag488.xml"/><Relationship Id="rId5" Type="http://schemas.openxmlformats.org/officeDocument/2006/relationships/tags" Target="../tags/tag482.xml"/><Relationship Id="rId15" Type="http://schemas.openxmlformats.org/officeDocument/2006/relationships/image" Target="../media/image4.png"/><Relationship Id="rId10" Type="http://schemas.openxmlformats.org/officeDocument/2006/relationships/tags" Target="../tags/tag487.xml"/><Relationship Id="rId4" Type="http://schemas.openxmlformats.org/officeDocument/2006/relationships/tags" Target="../tags/tag481.xml"/><Relationship Id="rId9" Type="http://schemas.openxmlformats.org/officeDocument/2006/relationships/tags" Target="../tags/tag486.xml"/><Relationship Id="rId1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8.xml"/><Relationship Id="rId3" Type="http://schemas.openxmlformats.org/officeDocument/2006/relationships/tags" Target="../tags/tag492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491.xml"/><Relationship Id="rId1" Type="http://schemas.openxmlformats.org/officeDocument/2006/relationships/tags" Target="../tags/tag490.xml"/><Relationship Id="rId6" Type="http://schemas.openxmlformats.org/officeDocument/2006/relationships/tags" Target="../tags/tag495.xml"/><Relationship Id="rId5" Type="http://schemas.openxmlformats.org/officeDocument/2006/relationships/tags" Target="../tags/tag494.xml"/><Relationship Id="rId10" Type="http://schemas.openxmlformats.org/officeDocument/2006/relationships/image" Target="../media/image13.png"/><Relationship Id="rId4" Type="http://schemas.openxmlformats.org/officeDocument/2006/relationships/tags" Target="../tags/tag493.xml"/><Relationship Id="rId9" Type="http://schemas.openxmlformats.org/officeDocument/2006/relationships/image" Target="../media/image4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tags" Target="../tags/tag503.xml"/><Relationship Id="rId3" Type="http://schemas.openxmlformats.org/officeDocument/2006/relationships/tags" Target="../tags/tag498.xml"/><Relationship Id="rId7" Type="http://schemas.openxmlformats.org/officeDocument/2006/relationships/tags" Target="../tags/tag502.xml"/><Relationship Id="rId12" Type="http://schemas.openxmlformats.org/officeDocument/2006/relationships/image" Target="../media/image13.png"/><Relationship Id="rId2" Type="http://schemas.openxmlformats.org/officeDocument/2006/relationships/tags" Target="../tags/tag497.xml"/><Relationship Id="rId1" Type="http://schemas.openxmlformats.org/officeDocument/2006/relationships/tags" Target="../tags/tag496.xml"/><Relationship Id="rId6" Type="http://schemas.openxmlformats.org/officeDocument/2006/relationships/tags" Target="../tags/tag501.xml"/><Relationship Id="rId11" Type="http://schemas.openxmlformats.org/officeDocument/2006/relationships/image" Target="../media/image4.png"/><Relationship Id="rId5" Type="http://schemas.openxmlformats.org/officeDocument/2006/relationships/tags" Target="../tags/tag500.xml"/><Relationship Id="rId10" Type="http://schemas.openxmlformats.org/officeDocument/2006/relationships/notesSlide" Target="../notesSlides/notesSlide49.xml"/><Relationship Id="rId4" Type="http://schemas.openxmlformats.org/officeDocument/2006/relationships/tags" Target="../tags/tag499.xml"/><Relationship Id="rId9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tags" Target="../tags/tag511.xml"/><Relationship Id="rId13" Type="http://schemas.openxmlformats.org/officeDocument/2006/relationships/image" Target="../media/image4.png"/><Relationship Id="rId3" Type="http://schemas.openxmlformats.org/officeDocument/2006/relationships/tags" Target="../tags/tag506.xml"/><Relationship Id="rId7" Type="http://schemas.openxmlformats.org/officeDocument/2006/relationships/tags" Target="../tags/tag510.xml"/><Relationship Id="rId12" Type="http://schemas.openxmlformats.org/officeDocument/2006/relationships/notesSlide" Target="../notesSlides/notesSlide50.xml"/><Relationship Id="rId2" Type="http://schemas.openxmlformats.org/officeDocument/2006/relationships/tags" Target="../tags/tag505.xml"/><Relationship Id="rId1" Type="http://schemas.openxmlformats.org/officeDocument/2006/relationships/tags" Target="../tags/tag504.xml"/><Relationship Id="rId6" Type="http://schemas.openxmlformats.org/officeDocument/2006/relationships/tags" Target="../tags/tag509.xml"/><Relationship Id="rId11" Type="http://schemas.openxmlformats.org/officeDocument/2006/relationships/slideLayout" Target="../slideLayouts/slideLayout1.xml"/><Relationship Id="rId5" Type="http://schemas.openxmlformats.org/officeDocument/2006/relationships/tags" Target="../tags/tag508.xml"/><Relationship Id="rId10" Type="http://schemas.openxmlformats.org/officeDocument/2006/relationships/tags" Target="../tags/tag513.xml"/><Relationship Id="rId4" Type="http://schemas.openxmlformats.org/officeDocument/2006/relationships/tags" Target="../tags/tag507.xml"/><Relationship Id="rId9" Type="http://schemas.openxmlformats.org/officeDocument/2006/relationships/tags" Target="../tags/tag512.xml"/><Relationship Id="rId14" Type="http://schemas.openxmlformats.org/officeDocument/2006/relationships/image" Target="../media/image1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515.xml"/><Relationship Id="rId1" Type="http://schemas.openxmlformats.org/officeDocument/2006/relationships/tags" Target="../tags/tag51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tags" Target="../tags/tag523.xml"/><Relationship Id="rId13" Type="http://schemas.openxmlformats.org/officeDocument/2006/relationships/notesSlide" Target="../notesSlides/notesSlide52.xml"/><Relationship Id="rId3" Type="http://schemas.openxmlformats.org/officeDocument/2006/relationships/tags" Target="../tags/tag518.xml"/><Relationship Id="rId7" Type="http://schemas.openxmlformats.org/officeDocument/2006/relationships/tags" Target="../tags/tag522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517.xml"/><Relationship Id="rId16" Type="http://schemas.openxmlformats.org/officeDocument/2006/relationships/image" Target="../media/image4.png"/><Relationship Id="rId1" Type="http://schemas.openxmlformats.org/officeDocument/2006/relationships/tags" Target="../tags/tag516.xml"/><Relationship Id="rId6" Type="http://schemas.openxmlformats.org/officeDocument/2006/relationships/tags" Target="../tags/tag521.xml"/><Relationship Id="rId11" Type="http://schemas.openxmlformats.org/officeDocument/2006/relationships/tags" Target="../tags/tag526.xml"/><Relationship Id="rId5" Type="http://schemas.openxmlformats.org/officeDocument/2006/relationships/tags" Target="../tags/tag520.xml"/><Relationship Id="rId15" Type="http://schemas.openxmlformats.org/officeDocument/2006/relationships/image" Target="../media/image15.png"/><Relationship Id="rId10" Type="http://schemas.openxmlformats.org/officeDocument/2006/relationships/tags" Target="../tags/tag525.xml"/><Relationship Id="rId4" Type="http://schemas.openxmlformats.org/officeDocument/2006/relationships/tags" Target="../tags/tag519.xml"/><Relationship Id="rId9" Type="http://schemas.openxmlformats.org/officeDocument/2006/relationships/tags" Target="../tags/tag524.xml"/><Relationship Id="rId14" Type="http://schemas.openxmlformats.org/officeDocument/2006/relationships/image" Target="../media/image25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tags" Target="../tags/tag534.xml"/><Relationship Id="rId13" Type="http://schemas.openxmlformats.org/officeDocument/2006/relationships/tags" Target="../tags/tag539.xml"/><Relationship Id="rId18" Type="http://schemas.openxmlformats.org/officeDocument/2006/relationships/tags" Target="../tags/tag544.xml"/><Relationship Id="rId3" Type="http://schemas.openxmlformats.org/officeDocument/2006/relationships/tags" Target="../tags/tag529.xml"/><Relationship Id="rId21" Type="http://schemas.openxmlformats.org/officeDocument/2006/relationships/slideLayout" Target="../slideLayouts/slideLayout1.xml"/><Relationship Id="rId7" Type="http://schemas.openxmlformats.org/officeDocument/2006/relationships/tags" Target="../tags/tag533.xml"/><Relationship Id="rId12" Type="http://schemas.openxmlformats.org/officeDocument/2006/relationships/tags" Target="../tags/tag538.xml"/><Relationship Id="rId17" Type="http://schemas.openxmlformats.org/officeDocument/2006/relationships/tags" Target="../tags/tag543.xml"/><Relationship Id="rId25" Type="http://schemas.openxmlformats.org/officeDocument/2006/relationships/image" Target="../media/image4.png"/><Relationship Id="rId2" Type="http://schemas.openxmlformats.org/officeDocument/2006/relationships/tags" Target="../tags/tag528.xml"/><Relationship Id="rId16" Type="http://schemas.openxmlformats.org/officeDocument/2006/relationships/tags" Target="../tags/tag542.xml"/><Relationship Id="rId20" Type="http://schemas.openxmlformats.org/officeDocument/2006/relationships/tags" Target="../tags/tag546.xml"/><Relationship Id="rId1" Type="http://schemas.openxmlformats.org/officeDocument/2006/relationships/tags" Target="../tags/tag527.xml"/><Relationship Id="rId6" Type="http://schemas.openxmlformats.org/officeDocument/2006/relationships/tags" Target="../tags/tag532.xml"/><Relationship Id="rId11" Type="http://schemas.openxmlformats.org/officeDocument/2006/relationships/tags" Target="../tags/tag537.xml"/><Relationship Id="rId24" Type="http://schemas.openxmlformats.org/officeDocument/2006/relationships/image" Target="../media/image15.png"/><Relationship Id="rId5" Type="http://schemas.openxmlformats.org/officeDocument/2006/relationships/tags" Target="../tags/tag531.xml"/><Relationship Id="rId15" Type="http://schemas.openxmlformats.org/officeDocument/2006/relationships/tags" Target="../tags/tag541.xml"/><Relationship Id="rId23" Type="http://schemas.openxmlformats.org/officeDocument/2006/relationships/image" Target="../media/image25.png"/><Relationship Id="rId10" Type="http://schemas.openxmlformats.org/officeDocument/2006/relationships/tags" Target="../tags/tag536.xml"/><Relationship Id="rId19" Type="http://schemas.openxmlformats.org/officeDocument/2006/relationships/tags" Target="../tags/tag545.xml"/><Relationship Id="rId4" Type="http://schemas.openxmlformats.org/officeDocument/2006/relationships/tags" Target="../tags/tag530.xml"/><Relationship Id="rId9" Type="http://schemas.openxmlformats.org/officeDocument/2006/relationships/tags" Target="../tags/tag535.xml"/><Relationship Id="rId14" Type="http://schemas.openxmlformats.org/officeDocument/2006/relationships/tags" Target="../tags/tag540.xml"/><Relationship Id="rId2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tags" Target="../tags/tag549.xml"/><Relationship Id="rId7" Type="http://schemas.openxmlformats.org/officeDocument/2006/relationships/image" Target="../media/image15.png"/><Relationship Id="rId2" Type="http://schemas.openxmlformats.org/officeDocument/2006/relationships/tags" Target="../tags/tag548.xml"/><Relationship Id="rId1" Type="http://schemas.openxmlformats.org/officeDocument/2006/relationships/tags" Target="../tags/tag547.xml"/><Relationship Id="rId6" Type="http://schemas.openxmlformats.org/officeDocument/2006/relationships/image" Target="../media/image4.png"/><Relationship Id="rId5" Type="http://schemas.openxmlformats.org/officeDocument/2006/relationships/notesSlide" Target="../notesSlides/notesSlide54.xml"/><Relationship Id="rId4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tags" Target="../tags/tag552.xml"/><Relationship Id="rId7" Type="http://schemas.openxmlformats.org/officeDocument/2006/relationships/image" Target="../media/image4.png"/><Relationship Id="rId2" Type="http://schemas.openxmlformats.org/officeDocument/2006/relationships/tags" Target="../tags/tag551.xml"/><Relationship Id="rId1" Type="http://schemas.openxmlformats.org/officeDocument/2006/relationships/tags" Target="../tags/tag550.xml"/><Relationship Id="rId6" Type="http://schemas.openxmlformats.org/officeDocument/2006/relationships/notesSlide" Target="../notesSlides/notesSlide55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553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556.xml"/><Relationship Id="rId7" Type="http://schemas.openxmlformats.org/officeDocument/2006/relationships/notesSlide" Target="../notesSlides/notesSlide56.xml"/><Relationship Id="rId2" Type="http://schemas.openxmlformats.org/officeDocument/2006/relationships/tags" Target="../tags/tag555.xml"/><Relationship Id="rId1" Type="http://schemas.openxmlformats.org/officeDocument/2006/relationships/tags" Target="../tags/tag554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558.xml"/><Relationship Id="rId4" Type="http://schemas.openxmlformats.org/officeDocument/2006/relationships/tags" Target="../tags/tag557.xml"/><Relationship Id="rId9" Type="http://schemas.openxmlformats.org/officeDocument/2006/relationships/image" Target="../media/image1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560.xml"/><Relationship Id="rId1" Type="http://schemas.openxmlformats.org/officeDocument/2006/relationships/tags" Target="../tags/tag55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12.png"/><Relationship Id="rId2" Type="http://schemas.openxmlformats.org/officeDocument/2006/relationships/tags" Target="../tags/tag562.xml"/><Relationship Id="rId1" Type="http://schemas.openxmlformats.org/officeDocument/2006/relationships/tags" Target="../tags/tag56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565.xml"/><Relationship Id="rId7" Type="http://schemas.openxmlformats.org/officeDocument/2006/relationships/tags" Target="../tags/tag569.xml"/><Relationship Id="rId2" Type="http://schemas.openxmlformats.org/officeDocument/2006/relationships/tags" Target="../tags/tag564.xml"/><Relationship Id="rId1" Type="http://schemas.openxmlformats.org/officeDocument/2006/relationships/tags" Target="../tags/tag563.xml"/><Relationship Id="rId6" Type="http://schemas.openxmlformats.org/officeDocument/2006/relationships/tags" Target="../tags/tag568.xml"/><Relationship Id="rId11" Type="http://schemas.openxmlformats.org/officeDocument/2006/relationships/image" Target="../media/image15.png"/><Relationship Id="rId5" Type="http://schemas.openxmlformats.org/officeDocument/2006/relationships/tags" Target="../tags/tag567.xml"/><Relationship Id="rId10" Type="http://schemas.openxmlformats.org/officeDocument/2006/relationships/image" Target="../media/image4.png"/><Relationship Id="rId4" Type="http://schemas.openxmlformats.org/officeDocument/2006/relationships/tags" Target="../tags/tag566.xml"/><Relationship Id="rId9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tags" Target="../tags/tag577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572.xml"/><Relationship Id="rId7" Type="http://schemas.openxmlformats.org/officeDocument/2006/relationships/tags" Target="../tags/tag576.xml"/><Relationship Id="rId12" Type="http://schemas.openxmlformats.org/officeDocument/2006/relationships/tags" Target="../tags/tag581.xml"/><Relationship Id="rId2" Type="http://schemas.openxmlformats.org/officeDocument/2006/relationships/tags" Target="../tags/tag571.xml"/><Relationship Id="rId16" Type="http://schemas.openxmlformats.org/officeDocument/2006/relationships/image" Target="../media/image15.png"/><Relationship Id="rId1" Type="http://schemas.openxmlformats.org/officeDocument/2006/relationships/tags" Target="../tags/tag570.xml"/><Relationship Id="rId6" Type="http://schemas.openxmlformats.org/officeDocument/2006/relationships/tags" Target="../tags/tag575.xml"/><Relationship Id="rId11" Type="http://schemas.openxmlformats.org/officeDocument/2006/relationships/tags" Target="../tags/tag580.xml"/><Relationship Id="rId5" Type="http://schemas.openxmlformats.org/officeDocument/2006/relationships/tags" Target="../tags/tag574.xml"/><Relationship Id="rId15" Type="http://schemas.openxmlformats.org/officeDocument/2006/relationships/image" Target="../media/image4.png"/><Relationship Id="rId10" Type="http://schemas.openxmlformats.org/officeDocument/2006/relationships/tags" Target="../tags/tag579.xml"/><Relationship Id="rId4" Type="http://schemas.openxmlformats.org/officeDocument/2006/relationships/tags" Target="../tags/tag573.xml"/><Relationship Id="rId9" Type="http://schemas.openxmlformats.org/officeDocument/2006/relationships/tags" Target="../tags/tag578.xml"/><Relationship Id="rId1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tags" Target="../tags/tag589.xml"/><Relationship Id="rId13" Type="http://schemas.openxmlformats.org/officeDocument/2006/relationships/tags" Target="../tags/tag594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584.xml"/><Relationship Id="rId21" Type="http://schemas.openxmlformats.org/officeDocument/2006/relationships/image" Target="../media/image15.png"/><Relationship Id="rId7" Type="http://schemas.openxmlformats.org/officeDocument/2006/relationships/tags" Target="../tags/tag588.xml"/><Relationship Id="rId12" Type="http://schemas.openxmlformats.org/officeDocument/2006/relationships/tags" Target="../tags/tag593.xml"/><Relationship Id="rId17" Type="http://schemas.openxmlformats.org/officeDocument/2006/relationships/tags" Target="../tags/tag598.xml"/><Relationship Id="rId2" Type="http://schemas.openxmlformats.org/officeDocument/2006/relationships/tags" Target="../tags/tag583.xml"/><Relationship Id="rId16" Type="http://schemas.openxmlformats.org/officeDocument/2006/relationships/tags" Target="../tags/tag597.xml"/><Relationship Id="rId20" Type="http://schemas.openxmlformats.org/officeDocument/2006/relationships/image" Target="../media/image4.png"/><Relationship Id="rId1" Type="http://schemas.openxmlformats.org/officeDocument/2006/relationships/tags" Target="../tags/tag582.xml"/><Relationship Id="rId6" Type="http://schemas.openxmlformats.org/officeDocument/2006/relationships/tags" Target="../tags/tag587.xml"/><Relationship Id="rId11" Type="http://schemas.openxmlformats.org/officeDocument/2006/relationships/tags" Target="../tags/tag592.xml"/><Relationship Id="rId5" Type="http://schemas.openxmlformats.org/officeDocument/2006/relationships/tags" Target="../tags/tag586.xml"/><Relationship Id="rId15" Type="http://schemas.openxmlformats.org/officeDocument/2006/relationships/tags" Target="../tags/tag596.xml"/><Relationship Id="rId10" Type="http://schemas.openxmlformats.org/officeDocument/2006/relationships/tags" Target="../tags/tag591.xml"/><Relationship Id="rId19" Type="http://schemas.openxmlformats.org/officeDocument/2006/relationships/notesSlide" Target="../notesSlides/notesSlide61.xml"/><Relationship Id="rId4" Type="http://schemas.openxmlformats.org/officeDocument/2006/relationships/tags" Target="../tags/tag585.xml"/><Relationship Id="rId9" Type="http://schemas.openxmlformats.org/officeDocument/2006/relationships/tags" Target="../tags/tag590.xml"/><Relationship Id="rId14" Type="http://schemas.openxmlformats.org/officeDocument/2006/relationships/tags" Target="../tags/tag595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tags" Target="../tags/tag606.xml"/><Relationship Id="rId13" Type="http://schemas.openxmlformats.org/officeDocument/2006/relationships/tags" Target="../tags/tag611.xml"/><Relationship Id="rId18" Type="http://schemas.openxmlformats.org/officeDocument/2006/relationships/tags" Target="../tags/tag616.xml"/><Relationship Id="rId3" Type="http://schemas.openxmlformats.org/officeDocument/2006/relationships/tags" Target="../tags/tag601.xml"/><Relationship Id="rId21" Type="http://schemas.openxmlformats.org/officeDocument/2006/relationships/tags" Target="../tags/tag619.xml"/><Relationship Id="rId7" Type="http://schemas.openxmlformats.org/officeDocument/2006/relationships/tags" Target="../tags/tag605.xml"/><Relationship Id="rId12" Type="http://schemas.openxmlformats.org/officeDocument/2006/relationships/tags" Target="../tags/tag610.xml"/><Relationship Id="rId17" Type="http://schemas.openxmlformats.org/officeDocument/2006/relationships/tags" Target="../tags/tag615.xml"/><Relationship Id="rId25" Type="http://schemas.openxmlformats.org/officeDocument/2006/relationships/image" Target="../media/image15.png"/><Relationship Id="rId2" Type="http://schemas.openxmlformats.org/officeDocument/2006/relationships/tags" Target="../tags/tag600.xml"/><Relationship Id="rId16" Type="http://schemas.openxmlformats.org/officeDocument/2006/relationships/tags" Target="../tags/tag614.xml"/><Relationship Id="rId20" Type="http://schemas.openxmlformats.org/officeDocument/2006/relationships/tags" Target="../tags/tag618.xml"/><Relationship Id="rId1" Type="http://schemas.openxmlformats.org/officeDocument/2006/relationships/tags" Target="../tags/tag599.xml"/><Relationship Id="rId6" Type="http://schemas.openxmlformats.org/officeDocument/2006/relationships/tags" Target="../tags/tag604.xml"/><Relationship Id="rId11" Type="http://schemas.openxmlformats.org/officeDocument/2006/relationships/tags" Target="../tags/tag609.xml"/><Relationship Id="rId24" Type="http://schemas.openxmlformats.org/officeDocument/2006/relationships/image" Target="../media/image4.png"/><Relationship Id="rId5" Type="http://schemas.openxmlformats.org/officeDocument/2006/relationships/tags" Target="../tags/tag603.xml"/><Relationship Id="rId15" Type="http://schemas.openxmlformats.org/officeDocument/2006/relationships/tags" Target="../tags/tag613.xml"/><Relationship Id="rId23" Type="http://schemas.openxmlformats.org/officeDocument/2006/relationships/notesSlide" Target="../notesSlides/notesSlide62.xml"/><Relationship Id="rId10" Type="http://schemas.openxmlformats.org/officeDocument/2006/relationships/tags" Target="../tags/tag608.xml"/><Relationship Id="rId19" Type="http://schemas.openxmlformats.org/officeDocument/2006/relationships/tags" Target="../tags/tag617.xml"/><Relationship Id="rId4" Type="http://schemas.openxmlformats.org/officeDocument/2006/relationships/tags" Target="../tags/tag602.xml"/><Relationship Id="rId9" Type="http://schemas.openxmlformats.org/officeDocument/2006/relationships/tags" Target="../tags/tag607.xml"/><Relationship Id="rId14" Type="http://schemas.openxmlformats.org/officeDocument/2006/relationships/tags" Target="../tags/tag612.xml"/><Relationship Id="rId22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tags" Target="../tags/tag627.xml"/><Relationship Id="rId13" Type="http://schemas.openxmlformats.org/officeDocument/2006/relationships/tags" Target="../tags/tag632.xml"/><Relationship Id="rId18" Type="http://schemas.openxmlformats.org/officeDocument/2006/relationships/tags" Target="../tags/tag637.xml"/><Relationship Id="rId26" Type="http://schemas.openxmlformats.org/officeDocument/2006/relationships/slideLayout" Target="../slideLayouts/slideLayout1.xml"/><Relationship Id="rId3" Type="http://schemas.openxmlformats.org/officeDocument/2006/relationships/tags" Target="../tags/tag622.xml"/><Relationship Id="rId21" Type="http://schemas.openxmlformats.org/officeDocument/2006/relationships/tags" Target="../tags/tag640.xml"/><Relationship Id="rId7" Type="http://schemas.openxmlformats.org/officeDocument/2006/relationships/tags" Target="../tags/tag626.xml"/><Relationship Id="rId12" Type="http://schemas.openxmlformats.org/officeDocument/2006/relationships/tags" Target="../tags/tag631.xml"/><Relationship Id="rId17" Type="http://schemas.openxmlformats.org/officeDocument/2006/relationships/tags" Target="../tags/tag636.xml"/><Relationship Id="rId25" Type="http://schemas.openxmlformats.org/officeDocument/2006/relationships/tags" Target="../tags/tag644.xml"/><Relationship Id="rId2" Type="http://schemas.openxmlformats.org/officeDocument/2006/relationships/tags" Target="../tags/tag621.xml"/><Relationship Id="rId16" Type="http://schemas.openxmlformats.org/officeDocument/2006/relationships/tags" Target="../tags/tag635.xml"/><Relationship Id="rId20" Type="http://schemas.openxmlformats.org/officeDocument/2006/relationships/tags" Target="../tags/tag639.xml"/><Relationship Id="rId29" Type="http://schemas.openxmlformats.org/officeDocument/2006/relationships/image" Target="../media/image15.png"/><Relationship Id="rId1" Type="http://schemas.openxmlformats.org/officeDocument/2006/relationships/tags" Target="../tags/tag620.xml"/><Relationship Id="rId6" Type="http://schemas.openxmlformats.org/officeDocument/2006/relationships/tags" Target="../tags/tag625.xml"/><Relationship Id="rId11" Type="http://schemas.openxmlformats.org/officeDocument/2006/relationships/tags" Target="../tags/tag630.xml"/><Relationship Id="rId24" Type="http://schemas.openxmlformats.org/officeDocument/2006/relationships/tags" Target="../tags/tag643.xml"/><Relationship Id="rId5" Type="http://schemas.openxmlformats.org/officeDocument/2006/relationships/tags" Target="../tags/tag624.xml"/><Relationship Id="rId15" Type="http://schemas.openxmlformats.org/officeDocument/2006/relationships/tags" Target="../tags/tag634.xml"/><Relationship Id="rId23" Type="http://schemas.openxmlformats.org/officeDocument/2006/relationships/tags" Target="../tags/tag642.xml"/><Relationship Id="rId28" Type="http://schemas.openxmlformats.org/officeDocument/2006/relationships/image" Target="../media/image4.png"/><Relationship Id="rId10" Type="http://schemas.openxmlformats.org/officeDocument/2006/relationships/tags" Target="../tags/tag629.xml"/><Relationship Id="rId19" Type="http://schemas.openxmlformats.org/officeDocument/2006/relationships/tags" Target="../tags/tag638.xml"/><Relationship Id="rId4" Type="http://schemas.openxmlformats.org/officeDocument/2006/relationships/tags" Target="../tags/tag623.xml"/><Relationship Id="rId9" Type="http://schemas.openxmlformats.org/officeDocument/2006/relationships/tags" Target="../tags/tag628.xml"/><Relationship Id="rId14" Type="http://schemas.openxmlformats.org/officeDocument/2006/relationships/tags" Target="../tags/tag633.xml"/><Relationship Id="rId22" Type="http://schemas.openxmlformats.org/officeDocument/2006/relationships/tags" Target="../tags/tag641.xml"/><Relationship Id="rId27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4.xml"/><Relationship Id="rId3" Type="http://schemas.openxmlformats.org/officeDocument/2006/relationships/tags" Target="../tags/tag647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646.xml"/><Relationship Id="rId1" Type="http://schemas.openxmlformats.org/officeDocument/2006/relationships/tags" Target="../tags/tag645.xml"/><Relationship Id="rId6" Type="http://schemas.openxmlformats.org/officeDocument/2006/relationships/tags" Target="../tags/tag650.xml"/><Relationship Id="rId11" Type="http://schemas.openxmlformats.org/officeDocument/2006/relationships/image" Target="../media/image4.png"/><Relationship Id="rId5" Type="http://schemas.openxmlformats.org/officeDocument/2006/relationships/tags" Target="../tags/tag649.xml"/><Relationship Id="rId10" Type="http://schemas.openxmlformats.org/officeDocument/2006/relationships/image" Target="../media/image15.png"/><Relationship Id="rId4" Type="http://schemas.openxmlformats.org/officeDocument/2006/relationships/tags" Target="../tags/tag648.xml"/><Relationship Id="rId9" Type="http://schemas.openxmlformats.org/officeDocument/2006/relationships/image" Target="../media/image25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tags" Target="../tags/tag658.xml"/><Relationship Id="rId13" Type="http://schemas.openxmlformats.org/officeDocument/2006/relationships/image" Target="../media/image15.png"/><Relationship Id="rId3" Type="http://schemas.openxmlformats.org/officeDocument/2006/relationships/tags" Target="../tags/tag653.xml"/><Relationship Id="rId7" Type="http://schemas.openxmlformats.org/officeDocument/2006/relationships/tags" Target="../tags/tag657.xml"/><Relationship Id="rId12" Type="http://schemas.openxmlformats.org/officeDocument/2006/relationships/image" Target="../media/image25.png"/><Relationship Id="rId2" Type="http://schemas.openxmlformats.org/officeDocument/2006/relationships/tags" Target="../tags/tag652.xml"/><Relationship Id="rId1" Type="http://schemas.openxmlformats.org/officeDocument/2006/relationships/tags" Target="../tags/tag651.xml"/><Relationship Id="rId6" Type="http://schemas.openxmlformats.org/officeDocument/2006/relationships/tags" Target="../tags/tag656.xml"/><Relationship Id="rId11" Type="http://schemas.openxmlformats.org/officeDocument/2006/relationships/notesSlide" Target="../notesSlides/notesSlide65.xml"/><Relationship Id="rId5" Type="http://schemas.openxmlformats.org/officeDocument/2006/relationships/tags" Target="../tags/tag655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654.xml"/><Relationship Id="rId9" Type="http://schemas.openxmlformats.org/officeDocument/2006/relationships/tags" Target="../tags/tag659.xml"/><Relationship Id="rId14" Type="http://schemas.openxmlformats.org/officeDocument/2006/relationships/image" Target="../media/image4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tags" Target="../tags/tag667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662.xml"/><Relationship Id="rId7" Type="http://schemas.openxmlformats.org/officeDocument/2006/relationships/tags" Target="../tags/tag666.xml"/><Relationship Id="rId12" Type="http://schemas.openxmlformats.org/officeDocument/2006/relationships/tags" Target="../tags/tag671.xml"/><Relationship Id="rId17" Type="http://schemas.openxmlformats.org/officeDocument/2006/relationships/image" Target="../media/image4.png"/><Relationship Id="rId2" Type="http://schemas.openxmlformats.org/officeDocument/2006/relationships/tags" Target="../tags/tag661.xml"/><Relationship Id="rId16" Type="http://schemas.openxmlformats.org/officeDocument/2006/relationships/image" Target="../media/image15.png"/><Relationship Id="rId1" Type="http://schemas.openxmlformats.org/officeDocument/2006/relationships/tags" Target="../tags/tag660.xml"/><Relationship Id="rId6" Type="http://schemas.openxmlformats.org/officeDocument/2006/relationships/tags" Target="../tags/tag665.xml"/><Relationship Id="rId11" Type="http://schemas.openxmlformats.org/officeDocument/2006/relationships/tags" Target="../tags/tag670.xml"/><Relationship Id="rId5" Type="http://schemas.openxmlformats.org/officeDocument/2006/relationships/tags" Target="../tags/tag664.xml"/><Relationship Id="rId15" Type="http://schemas.openxmlformats.org/officeDocument/2006/relationships/image" Target="../media/image25.png"/><Relationship Id="rId10" Type="http://schemas.openxmlformats.org/officeDocument/2006/relationships/tags" Target="../tags/tag669.xml"/><Relationship Id="rId4" Type="http://schemas.openxmlformats.org/officeDocument/2006/relationships/tags" Target="../tags/tag663.xml"/><Relationship Id="rId9" Type="http://schemas.openxmlformats.org/officeDocument/2006/relationships/tags" Target="../tags/tag668.xml"/><Relationship Id="rId1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674.xml"/><Relationship Id="rId7" Type="http://schemas.openxmlformats.org/officeDocument/2006/relationships/tags" Target="../tags/tag678.xml"/><Relationship Id="rId2" Type="http://schemas.openxmlformats.org/officeDocument/2006/relationships/tags" Target="../tags/tag673.xml"/><Relationship Id="rId1" Type="http://schemas.openxmlformats.org/officeDocument/2006/relationships/tags" Target="../tags/tag672.xml"/><Relationship Id="rId6" Type="http://schemas.openxmlformats.org/officeDocument/2006/relationships/tags" Target="../tags/tag677.xml"/><Relationship Id="rId11" Type="http://schemas.openxmlformats.org/officeDocument/2006/relationships/image" Target="../media/image15.png"/><Relationship Id="rId5" Type="http://schemas.openxmlformats.org/officeDocument/2006/relationships/tags" Target="../tags/tag676.xml"/><Relationship Id="rId10" Type="http://schemas.openxmlformats.org/officeDocument/2006/relationships/image" Target="../media/image4.png"/><Relationship Id="rId4" Type="http://schemas.openxmlformats.org/officeDocument/2006/relationships/tags" Target="../tags/tag675.xml"/><Relationship Id="rId9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tags" Target="../tags/tag686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681.xml"/><Relationship Id="rId7" Type="http://schemas.openxmlformats.org/officeDocument/2006/relationships/tags" Target="../tags/tag685.xml"/><Relationship Id="rId12" Type="http://schemas.openxmlformats.org/officeDocument/2006/relationships/tags" Target="../tags/tag690.xml"/><Relationship Id="rId2" Type="http://schemas.openxmlformats.org/officeDocument/2006/relationships/tags" Target="../tags/tag680.xml"/><Relationship Id="rId16" Type="http://schemas.openxmlformats.org/officeDocument/2006/relationships/image" Target="../media/image15.png"/><Relationship Id="rId1" Type="http://schemas.openxmlformats.org/officeDocument/2006/relationships/tags" Target="../tags/tag679.xml"/><Relationship Id="rId6" Type="http://schemas.openxmlformats.org/officeDocument/2006/relationships/tags" Target="../tags/tag684.xml"/><Relationship Id="rId11" Type="http://schemas.openxmlformats.org/officeDocument/2006/relationships/tags" Target="../tags/tag689.xml"/><Relationship Id="rId5" Type="http://schemas.openxmlformats.org/officeDocument/2006/relationships/tags" Target="../tags/tag683.xml"/><Relationship Id="rId15" Type="http://schemas.openxmlformats.org/officeDocument/2006/relationships/image" Target="../media/image4.png"/><Relationship Id="rId10" Type="http://schemas.openxmlformats.org/officeDocument/2006/relationships/tags" Target="../tags/tag688.xml"/><Relationship Id="rId4" Type="http://schemas.openxmlformats.org/officeDocument/2006/relationships/tags" Target="../tags/tag682.xml"/><Relationship Id="rId9" Type="http://schemas.openxmlformats.org/officeDocument/2006/relationships/tags" Target="../tags/tag687.xml"/><Relationship Id="rId1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tags" Target="../tags/tag698.xml"/><Relationship Id="rId13" Type="http://schemas.openxmlformats.org/officeDocument/2006/relationships/tags" Target="../tags/tag703.xml"/><Relationship Id="rId18" Type="http://schemas.openxmlformats.org/officeDocument/2006/relationships/slideLayout" Target="../slideLayouts/slideLayout1.xml"/><Relationship Id="rId3" Type="http://schemas.openxmlformats.org/officeDocument/2006/relationships/tags" Target="../tags/tag693.xml"/><Relationship Id="rId21" Type="http://schemas.openxmlformats.org/officeDocument/2006/relationships/image" Target="../media/image15.png"/><Relationship Id="rId7" Type="http://schemas.openxmlformats.org/officeDocument/2006/relationships/tags" Target="../tags/tag697.xml"/><Relationship Id="rId12" Type="http://schemas.openxmlformats.org/officeDocument/2006/relationships/tags" Target="../tags/tag702.xml"/><Relationship Id="rId17" Type="http://schemas.openxmlformats.org/officeDocument/2006/relationships/tags" Target="../tags/tag707.xml"/><Relationship Id="rId2" Type="http://schemas.openxmlformats.org/officeDocument/2006/relationships/tags" Target="../tags/tag692.xml"/><Relationship Id="rId16" Type="http://schemas.openxmlformats.org/officeDocument/2006/relationships/tags" Target="../tags/tag706.xml"/><Relationship Id="rId20" Type="http://schemas.openxmlformats.org/officeDocument/2006/relationships/image" Target="../media/image4.png"/><Relationship Id="rId1" Type="http://schemas.openxmlformats.org/officeDocument/2006/relationships/tags" Target="../tags/tag691.xml"/><Relationship Id="rId6" Type="http://schemas.openxmlformats.org/officeDocument/2006/relationships/tags" Target="../tags/tag696.xml"/><Relationship Id="rId11" Type="http://schemas.openxmlformats.org/officeDocument/2006/relationships/tags" Target="../tags/tag701.xml"/><Relationship Id="rId5" Type="http://schemas.openxmlformats.org/officeDocument/2006/relationships/tags" Target="../tags/tag695.xml"/><Relationship Id="rId15" Type="http://schemas.openxmlformats.org/officeDocument/2006/relationships/tags" Target="../tags/tag705.xml"/><Relationship Id="rId10" Type="http://schemas.openxmlformats.org/officeDocument/2006/relationships/tags" Target="../tags/tag700.xml"/><Relationship Id="rId19" Type="http://schemas.openxmlformats.org/officeDocument/2006/relationships/notesSlide" Target="../notesSlides/notesSlide69.xml"/><Relationship Id="rId4" Type="http://schemas.openxmlformats.org/officeDocument/2006/relationships/tags" Target="../tags/tag694.xml"/><Relationship Id="rId9" Type="http://schemas.openxmlformats.org/officeDocument/2006/relationships/tags" Target="../tags/tag699.xml"/><Relationship Id="rId14" Type="http://schemas.openxmlformats.org/officeDocument/2006/relationships/tags" Target="../tags/tag70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709.xml"/><Relationship Id="rId1" Type="http://schemas.openxmlformats.org/officeDocument/2006/relationships/tags" Target="../tags/tag708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tags" Target="../tags/tag712.xml"/><Relationship Id="rId7" Type="http://schemas.openxmlformats.org/officeDocument/2006/relationships/image" Target="../media/image15.png"/><Relationship Id="rId2" Type="http://schemas.openxmlformats.org/officeDocument/2006/relationships/tags" Target="../tags/tag711.xml"/><Relationship Id="rId1" Type="http://schemas.openxmlformats.org/officeDocument/2006/relationships/tags" Target="../tags/tag710.xml"/><Relationship Id="rId6" Type="http://schemas.openxmlformats.org/officeDocument/2006/relationships/image" Target="../media/image4.png"/><Relationship Id="rId5" Type="http://schemas.openxmlformats.org/officeDocument/2006/relationships/notesSlide" Target="../notesSlides/notesSlide71.xml"/><Relationship Id="rId4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tags" Target="../tags/tag715.xml"/><Relationship Id="rId7" Type="http://schemas.openxmlformats.org/officeDocument/2006/relationships/image" Target="../media/image4.png"/><Relationship Id="rId2" Type="http://schemas.openxmlformats.org/officeDocument/2006/relationships/tags" Target="../tags/tag714.xml"/><Relationship Id="rId1" Type="http://schemas.openxmlformats.org/officeDocument/2006/relationships/tags" Target="../tags/tag713.xml"/><Relationship Id="rId6" Type="http://schemas.openxmlformats.org/officeDocument/2006/relationships/notesSlide" Target="../notesSlides/notesSlide72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716.xml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19.xml"/><Relationship Id="rId7" Type="http://schemas.openxmlformats.org/officeDocument/2006/relationships/notesSlide" Target="../notesSlides/notesSlide73.xml"/><Relationship Id="rId2" Type="http://schemas.openxmlformats.org/officeDocument/2006/relationships/tags" Target="../tags/tag718.xml"/><Relationship Id="rId1" Type="http://schemas.openxmlformats.org/officeDocument/2006/relationships/tags" Target="../tags/tag717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721.xml"/><Relationship Id="rId4" Type="http://schemas.openxmlformats.org/officeDocument/2006/relationships/tags" Target="../tags/tag720.xml"/><Relationship Id="rId9" Type="http://schemas.openxmlformats.org/officeDocument/2006/relationships/image" Target="../media/image15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74.xml"/><Relationship Id="rId3" Type="http://schemas.openxmlformats.org/officeDocument/2006/relationships/tags" Target="../tags/tag724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723.xml"/><Relationship Id="rId1" Type="http://schemas.openxmlformats.org/officeDocument/2006/relationships/tags" Target="../tags/tag722.xml"/><Relationship Id="rId6" Type="http://schemas.openxmlformats.org/officeDocument/2006/relationships/tags" Target="../tags/tag727.xml"/><Relationship Id="rId5" Type="http://schemas.openxmlformats.org/officeDocument/2006/relationships/tags" Target="../tags/tag726.xml"/><Relationship Id="rId10" Type="http://schemas.openxmlformats.org/officeDocument/2006/relationships/image" Target="../media/image15.png"/><Relationship Id="rId4" Type="http://schemas.openxmlformats.org/officeDocument/2006/relationships/tags" Target="../tags/tag725.xml"/><Relationship Id="rId9" Type="http://schemas.openxmlformats.org/officeDocument/2006/relationships/image" Target="../media/image4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730.xml"/><Relationship Id="rId7" Type="http://schemas.openxmlformats.org/officeDocument/2006/relationships/tags" Target="../tags/tag734.xml"/><Relationship Id="rId2" Type="http://schemas.openxmlformats.org/officeDocument/2006/relationships/tags" Target="../tags/tag729.xml"/><Relationship Id="rId1" Type="http://schemas.openxmlformats.org/officeDocument/2006/relationships/tags" Target="../tags/tag728.xml"/><Relationship Id="rId6" Type="http://schemas.openxmlformats.org/officeDocument/2006/relationships/tags" Target="../tags/tag733.xml"/><Relationship Id="rId11" Type="http://schemas.openxmlformats.org/officeDocument/2006/relationships/image" Target="../media/image15.png"/><Relationship Id="rId5" Type="http://schemas.openxmlformats.org/officeDocument/2006/relationships/tags" Target="../tags/tag732.xml"/><Relationship Id="rId10" Type="http://schemas.openxmlformats.org/officeDocument/2006/relationships/image" Target="../media/image4.png"/><Relationship Id="rId4" Type="http://schemas.openxmlformats.org/officeDocument/2006/relationships/tags" Target="../tags/tag731.xml"/><Relationship Id="rId9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tags" Target="../tags/tag737.xml"/><Relationship Id="rId7" Type="http://schemas.openxmlformats.org/officeDocument/2006/relationships/notesSlide" Target="../notesSlides/notesSlide76.xml"/><Relationship Id="rId2" Type="http://schemas.openxmlformats.org/officeDocument/2006/relationships/tags" Target="../tags/tag736.xml"/><Relationship Id="rId1" Type="http://schemas.openxmlformats.org/officeDocument/2006/relationships/tags" Target="../tags/tag735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739.xml"/><Relationship Id="rId10" Type="http://schemas.openxmlformats.org/officeDocument/2006/relationships/image" Target="../media/image4.png"/><Relationship Id="rId4" Type="http://schemas.openxmlformats.org/officeDocument/2006/relationships/tags" Target="../tags/tag738.xml"/><Relationship Id="rId9" Type="http://schemas.openxmlformats.org/officeDocument/2006/relationships/image" Target="../media/image15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tags" Target="../tags/tag747.xml"/><Relationship Id="rId13" Type="http://schemas.openxmlformats.org/officeDocument/2006/relationships/image" Target="../media/image4.png"/><Relationship Id="rId3" Type="http://schemas.openxmlformats.org/officeDocument/2006/relationships/tags" Target="../tags/tag742.xml"/><Relationship Id="rId7" Type="http://schemas.openxmlformats.org/officeDocument/2006/relationships/tags" Target="../tags/tag746.xml"/><Relationship Id="rId12" Type="http://schemas.openxmlformats.org/officeDocument/2006/relationships/image" Target="../media/image15.png"/><Relationship Id="rId2" Type="http://schemas.openxmlformats.org/officeDocument/2006/relationships/tags" Target="../tags/tag741.xml"/><Relationship Id="rId1" Type="http://schemas.openxmlformats.org/officeDocument/2006/relationships/tags" Target="../tags/tag740.xml"/><Relationship Id="rId6" Type="http://schemas.openxmlformats.org/officeDocument/2006/relationships/tags" Target="../tags/tag745.xml"/><Relationship Id="rId11" Type="http://schemas.openxmlformats.org/officeDocument/2006/relationships/image" Target="../media/image25.png"/><Relationship Id="rId5" Type="http://schemas.openxmlformats.org/officeDocument/2006/relationships/tags" Target="../tags/tag744.xml"/><Relationship Id="rId10" Type="http://schemas.openxmlformats.org/officeDocument/2006/relationships/notesSlide" Target="../notesSlides/notesSlide77.xml"/><Relationship Id="rId4" Type="http://schemas.openxmlformats.org/officeDocument/2006/relationships/tags" Target="../tags/tag743.xml"/><Relationship Id="rId9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tags" Target="../tags/tag755.xml"/><Relationship Id="rId13" Type="http://schemas.openxmlformats.org/officeDocument/2006/relationships/notesSlide" Target="../notesSlides/notesSlide78.xml"/><Relationship Id="rId3" Type="http://schemas.openxmlformats.org/officeDocument/2006/relationships/tags" Target="../tags/tag750.xml"/><Relationship Id="rId7" Type="http://schemas.openxmlformats.org/officeDocument/2006/relationships/tags" Target="../tags/tag754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749.xml"/><Relationship Id="rId16" Type="http://schemas.openxmlformats.org/officeDocument/2006/relationships/image" Target="../media/image4.png"/><Relationship Id="rId1" Type="http://schemas.openxmlformats.org/officeDocument/2006/relationships/tags" Target="../tags/tag748.xml"/><Relationship Id="rId6" Type="http://schemas.openxmlformats.org/officeDocument/2006/relationships/tags" Target="../tags/tag753.xml"/><Relationship Id="rId11" Type="http://schemas.openxmlformats.org/officeDocument/2006/relationships/tags" Target="../tags/tag758.xml"/><Relationship Id="rId5" Type="http://schemas.openxmlformats.org/officeDocument/2006/relationships/tags" Target="../tags/tag752.xml"/><Relationship Id="rId15" Type="http://schemas.openxmlformats.org/officeDocument/2006/relationships/image" Target="../media/image15.png"/><Relationship Id="rId10" Type="http://schemas.openxmlformats.org/officeDocument/2006/relationships/tags" Target="../tags/tag757.xml"/><Relationship Id="rId4" Type="http://schemas.openxmlformats.org/officeDocument/2006/relationships/tags" Target="../tags/tag751.xml"/><Relationship Id="rId9" Type="http://schemas.openxmlformats.org/officeDocument/2006/relationships/tags" Target="../tags/tag756.xml"/><Relationship Id="rId14" Type="http://schemas.openxmlformats.org/officeDocument/2006/relationships/image" Target="../media/image25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tags" Target="../tags/tag761.xml"/><Relationship Id="rId7" Type="http://schemas.openxmlformats.org/officeDocument/2006/relationships/notesSlide" Target="../notesSlides/notesSlide79.xml"/><Relationship Id="rId2" Type="http://schemas.openxmlformats.org/officeDocument/2006/relationships/tags" Target="../tags/tag760.xml"/><Relationship Id="rId1" Type="http://schemas.openxmlformats.org/officeDocument/2006/relationships/tags" Target="../tags/tag759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763.xml"/><Relationship Id="rId10" Type="http://schemas.openxmlformats.org/officeDocument/2006/relationships/image" Target="../media/image30.png"/><Relationship Id="rId4" Type="http://schemas.openxmlformats.org/officeDocument/2006/relationships/tags" Target="../tags/tag762.xml"/><Relationship Id="rId9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3779301-8A08-DE12-30B2-E4C34858B72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0520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4.2.1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O hambúrguer que sumiu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92963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1AD01A2-0497-4A33-6E1B-726CA66EC5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B632407-8BF3-9554-FF45-EE8991AE1BF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24666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1AD01A2-0497-4A33-6E1B-726CA66EC5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B632407-8BF3-9554-FF45-EE8991AE1BF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11DAF499-DFAC-C3B9-FF78-62E9D35CD197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7403799" y="4364847"/>
            <a:ext cx="12674649" cy="1587675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Preparei hambúrguer de patinho, 220g pra mim e 160g pra esposa. Tá pronto no congelador, dois de cada.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37521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1AD01A2-0497-4A33-6E1B-726CA66EC5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B632407-8BF3-9554-FF45-EE8991AE1BF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11DAF499-DFAC-C3B9-FF78-62E9D35CD197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7403799" y="4364847"/>
            <a:ext cx="12674649" cy="1587675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Preparei hambúrguer de patinho, 220g pra mim e 160g pra esposa. Tá pronto no congelador, dois de cada.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92B25C9-8C68-7337-F7D6-FF992936048A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305552" y="6262347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Quantas porções rendeu a hambúrguer de patinho?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65421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1AD01A2-0497-4A33-6E1B-726CA66EC5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B632407-8BF3-9554-FF45-EE8991AE1BF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11DAF499-DFAC-C3B9-FF78-62E9D35CD197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7403799" y="4364847"/>
            <a:ext cx="12674649" cy="1587675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Preparei hambúrguer de patinho, 220g pra mim e 160g pra esposa. Tá pronto no congelador, dois de cada.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92B25C9-8C68-7337-F7D6-FF992936048A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305552" y="6262347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Quantas porções rendeu a hambúrguer de patinho?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5A2B117-9BAB-3244-2D62-5F894E70405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7403799" y="7605530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3042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1AD01A2-0497-4A33-6E1B-726CA66EC5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B632407-8BF3-9554-FF45-EE8991AE1BF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11DAF499-DFAC-C3B9-FF78-62E9D35CD197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7403799" y="4364847"/>
            <a:ext cx="12674649" cy="1587675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Preparei hambúrguer de patinho, 220g pra mim e 160g pra esposa. Tá pronto no congelador, dois de cada.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92B25C9-8C68-7337-F7D6-FF992936048A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305552" y="6262347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Quantas porções rendeu a hambúrguer de patinho?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5A2B117-9BAB-3244-2D62-5F894E70405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7403799" y="7605530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A0CE64A-613F-DBF9-18CF-67BF2AE33A68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305552" y="8948711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Porcionou o quê, e em quantas porções?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64996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1AD01A2-0497-4A33-6E1B-726CA66EC5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B632407-8BF3-9554-FF45-EE8991AE1BF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11DAF499-DFAC-C3B9-FF78-62E9D35CD197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7403799" y="4364847"/>
            <a:ext cx="12674649" cy="1587675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Preparei hambúrguer de patinho, 220g pra mim e 160g pra esposa. Tá pronto no congelador, dois de cada.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92B25C9-8C68-7337-F7D6-FF992936048A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305552" y="6262347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Quantas porções rendeu a hambúrguer de patinho?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5A2B117-9BAB-3244-2D62-5F894E70405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7403799" y="7605530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A0CE64A-613F-DBF9-18CF-67BF2AE33A68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305552" y="8948711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Porcionou o quê, e em quantas porções?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DE57AE03-A969-BB23-4B90-227A4E64520A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7403799" y="10291894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hambúrguer de patinho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67876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1AD01A2-0497-4A33-6E1B-726CA66EC5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25646" y="827943"/>
            <a:ext cx="22532708" cy="15491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97">
                <a:solidFill>
                  <a:srgbClr val="FFFFFF"/>
                </a:solidFill>
                <a:latin typeface="Encode Sans SemiBold" pitchFamily="2" charset="0"/>
              </a:rPr>
              <a:t>14/09, 18h17. Quatro mensagens.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B632407-8BF3-9554-FF45-EE8991AE1BF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403799" y="3021665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que vamos comer na sexta?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11DAF499-DFAC-C3B9-FF78-62E9D35CD197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7403799" y="4364847"/>
            <a:ext cx="12674649" cy="1587675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Preparei hambúrguer de patinho, 220g pra mim e 160g pra esposa. Tá pronto no congelador, dois de cada.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92B25C9-8C68-7337-F7D6-FF992936048A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305552" y="6262347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Quantas porções rendeu a hambúrguer de patinho?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5A2B117-9BAB-3244-2D62-5F894E70405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7403799" y="7605530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A0CE64A-613F-DBF9-18CF-67BF2AE33A68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305552" y="8948711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Porcionou o quê, e em quantas porções?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DE57AE03-A969-BB23-4B90-227A4E64520A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7403799" y="10291894"/>
            <a:ext cx="12674649" cy="1033358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22488" tIns="197161" rIns="422488" bIns="197161" rtlCol="0" anchor="ctr">
            <a:noAutofit/>
          </a:bodyPr>
          <a:lstStyle/>
          <a:p>
            <a:r>
              <a:rPr lang="pt-BR" sz="2994">
                <a:solidFill>
                  <a:srgbClr val="FFFFFF"/>
                </a:solidFill>
                <a:latin typeface="Roboto" panose="02000000000000000000" pitchFamily="2" charset="0"/>
              </a:rPr>
              <a:t>O hambúrguer de patinho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CEC35CD-3001-8BED-6364-FA8FC8D4E8BB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2333940" y="11775906"/>
            <a:ext cx="19716121" cy="98580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992">
                <a:solidFill>
                  <a:srgbClr val="F2A93B"/>
                </a:solidFill>
                <a:latin typeface="Encode Sans" pitchFamily="2" charset="0"/>
              </a:rPr>
              <a:t>Fim da conversa: uma reação 🤔. O prato nunca entrou no estoque.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51232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A3AA253-F8ED-79EC-C50E-7C01371EE4F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820990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Cada mensagem, classificada certo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2C4C33E-DF28-789C-1D5D-517C383D3882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2857500" y="3360229"/>
            <a:ext cx="18669000" cy="6667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360">
                <a:solidFill>
                  <a:srgbClr val="8A8FA0"/>
                </a:solidFill>
                <a:latin typeface="Roboto" panose="02000000000000000000" pitchFamily="2" charset="0"/>
              </a:rPr>
              <a:t>Os quatro traces reais no Langfuse, 14/09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342AD87-CC18-8212-CA1E-9C47FA2363A6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44040" y="4560379"/>
            <a:ext cx="293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#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C9E7100-8067-B8E1-8964-3AF15925B522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777490" y="4560379"/>
            <a:ext cx="74942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MENSAGEM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B81A707-04B5-DA99-6AD1-39AC0CD0E70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911840" y="4560379"/>
            <a:ext cx="5627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MODELO ENTENDEU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B99D410-84CF-07EB-1CA5-43366E0C42DD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7179289" y="4560379"/>
            <a:ext cx="53606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QUE FICOU GRAVADO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7068BB4-53C0-5E1A-E994-8325F74432F6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524000" y="5413820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E9C4469-9608-795F-BAFD-C27FFE8F579E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844040" y="55204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785580C-5825-A0F8-530E-D23B8F7AC53C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2777490" y="55204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“O que vamos comer na sexta?”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9DCD06F-0062-73C6-88F9-485FD2E59DBE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0911840" y="55204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desejo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AE69807-C4F9-174B-715D-6F33394F9373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179289" y="55204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8535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A3AA253-F8ED-79EC-C50E-7C01371EE4F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820990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Cada mensagem, classificada certo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2C4C33E-DF28-789C-1D5D-517C383D3882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2857500" y="3360229"/>
            <a:ext cx="18669000" cy="6667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360">
                <a:solidFill>
                  <a:srgbClr val="8A8FA0"/>
                </a:solidFill>
                <a:latin typeface="Roboto" panose="02000000000000000000" pitchFamily="2" charset="0"/>
              </a:rPr>
              <a:t>Os quatro traces reais no Langfuse, 14/09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342AD87-CC18-8212-CA1E-9C47FA2363A6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44040" y="4560379"/>
            <a:ext cx="293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#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C9E7100-8067-B8E1-8964-3AF15925B522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777490" y="4560379"/>
            <a:ext cx="74942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MENSAGEM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B81A707-04B5-DA99-6AD1-39AC0CD0E70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911840" y="4560379"/>
            <a:ext cx="5627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MODELO ENTENDEU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B99D410-84CF-07EB-1CA5-43366E0C42DD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7179289" y="4560379"/>
            <a:ext cx="53606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QUE FICOU GRAVADO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7068BB4-53C0-5E1A-E994-8325F74432F6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524000" y="5413820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E9C4469-9608-795F-BAFD-C27FFE8F579E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844040" y="55204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785580C-5825-A0F8-530E-D23B8F7AC53C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2777490" y="55204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“O que vamos comer na sexta?”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9DCD06F-0062-73C6-88F9-485FD2E59DBE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0911840" y="55204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desejo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AE69807-C4F9-174B-715D-6F33394F9373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179289" y="55204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F7E626-4EE5-A981-0E23-B964ED631E4D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524000" y="7014019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73904CF-436E-B886-C101-4FEFB06E2E8D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844040" y="71206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2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BB9B9CF-1EC6-1C76-2A29-8906F569C443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2777490" y="71206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“Preparei hambúrguer de patinho…”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BF1F0EF-97C1-8A8B-2223-C8135ED8642C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0911840" y="71206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porcionamento, sem número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7F2B157-75AD-A059-26A6-B2567BC4D069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7179289" y="71206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 (só a pergunta)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53545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A3AA253-F8ED-79EC-C50E-7C01371EE4F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820990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Cada mensagem, classificada certo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2C4C33E-DF28-789C-1D5D-517C383D3882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2857500" y="3360229"/>
            <a:ext cx="18669000" cy="6667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360">
                <a:solidFill>
                  <a:srgbClr val="8A8FA0"/>
                </a:solidFill>
                <a:latin typeface="Roboto" panose="02000000000000000000" pitchFamily="2" charset="0"/>
              </a:rPr>
              <a:t>Os quatro traces reais no Langfuse, 14/09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342AD87-CC18-8212-CA1E-9C47FA2363A6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44040" y="4560379"/>
            <a:ext cx="293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#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C9E7100-8067-B8E1-8964-3AF15925B522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777490" y="4560379"/>
            <a:ext cx="74942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MENSAGEM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B81A707-04B5-DA99-6AD1-39AC0CD0E70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911840" y="4560379"/>
            <a:ext cx="5627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MODELO ENTENDEU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B99D410-84CF-07EB-1CA5-43366E0C42DD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7179289" y="4560379"/>
            <a:ext cx="53606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QUE FICOU GRAVADO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7068BB4-53C0-5E1A-E994-8325F74432F6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524000" y="5413820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E9C4469-9608-795F-BAFD-C27FFE8F579E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844040" y="55204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785580C-5825-A0F8-530E-D23B8F7AC53C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2777490" y="55204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“O que vamos comer na sexta?”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9DCD06F-0062-73C6-88F9-485FD2E59DBE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0911840" y="55204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desejo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AE69807-C4F9-174B-715D-6F33394F9373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179289" y="55204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F7E626-4EE5-A981-0E23-B964ED631E4D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524000" y="7014019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73904CF-436E-B886-C101-4FEFB06E2E8D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844040" y="71206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2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BB9B9CF-1EC6-1C76-2A29-8906F569C443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2777490" y="71206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“Preparei hambúrguer de patinho…”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BF1F0EF-97C1-8A8B-2223-C8135ED8642C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0911840" y="71206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porcionamento, sem número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7F2B157-75AD-A059-26A6-B2567BC4D069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7179289" y="71206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 (só a pergunta)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34B7BE2A-6150-2569-1B2E-267989CAABE1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1524000" y="8614219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75593EB-7F02-435B-A6A9-120E2E78BC97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1844040" y="87208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3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941E079-ED0B-0B9E-012E-A583E5DB9E7C}"/>
              </a:ext>
            </a:extLst>
          </p:cNvPr>
          <p:cNvSpPr txBox="1"/>
          <p:nvPr>
            <p:custDataLst>
              <p:tags r:id="rId20"/>
            </p:custDataLst>
          </p:nvPr>
        </p:nvSpPr>
        <p:spPr>
          <a:xfrm>
            <a:off x="2777490" y="87208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“Porcionei em 2 unidades de 220g…”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07BF3ED-F3FF-7359-47EA-4EAD784CE40D}"/>
              </a:ext>
            </a:extLst>
          </p:cNvPr>
          <p:cNvSpPr txBox="1"/>
          <p:nvPr>
            <p:custDataLst>
              <p:tags r:id="rId21"/>
            </p:custDataLst>
          </p:nvPr>
        </p:nvSpPr>
        <p:spPr>
          <a:xfrm>
            <a:off x="10911840" y="87208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porcionamento, sem prato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881F6EA-3C54-EB93-F610-299EA8737904}"/>
              </a:ext>
            </a:extLst>
          </p:cNvPr>
          <p:cNvSpPr txBox="1"/>
          <p:nvPr>
            <p:custDataLst>
              <p:tags r:id="rId22"/>
            </p:custDataLst>
          </p:nvPr>
        </p:nvSpPr>
        <p:spPr>
          <a:xfrm>
            <a:off x="17179289" y="87208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 (outra pergunta)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07404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3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3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A3AA253-F8ED-79EC-C50E-7C01371EE4F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820990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Cada mensagem, classificada certo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2C4C33E-DF28-789C-1D5D-517C383D3882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2857500" y="3360229"/>
            <a:ext cx="18669000" cy="6667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360">
                <a:solidFill>
                  <a:srgbClr val="8A8FA0"/>
                </a:solidFill>
                <a:latin typeface="Roboto" panose="02000000000000000000" pitchFamily="2" charset="0"/>
              </a:rPr>
              <a:t>Os quatro traces reais no Langfuse, 14/09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342AD87-CC18-8212-CA1E-9C47FA2363A6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44040" y="4560379"/>
            <a:ext cx="293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#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C9E7100-8067-B8E1-8964-3AF15925B522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777490" y="4560379"/>
            <a:ext cx="74942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MENSAGEM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B81A707-04B5-DA99-6AD1-39AC0CD0E70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911840" y="4560379"/>
            <a:ext cx="56273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MODELO ENTENDEU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B99D410-84CF-07EB-1CA5-43366E0C42DD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7179289" y="4560379"/>
            <a:ext cx="5360670" cy="7467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2730" spc="200">
                <a:solidFill>
                  <a:srgbClr val="6F8BFF"/>
                </a:solidFill>
                <a:latin typeface="Encode Sans" pitchFamily="2" charset="0"/>
              </a:rPr>
              <a:t>O QUE FICOU GRAVADO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7068BB4-53C0-5E1A-E994-8325F74432F6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524000" y="5413820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E9C4469-9608-795F-BAFD-C27FFE8F579E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844040" y="55204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785580C-5825-A0F8-530E-D23B8F7AC53C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2777490" y="55204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“O que vamos comer na sexta?”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9DCD06F-0062-73C6-88F9-485FD2E59DBE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0911840" y="55204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desejo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AE69807-C4F9-174B-715D-6F33394F9373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179289" y="55204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F7E626-4EE5-A981-0E23-B964ED631E4D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524000" y="7014019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73904CF-436E-B886-C101-4FEFB06E2E8D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844040" y="71206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2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BB9B9CF-1EC6-1C76-2A29-8906F569C443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2777490" y="71206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“Preparei hambúrguer de patinho…”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BF1F0EF-97C1-8A8B-2223-C8135ED8642C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0911840" y="71206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porcionamento, sem número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7F2B157-75AD-A059-26A6-B2567BC4D069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7179289" y="71206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 (só a pergunta)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34B7BE2A-6150-2569-1B2E-267989CAABE1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1524000" y="8614219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75593EB-7F02-435B-A6A9-120E2E78BC97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1844040" y="87208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3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941E079-ED0B-0B9E-012E-A583E5DB9E7C}"/>
              </a:ext>
            </a:extLst>
          </p:cNvPr>
          <p:cNvSpPr txBox="1"/>
          <p:nvPr>
            <p:custDataLst>
              <p:tags r:id="rId20"/>
            </p:custDataLst>
          </p:nvPr>
        </p:nvSpPr>
        <p:spPr>
          <a:xfrm>
            <a:off x="2777490" y="87208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“Porcionei em 2 unidades de 220g…”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07BF3ED-F3FF-7359-47EA-4EAD784CE40D}"/>
              </a:ext>
            </a:extLst>
          </p:cNvPr>
          <p:cNvSpPr txBox="1"/>
          <p:nvPr>
            <p:custDataLst>
              <p:tags r:id="rId21"/>
            </p:custDataLst>
          </p:nvPr>
        </p:nvSpPr>
        <p:spPr>
          <a:xfrm>
            <a:off x="10911840" y="87208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porcionamento, sem prato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881F6EA-3C54-EB93-F610-299EA8737904}"/>
              </a:ext>
            </a:extLst>
          </p:cNvPr>
          <p:cNvSpPr txBox="1"/>
          <p:nvPr>
            <p:custDataLst>
              <p:tags r:id="rId22"/>
            </p:custDataLst>
          </p:nvPr>
        </p:nvSpPr>
        <p:spPr>
          <a:xfrm>
            <a:off x="17179289" y="87208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 (outra pergunta)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CC7566EB-ED8C-3AE7-C768-DE6ED46E31AE}"/>
              </a:ext>
            </a:extLst>
          </p:cNvPr>
          <p:cNvSpPr/>
          <p:nvPr>
            <p:custDataLst>
              <p:tags r:id="rId23"/>
            </p:custDataLst>
          </p:nvPr>
        </p:nvSpPr>
        <p:spPr>
          <a:xfrm>
            <a:off x="1524000" y="10214419"/>
            <a:ext cx="21336000" cy="1386840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746AA695-3EE0-6797-1BFF-ACAEFE4728E0}"/>
              </a:ext>
            </a:extLst>
          </p:cNvPr>
          <p:cNvSpPr txBox="1"/>
          <p:nvPr>
            <p:custDataLst>
              <p:tags r:id="rId24"/>
            </p:custDataLst>
          </p:nvPr>
        </p:nvSpPr>
        <p:spPr>
          <a:xfrm>
            <a:off x="1844040" y="10321099"/>
            <a:ext cx="293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80">
                <a:solidFill>
                  <a:srgbClr val="6F8BFF"/>
                </a:solidFill>
                <a:latin typeface="Encode Sans SemiBold" pitchFamily="2" charset="0"/>
              </a:rPr>
              <a:t>4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1A0E3F40-404D-30B8-F48A-956056B740FA}"/>
              </a:ext>
            </a:extLst>
          </p:cNvPr>
          <p:cNvSpPr txBox="1"/>
          <p:nvPr>
            <p:custDataLst>
              <p:tags r:id="rId25"/>
            </p:custDataLst>
          </p:nvPr>
        </p:nvSpPr>
        <p:spPr>
          <a:xfrm>
            <a:off x="2777490" y="10321099"/>
            <a:ext cx="74942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FFFFFF"/>
                </a:solidFill>
                <a:latin typeface="Roboto" panose="02000000000000000000" pitchFamily="2" charset="0"/>
              </a:rPr>
              <a:t>“O hambúrguer de patinho”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9C60AF55-298E-962B-197E-E97768A7FA98}"/>
              </a:ext>
            </a:extLst>
          </p:cNvPr>
          <p:cNvSpPr txBox="1"/>
          <p:nvPr>
            <p:custDataLst>
              <p:tags r:id="rId26"/>
            </p:custDataLst>
          </p:nvPr>
        </p:nvSpPr>
        <p:spPr>
          <a:xfrm>
            <a:off x="10911840" y="10321099"/>
            <a:ext cx="56273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2FB36B"/>
                </a:solidFill>
                <a:latin typeface="Roboto" panose="02000000000000000000" pitchFamily="2" charset="0"/>
              </a:rPr>
              <a:t>desejo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AA2F9E60-E99A-ED27-8A7C-94B24D70B6A0}"/>
              </a:ext>
            </a:extLst>
          </p:cNvPr>
          <p:cNvSpPr txBox="1"/>
          <p:nvPr>
            <p:custDataLst>
              <p:tags r:id="rId27"/>
            </p:custDataLst>
          </p:nvPr>
        </p:nvSpPr>
        <p:spPr>
          <a:xfrm>
            <a:off x="17179289" y="10321099"/>
            <a:ext cx="5360670" cy="11734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3780">
                <a:solidFill>
                  <a:srgbClr val="C9CCD6"/>
                </a:solidFill>
                <a:latin typeface="Roboto" panose="02000000000000000000" pitchFamily="2" charset="0"/>
              </a:rPr>
              <a:t>nada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89920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6F2C0B5-78FA-2B58-840C-F36FA2A0EA6B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487678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14161B"/>
                </a:solidFill>
                <a:latin typeface="Encode Sans SemiBold" pitchFamily="2" charset="0"/>
              </a:rPr>
              <a:t>Prompt, dados ou modelo?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E53D854-306D-A4A3-C2B3-4AF179C8C4F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C1D86E4-C686-4700-B0A5-F13DC5C7475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2D9CDBC-6F91-0301-2CB8-E08AF0DC080D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PROMPT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78B6C74-F545-898C-97AB-44FEDC0C4B08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6A73AC0-CCBE-869A-1089-A57A7E4EB7B9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Pediu exatamente o que devia, nas quatro chamadas.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529669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6F2C0B5-78FA-2B58-840C-F36FA2A0EA6B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487678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14161B"/>
                </a:solidFill>
                <a:latin typeface="Encode Sans SemiBold" pitchFamily="2" charset="0"/>
              </a:rPr>
              <a:t>Prompt, dados ou modelo?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E53D854-306D-A4A3-C2B3-4AF179C8C4F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C1D86E4-C686-4700-B0A5-F13DC5C7475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2D9CDBC-6F91-0301-2CB8-E08AF0DC080D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PROMPT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78B6C74-F545-898C-97AB-44FEDC0C4B08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6A73AC0-CCBE-869A-1089-A57A7E4EB7B9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Pediu exatamente o que devia, nas quatro chamadas.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D571075B-A175-B727-CFA2-11604E03DAC0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885825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6ED5F73-146D-48E4-8556-66FA87C23DE9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885825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574982F-E7A0-6E07-C58E-83BAB4612ADA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939165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DADOS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DC0A3E9-CA5A-332E-640B-428A47C09455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3831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E9A7DDD-D961-178D-B362-9C0C729EBE84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3831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O texto que chegou era claro. Uma pessoa entenderia.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743557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6F2C0B5-78FA-2B58-840C-F36FA2A0EA6B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487678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14161B"/>
                </a:solidFill>
                <a:latin typeface="Encode Sans SemiBold" pitchFamily="2" charset="0"/>
              </a:rPr>
              <a:t>Prompt, dados ou modelo?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E53D854-306D-A4A3-C2B3-4AF179C8C4F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C1D86E4-C686-4700-B0A5-F13DC5C7475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2D9CDBC-6F91-0301-2CB8-E08AF0DC080D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PROMPT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78B6C74-F545-898C-97AB-44FEDC0C4B08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6A73AC0-CCBE-869A-1089-A57A7E4EB7B9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Pediu exatamente o que devia, nas quatro chamadas.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D571075B-A175-B727-CFA2-11604E03DAC0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885825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6ED5F73-146D-48E4-8556-66FA87C23DE9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885825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574982F-E7A0-6E07-C58E-83BAB4612ADA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939165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DADOS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DC0A3E9-CA5A-332E-640B-428A47C09455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3831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E9A7DDD-D961-178D-B362-9C0C729EBE84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3831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O texto que chegou era claro. Uma pessoa entenderia.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F7395920-76CC-9C51-0553-B49900748A7E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619250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06C2AD6-B28A-92D6-844D-E0CDC57375E1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619250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D7DCE74-B881-0F02-E362-F9B039B29313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672590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MODELO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D3E4AFF-1EDA-7447-49B4-BA4D37A88EA7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6672561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Acertou 4 de 4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BBF84CF-2979-1483-FDD0-CA0337A446CA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6672561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Nenhuma classificação errada na sequência inteira.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670762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6F2C0B5-78FA-2B58-840C-F36FA2A0EA6B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1487678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14161B"/>
                </a:solidFill>
                <a:latin typeface="Encode Sans SemiBold" pitchFamily="2" charset="0"/>
              </a:rPr>
              <a:t>Prompt, dados ou modelo?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E53D854-306D-A4A3-C2B3-4AF179C8C4F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C1D86E4-C686-4700-B0A5-F13DC5C7475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2D9CDBC-6F91-0301-2CB8-E08AF0DC080D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PROMPT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78B6C74-F545-898C-97AB-44FEDC0C4B08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6A73AC0-CCBE-869A-1089-A57A7E4EB7B9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Pediu exatamente o que devia, nas quatro chamadas.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D571075B-A175-B727-CFA2-11604E03DAC0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885825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6ED5F73-146D-48E4-8556-66FA87C23DE9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885825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574982F-E7A0-6E07-C58E-83BAB4612ADA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939165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DADOS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DC0A3E9-CA5A-332E-640B-428A47C09455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38310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Corretos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E9A7DDD-D961-178D-B362-9C0C729EBE84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38310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O texto que chegou era claro. Uma pessoa entenderia.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F7395920-76CC-9C51-0553-B49900748A7E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6192500" y="3828288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6670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06C2AD6-B28A-92D6-844D-E0CDC57375E1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6192500" y="3828288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D7DCE74-B881-0F02-E362-F9B039B29313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6725900" y="4495038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052FD3"/>
                </a:solidFill>
                <a:latin typeface="Encode Sans" pitchFamily="2" charset="0"/>
              </a:rPr>
              <a:t>MODELO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D3E4AFF-1EDA-7447-49B4-BA4D37A88EA7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6672561" y="5295138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2FB36B"/>
                </a:solidFill>
                <a:latin typeface="Encode Sans SemiBold" pitchFamily="2" charset="0"/>
              </a:rPr>
              <a:t>Acertou 4 de 4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BBF84CF-2979-1483-FDD0-CA0337A446CA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6672561" y="7162038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5B6070"/>
                </a:solidFill>
                <a:latin typeface="Roboto" panose="02000000000000000000" pitchFamily="2" charset="0"/>
              </a:rPr>
              <a:t>Nenhuma classificação errada na sequência inteira.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1691BC0-459F-EA57-49BE-C6A435269D32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2190750" y="11162538"/>
            <a:ext cx="20002500" cy="9334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990">
                <a:solidFill>
                  <a:srgbClr val="052FD3"/>
                </a:solidFill>
                <a:latin typeface="Encode Sans" pitchFamily="2" charset="0"/>
              </a:rPr>
              <a:t>Nenhum dos três. A causa é o produto em volta do modelo.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984027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3070AB3-0EDA-83CE-4D58-832F7DCC8FB5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0520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4.2.2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Qual caminho, antes do código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156342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1FB5FAD-8EAD-40D7-B58E-6816201B47AA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2207705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Três caminhos no backlog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11E0679-6E7F-004F-C71F-F821BDA3841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547045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67066E1E-A38F-903C-9DB1-EE4A4936E871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547045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0812C8-56FD-6F0C-CBCB-594CA53921F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5213795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6F8BFF"/>
                </a:solidFill>
                <a:latin typeface="Encode Sans" pitchFamily="2" charset="0"/>
              </a:rPr>
              <a:t>P1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2A98567-54DB-6043-5D8E-9FA2D126880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6013895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FFFFFF"/>
                </a:solidFill>
                <a:latin typeface="Encode Sans SemiBold" pitchFamily="2" charset="0"/>
              </a:rPr>
              <a:t>Guardar a pergunta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EDD2058-5842-1440-2C55-921B28A44BB6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880794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C9CCD6"/>
                </a:solidFill>
                <a:latin typeface="Roboto" panose="02000000000000000000" pitchFamily="2" charset="0"/>
              </a:rPr>
              <a:t>Mesmo padrão do orçamento: persistir a pendência, só pro porcionamento.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67FDCAB-E240-5C29-EBE8-AC93D901D4E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004060" y="10334434"/>
            <a:ext cx="5707380" cy="5867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>
                <a:solidFill>
                  <a:srgbClr val="8A8FA0"/>
                </a:solidFill>
                <a:latin typeface="Roboto" panose="02000000000000000000" pitchFamily="2" charset="0"/>
              </a:rPr>
              <a:t>esforço baixo · risco baixo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847044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1FB5FAD-8EAD-40D7-B58E-6816201B47AA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2207705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Três caminhos no backlog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11E0679-6E7F-004F-C71F-F821BDA3841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547045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67066E1E-A38F-903C-9DB1-EE4A4936E871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547045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0812C8-56FD-6F0C-CBCB-594CA53921F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5213795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6F8BFF"/>
                </a:solidFill>
                <a:latin typeface="Encode Sans" pitchFamily="2" charset="0"/>
              </a:rPr>
              <a:t>P1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2A98567-54DB-6043-5D8E-9FA2D126880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6013895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FFFFFF"/>
                </a:solidFill>
                <a:latin typeface="Encode Sans SemiBold" pitchFamily="2" charset="0"/>
              </a:rPr>
              <a:t>Guardar a pergunta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EDD2058-5842-1440-2C55-921B28A44BB6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880794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C9CCD6"/>
                </a:solidFill>
                <a:latin typeface="Roboto" panose="02000000000000000000" pitchFamily="2" charset="0"/>
              </a:rPr>
              <a:t>Mesmo padrão do orçamento: persistir a pendência, só pro porcionamento.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67FDCAB-E240-5C29-EBE8-AC93D901D4E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004060" y="10334434"/>
            <a:ext cx="5707380" cy="5867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>
                <a:solidFill>
                  <a:srgbClr val="8A8FA0"/>
                </a:solidFill>
                <a:latin typeface="Roboto" panose="02000000000000000000" pitchFamily="2" charset="0"/>
              </a:rPr>
              <a:t>esforço baixo · risco baixo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3F986989-2F35-B396-F99A-C9D134D45FEE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8858250" y="4547045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E35D3CF0-746F-EE92-3DC6-11326094E927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8858250" y="4547045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C8777B8-CA49-D468-B88B-D354CE3FE279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91650" y="5213795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6F8BFF"/>
                </a:solidFill>
                <a:latin typeface="Encode Sans" pitchFamily="2" charset="0"/>
              </a:rPr>
              <a:t>P2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20C7A6F-B6B4-5E64-4B3B-F0D56F78ACA9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38310" y="6013895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FFFFFF"/>
                </a:solidFill>
                <a:latin typeface="Encode Sans SemiBold" pitchFamily="2" charset="0"/>
              </a:rPr>
              <a:t>Generalizar P1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EE6B001-D4BD-3073-73AD-C146858EEB6E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9338310" y="7880794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C9CCD6"/>
                </a:solidFill>
                <a:latin typeface="Roboto" panose="02000000000000000000" pitchFamily="2" charset="0"/>
              </a:rPr>
              <a:t>Qualquer guardrail que pergunta passa a guardar a pendência.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6FBA325-5D58-5416-AA78-CB5259F39F9C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9338310" y="10334434"/>
            <a:ext cx="5707380" cy="5867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>
                <a:solidFill>
                  <a:srgbClr val="8A8FA0"/>
                </a:solidFill>
                <a:latin typeface="Roboto" panose="02000000000000000000" pitchFamily="2" charset="0"/>
              </a:rPr>
              <a:t>esforço médio · sem 2º caso real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815080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1FB5FAD-8EAD-40D7-B58E-6816201B47AA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524000" y="2207705"/>
            <a:ext cx="21336000" cy="1466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20">
                <a:solidFill>
                  <a:srgbClr val="FFFFFF"/>
                </a:solidFill>
                <a:latin typeface="Encode Sans SemiBold" pitchFamily="2" charset="0"/>
              </a:rPr>
              <a:t>Três caminhos no backlog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11E0679-6E7F-004F-C71F-F821BDA3841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547045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67066E1E-A38F-903C-9DB1-EE4A4936E871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547045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0812C8-56FD-6F0C-CBCB-594CA53921F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57400" y="5213795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6F8BFF"/>
                </a:solidFill>
                <a:latin typeface="Encode Sans" pitchFamily="2" charset="0"/>
              </a:rPr>
              <a:t>P1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2A98567-54DB-6043-5D8E-9FA2D126880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04060" y="6013895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FFFFFF"/>
                </a:solidFill>
                <a:latin typeface="Encode Sans SemiBold" pitchFamily="2" charset="0"/>
              </a:rPr>
              <a:t>Guardar a pergunta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EDD2058-5842-1440-2C55-921B28A44BB6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04060" y="7880794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C9CCD6"/>
                </a:solidFill>
                <a:latin typeface="Roboto" panose="02000000000000000000" pitchFamily="2" charset="0"/>
              </a:rPr>
              <a:t>Mesmo padrão do orçamento: persistir a pendência, só pro porcionamento.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67FDCAB-E240-5C29-EBE8-AC93D901D4E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004060" y="10334434"/>
            <a:ext cx="5707380" cy="5867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>
                <a:solidFill>
                  <a:srgbClr val="8A8FA0"/>
                </a:solidFill>
                <a:latin typeface="Roboto" panose="02000000000000000000" pitchFamily="2" charset="0"/>
              </a:rPr>
              <a:t>esforço baixo · risco baixo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3F986989-2F35-B396-F99A-C9D134D45FEE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8858250" y="4547045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E35D3CF0-746F-EE92-3DC6-11326094E927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8858250" y="4547045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C8777B8-CA49-D468-B88B-D354CE3FE279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91650" y="5213795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6F8BFF"/>
                </a:solidFill>
                <a:latin typeface="Encode Sans" pitchFamily="2" charset="0"/>
              </a:rPr>
              <a:t>P2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20C7A6F-B6B4-5E64-4B3B-F0D56F78ACA9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38310" y="6013895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FFFFFF"/>
                </a:solidFill>
                <a:latin typeface="Encode Sans SemiBold" pitchFamily="2" charset="0"/>
              </a:rPr>
              <a:t>Generalizar P1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EE6B001-D4BD-3073-73AD-C146858EEB6E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9338310" y="7880794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C9CCD6"/>
                </a:solidFill>
                <a:latin typeface="Roboto" panose="02000000000000000000" pitchFamily="2" charset="0"/>
              </a:rPr>
              <a:t>Qualquer guardrail que pergunta passa a guardar a pendência.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6FBA325-5D58-5416-AA78-CB5259F39F9C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9338310" y="10334434"/>
            <a:ext cx="5707380" cy="5867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>
                <a:solidFill>
                  <a:srgbClr val="8A8FA0"/>
                </a:solidFill>
                <a:latin typeface="Roboto" panose="02000000000000000000" pitchFamily="2" charset="0"/>
              </a:rPr>
              <a:t>esforço médio · sem 2º caso real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9B1AEC92-A42F-1A04-3731-795771170DA1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16192500" y="4547045"/>
            <a:ext cx="6667500" cy="6667500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667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0EA302D-AEB5-29F4-EA36-5E6DE5CF58C7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16192500" y="4547045"/>
            <a:ext cx="6667500" cy="133350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" tIns="48006" rIns="96012" bIns="48006"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A0FEA6BA-45A3-1F6B-4896-2929AE55F5E2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6725900" y="5213795"/>
            <a:ext cx="56007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 b="1" spc="300">
                <a:solidFill>
                  <a:srgbClr val="6F8BFF"/>
                </a:solidFill>
                <a:latin typeface="Encode Sans" pitchFamily="2" charset="0"/>
              </a:rPr>
              <a:t>P3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7D6D268F-7B38-8F29-77E9-E85361DE7906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16672561" y="6013895"/>
            <a:ext cx="5707380" cy="17335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250">
                <a:solidFill>
                  <a:srgbClr val="FFFFFF"/>
                </a:solidFill>
                <a:latin typeface="Encode Sans SemiBold" pitchFamily="2" charset="0"/>
              </a:rPr>
              <a:t>Memória de conversa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5983C659-D0D6-13BE-2F8D-D3B85607ED91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16672561" y="7880794"/>
            <a:ext cx="5707380" cy="2266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70">
                <a:solidFill>
                  <a:srgbClr val="C9CCD6"/>
                </a:solidFill>
                <a:latin typeface="Roboto" panose="02000000000000000000" pitchFamily="2" charset="0"/>
              </a:rPr>
              <a:t>O classificador recebe as últimas N mensagens.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95CFC0D-4DB9-DD28-5D38-4C75C52218F9}"/>
              </a:ext>
            </a:extLst>
          </p:cNvPr>
          <p:cNvSpPr txBox="1"/>
          <p:nvPr>
            <p:custDataLst>
              <p:tags r:id="rId20"/>
            </p:custDataLst>
          </p:nvPr>
        </p:nvSpPr>
        <p:spPr>
          <a:xfrm>
            <a:off x="16672561" y="10334434"/>
            <a:ext cx="5707380" cy="5867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940">
                <a:solidFill>
                  <a:srgbClr val="8A8FA0"/>
                </a:solidFill>
                <a:latin typeface="Roboto" panose="02000000000000000000" pitchFamily="2" charset="0"/>
              </a:rPr>
              <a:t>esforço médio · risco alto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291595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g3f8342f7686_0_102" descr="Ícone&#10;&#10;O conteúdo gerado por IA pode estar incorreto.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89;g3f3dd40fd11_1_233">
            <a:extLst>
              <a:ext uri="{FF2B5EF4-FFF2-40B4-BE49-F238E27FC236}">
                <a16:creationId xmlns:a16="http://schemas.microsoft.com/office/drawing/2014/main" id="{B10402B1-9C83-974D-8A05-1C4951792A36}"/>
              </a:ext>
            </a:extLst>
          </p:cNvPr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Google Shape;390;g3f3dd40fd11_1_233" descr=" ">
            <a:extLst>
              <a:ext uri="{FF2B5EF4-FFF2-40B4-BE49-F238E27FC236}">
                <a16:creationId xmlns:a16="http://schemas.microsoft.com/office/drawing/2014/main" id="{AC25A756-7848-2209-FA35-C81E6BC68BD6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FCC75C88-94F9-3039-8C74-C783D4A53193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4986000" y="0"/>
            <a:ext cx="9398000" cy="13716000"/>
          </a:xfrm>
          <a:prstGeom prst="rect">
            <a:avLst/>
          </a:prstGeom>
          <a:solidFill>
            <a:srgbClr val="1E2129"/>
          </a:solidFill>
          <a:ln w="25400">
            <a:solidFill>
              <a:srgbClr val="5B607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B9C002-7855-8208-C62E-6661A7EFA09C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5748000" y="5969000"/>
            <a:ext cx="7874000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200">
                <a:solidFill>
                  <a:srgbClr val="8A8FA0"/>
                </a:solidFill>
                <a:latin typeface="Encode Sans" pitchFamily="2" charset="0"/>
              </a:rPr>
              <a:t>IMAGEM — pessoa conversando com IA / chat na tela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ED1772A-EA1E-D1A0-74D8-B287BC3EF387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416247" y="2280982"/>
            <a:ext cx="11169506" cy="279237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795">
                <a:solidFill>
                  <a:srgbClr val="FFFFFF"/>
                </a:solidFill>
                <a:latin typeface="Encode Sans" pitchFamily="2" charset="0"/>
              </a:rPr>
              <a:t>O que eu levo</a:t>
            </a:r>
          </a:p>
          <a:p>
            <a:pPr algn="ctr"/>
            <a:r>
              <a:rPr lang="pt-BR" sz="8795">
                <a:solidFill>
                  <a:srgbClr val="FFFFFF"/>
                </a:solidFill>
                <a:latin typeface="Encode Sans" pitchFamily="2" charset="0"/>
              </a:rPr>
              <a:t>pro Claude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1A5505A4-C10B-7E29-B4FA-347AFD2486F2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540000" y="5961901"/>
            <a:ext cx="279238" cy="279238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87" tIns="45693" rIns="91387" bIns="45693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0D9CC6F-3943-89F5-457F-60C18B1C305B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174631" y="5682663"/>
            <a:ext cx="10407949" cy="165004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98">
                <a:solidFill>
                  <a:srgbClr val="FFFFFF"/>
                </a:solidFill>
                <a:latin typeface="Roboto" panose="02000000000000000000" pitchFamily="2" charset="0"/>
              </a:rPr>
              <a:t>O código real: intencao-efeitos.js e telegram.js.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890037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g3f8342f7686_0_102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89;g3f3dd40fd11_1_233">
            <a:extLst>
              <a:ext uri="{FF2B5EF4-FFF2-40B4-BE49-F238E27FC236}">
                <a16:creationId xmlns:a16="http://schemas.microsoft.com/office/drawing/2014/main" id="{B10402B1-9C83-974D-8A05-1C4951792A36}"/>
              </a:ext>
            </a:extLst>
          </p:cNvPr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Google Shape;390;g3f3dd40fd11_1_233" descr=" ">
            <a:extLst>
              <a:ext uri="{FF2B5EF4-FFF2-40B4-BE49-F238E27FC236}">
                <a16:creationId xmlns:a16="http://schemas.microsoft.com/office/drawing/2014/main" id="{AC25A756-7848-2209-FA35-C81E6BC68BD6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FCC75C88-94F9-3039-8C74-C783D4A53193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4986000" y="0"/>
            <a:ext cx="9398000" cy="13716000"/>
          </a:xfrm>
          <a:prstGeom prst="rect">
            <a:avLst/>
          </a:prstGeom>
          <a:solidFill>
            <a:srgbClr val="1E2129"/>
          </a:solidFill>
          <a:ln w="25400">
            <a:solidFill>
              <a:srgbClr val="5B607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B9C002-7855-8208-C62E-6661A7EFA09C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5748000" y="5969000"/>
            <a:ext cx="7874000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200">
                <a:solidFill>
                  <a:srgbClr val="8A8FA0"/>
                </a:solidFill>
                <a:latin typeface="Encode Sans" pitchFamily="2" charset="0"/>
              </a:rPr>
              <a:t>IMAGEM — pessoa conversando com IA / chat na tela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ED1772A-EA1E-D1A0-74D8-B287BC3EF387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416247" y="2280982"/>
            <a:ext cx="11169506" cy="279237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795">
                <a:solidFill>
                  <a:srgbClr val="FFFFFF"/>
                </a:solidFill>
                <a:latin typeface="Encode Sans" pitchFamily="2" charset="0"/>
              </a:rPr>
              <a:t>O que eu levo</a:t>
            </a:r>
          </a:p>
          <a:p>
            <a:pPr algn="ctr"/>
            <a:r>
              <a:rPr lang="pt-BR" sz="8795">
                <a:solidFill>
                  <a:srgbClr val="FFFFFF"/>
                </a:solidFill>
                <a:latin typeface="Encode Sans" pitchFamily="2" charset="0"/>
              </a:rPr>
              <a:t>pro Claude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1A5505A4-C10B-7E29-B4FA-347AFD2486F2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540000" y="5961901"/>
            <a:ext cx="279238" cy="279238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87" tIns="45693" rIns="91387" bIns="45693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0D9CC6F-3943-89F5-457F-60C18B1C305B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174631" y="5682663"/>
            <a:ext cx="10407949" cy="165004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98">
                <a:solidFill>
                  <a:srgbClr val="FFFFFF"/>
                </a:solidFill>
                <a:latin typeface="Roboto" panose="02000000000000000000" pitchFamily="2" charset="0"/>
              </a:rPr>
              <a:t>O código real: intencao-efeitos.js e telegram.js.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74104100-C528-2669-9D77-721F16913B9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2540000" y="8119646"/>
            <a:ext cx="279238" cy="279238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87" tIns="45693" rIns="91387" bIns="45693"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C4DDB13-B837-77EA-48E2-0374F61EB392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3174631" y="7840409"/>
            <a:ext cx="10407949" cy="165004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98">
                <a:solidFill>
                  <a:srgbClr val="FFFFFF"/>
                </a:solidFill>
                <a:latin typeface="Roboto" panose="02000000000000000000" pitchFamily="2" charset="0"/>
              </a:rPr>
              <a:t>A regra de ouro: a LLM não decide o que é verificável.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874852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g3f8342f7686_0_102" descr="Ícone&#10;&#10;O conteúdo gerado por IA pode estar incorreto.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89;g3f3dd40fd11_1_233">
            <a:extLst>
              <a:ext uri="{FF2B5EF4-FFF2-40B4-BE49-F238E27FC236}">
                <a16:creationId xmlns:a16="http://schemas.microsoft.com/office/drawing/2014/main" id="{B10402B1-9C83-974D-8A05-1C4951792A36}"/>
              </a:ext>
            </a:extLst>
          </p:cNvPr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Google Shape;390;g3f3dd40fd11_1_233" descr=" ">
            <a:extLst>
              <a:ext uri="{FF2B5EF4-FFF2-40B4-BE49-F238E27FC236}">
                <a16:creationId xmlns:a16="http://schemas.microsoft.com/office/drawing/2014/main" id="{AC25A756-7848-2209-FA35-C81E6BC68BD6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FCC75C88-94F9-3039-8C74-C783D4A53193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4986000" y="0"/>
            <a:ext cx="9398000" cy="13716000"/>
          </a:xfrm>
          <a:prstGeom prst="rect">
            <a:avLst/>
          </a:prstGeom>
          <a:solidFill>
            <a:srgbClr val="1E2129"/>
          </a:solidFill>
          <a:ln w="25400">
            <a:solidFill>
              <a:srgbClr val="5B607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8B9C002-7855-8208-C62E-6661A7EFA09C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5748000" y="5969000"/>
            <a:ext cx="7874000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200">
                <a:solidFill>
                  <a:srgbClr val="8A8FA0"/>
                </a:solidFill>
                <a:latin typeface="Encode Sans" pitchFamily="2" charset="0"/>
              </a:rPr>
              <a:t>IMAGEM — pessoa conversando com IA / chat na tela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ED1772A-EA1E-D1A0-74D8-B287BC3EF387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416247" y="2280982"/>
            <a:ext cx="11169506" cy="279237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795">
                <a:solidFill>
                  <a:srgbClr val="FFFFFF"/>
                </a:solidFill>
                <a:latin typeface="Encode Sans" pitchFamily="2" charset="0"/>
              </a:rPr>
              <a:t>O que eu levo</a:t>
            </a:r>
          </a:p>
          <a:p>
            <a:pPr algn="ctr"/>
            <a:r>
              <a:rPr lang="pt-BR" sz="8795">
                <a:solidFill>
                  <a:srgbClr val="FFFFFF"/>
                </a:solidFill>
                <a:latin typeface="Encode Sans" pitchFamily="2" charset="0"/>
              </a:rPr>
              <a:t>pro Claude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1A5505A4-C10B-7E29-B4FA-347AFD2486F2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540000" y="5961901"/>
            <a:ext cx="279238" cy="279238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87" tIns="45693" rIns="91387" bIns="45693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0D9CC6F-3943-89F5-457F-60C18B1C305B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174631" y="5682663"/>
            <a:ext cx="10407949" cy="165004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98">
                <a:solidFill>
                  <a:srgbClr val="FFFFFF"/>
                </a:solidFill>
                <a:latin typeface="Roboto" panose="02000000000000000000" pitchFamily="2" charset="0"/>
              </a:rPr>
              <a:t>O código real: intencao-efeitos.js e telegram.js.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74104100-C528-2669-9D77-721F16913B9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2540000" y="8119646"/>
            <a:ext cx="279238" cy="279238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87" tIns="45693" rIns="91387" bIns="45693"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C4DDB13-B837-77EA-48E2-0374F61EB392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3174631" y="7840409"/>
            <a:ext cx="10407949" cy="165004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98">
                <a:solidFill>
                  <a:srgbClr val="FFFFFF"/>
                </a:solidFill>
                <a:latin typeface="Roboto" panose="02000000000000000000" pitchFamily="2" charset="0"/>
              </a:rPr>
              <a:t>A regra de ouro: a LLM não decide o que é verificável.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35F3BA6-13FE-8DCB-BAD7-45670D42F0B7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2540000" y="10277392"/>
            <a:ext cx="279238" cy="279238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387" tIns="45693" rIns="91387" bIns="45693"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993D73E-01C6-7BA3-A445-A13EFA725072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3174631" y="9998154"/>
            <a:ext cx="10407949" cy="165004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98">
                <a:solidFill>
                  <a:srgbClr val="FFFFFF"/>
                </a:solidFill>
                <a:latin typeface="Roboto" panose="02000000000000000000" pitchFamily="2" charset="0"/>
              </a:rPr>
              <a:t>A pergunta que importa: quanto custa o P3 de verdade?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548745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f8342f7686_0_44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3" name="Google Shape;273;g3f8342f7686_0_44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170252" y="462769"/>
            <a:ext cx="12791764" cy="12790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g3f8342f7686_0_44" descr=" 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4734" y="424672"/>
            <a:ext cx="12791764" cy="12790459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f8342f7686_0_44"/>
          <p:cNvSpPr/>
          <p:nvPr/>
        </p:nvSpPr>
        <p:spPr>
          <a:xfrm>
            <a:off x="3099187" y="-2235200"/>
            <a:ext cx="18201300" cy="1819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g3f8342f7686_0_44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8" name="Google Shape;278;g3f8342f7686_0_44" descr=" 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g3f8342f7686_0_44" descr="Ícone&#10;&#10;O conteúdo gerado por IA pode estar incorreto.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7A5DC46-10A7-4B5F-2383-6743243FDFF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77000" y="2990850"/>
            <a:ext cx="11430000" cy="736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2000">
                <a:solidFill>
                  <a:srgbClr val="FFFFFF"/>
                </a:solidFill>
                <a:latin typeface="Encode Sans" pitchFamily="2" charset="0"/>
              </a:rPr>
              <a:t>Perguntar não basta. Precisa lembrar que perguntou.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577948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3F9D5AE-2931-FEF8-9A1E-631EA7B2D7D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55824" y="827299"/>
            <a:ext cx="22472352" cy="154497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8">
                <a:solidFill>
                  <a:srgbClr val="FFFFFF"/>
                </a:solidFill>
                <a:latin typeface="Encode Sans SemiBold" pitchFamily="2" charset="0"/>
              </a:rPr>
              <a:t>E se ninguém responder?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B0E9770D-C8FC-B4B3-5B6A-C6A2AFB5F17F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978434" y="3297537"/>
            <a:ext cx="8427132" cy="1685426"/>
          </a:xfrm>
          <a:prstGeom prst="roundRect">
            <a:avLst>
              <a:gd name="adj" fmla="val 5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7085" tIns="140452" rIns="337085" bIns="140452" rtlCol="0" anchor="ctr"/>
          <a:lstStyle/>
          <a:p>
            <a:pPr algn="ctr"/>
            <a:r>
              <a:rPr lang="pt-BR" sz="4424">
                <a:solidFill>
                  <a:srgbClr val="FFFFFF"/>
                </a:solidFill>
                <a:latin typeface="Encode Sans SemiBold" pitchFamily="2" charset="0"/>
              </a:rPr>
              <a:t>Pergunta guardada</a:t>
            </a: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8842BC46-5735-5B36-4115-71F81E0BD188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 flipH="1">
            <a:off x="6573912" y="4982963"/>
            <a:ext cx="5618088" cy="1825879"/>
          </a:xfrm>
          <a:prstGeom prst="line">
            <a:avLst/>
          </a:prstGeom>
          <a:ln w="56181">
            <a:solidFill>
              <a:srgbClr val="2FB36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0E6577B-1B50-DC65-CEB9-F8E81FCDE0A8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1798537" y="6949294"/>
            <a:ext cx="9550750" cy="4213566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090">
            <a:solidFill>
              <a:srgbClr val="2FB3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126" tIns="50563" rIns="101126" bIns="5056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106712E6-A2B6-535F-ABB2-A1FBA5A9E57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6124465" y="7342560"/>
            <a:ext cx="898894" cy="89889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539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D5BF439-545E-DAED-2054-CD343DA04EF5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360346" y="8494268"/>
            <a:ext cx="8427132" cy="98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66">
                <a:solidFill>
                  <a:srgbClr val="2FB36B"/>
                </a:solidFill>
                <a:latin typeface="Encode Sans SemiBold" pitchFamily="2" charset="0"/>
              </a:rPr>
              <a:t>Resolve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D800024-C9DE-FC8F-6A7D-2D7FC5AC41C8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360346" y="9547660"/>
            <a:ext cx="8427132" cy="140452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9">
                <a:solidFill>
                  <a:srgbClr val="C9CCD6"/>
                </a:solidFill>
                <a:latin typeface="Roboto" panose="02000000000000000000" pitchFamily="2" charset="0"/>
              </a:rPr>
              <a:t>A resposta chega e o prato entra no estoque.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595563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3F9D5AE-2931-FEF8-9A1E-631EA7B2D7D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55824" y="827299"/>
            <a:ext cx="22472352" cy="154497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8">
                <a:solidFill>
                  <a:srgbClr val="FFFFFF"/>
                </a:solidFill>
                <a:latin typeface="Encode Sans SemiBold" pitchFamily="2" charset="0"/>
              </a:rPr>
              <a:t>E se ninguém responder?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B0E9770D-C8FC-B4B3-5B6A-C6A2AFB5F17F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978434" y="3297537"/>
            <a:ext cx="8427132" cy="1685426"/>
          </a:xfrm>
          <a:prstGeom prst="roundRect">
            <a:avLst>
              <a:gd name="adj" fmla="val 5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7085" tIns="140452" rIns="337085" bIns="140452" rtlCol="0" anchor="ctr"/>
          <a:lstStyle/>
          <a:p>
            <a:pPr algn="ctr"/>
            <a:r>
              <a:rPr lang="pt-BR" sz="4424">
                <a:solidFill>
                  <a:srgbClr val="FFFFFF"/>
                </a:solidFill>
                <a:latin typeface="Encode Sans SemiBold" pitchFamily="2" charset="0"/>
              </a:rPr>
              <a:t>Pergunta guardada</a:t>
            </a: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8842BC46-5735-5B36-4115-71F81E0BD188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 flipH="1">
            <a:off x="6573912" y="4982963"/>
            <a:ext cx="5618088" cy="1825879"/>
          </a:xfrm>
          <a:prstGeom prst="line">
            <a:avLst/>
          </a:prstGeom>
          <a:ln w="56181">
            <a:solidFill>
              <a:srgbClr val="2FB36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0E6577B-1B50-DC65-CEB9-F8E81FCDE0A8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1798537" y="6949294"/>
            <a:ext cx="9550750" cy="4213566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090">
            <a:solidFill>
              <a:srgbClr val="2FB3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126" tIns="50563" rIns="101126" bIns="5056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106712E6-A2B6-535F-ABB2-A1FBA5A9E57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6124465" y="7342560"/>
            <a:ext cx="898894" cy="89889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539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D5BF439-545E-DAED-2054-CD343DA04EF5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360346" y="8494268"/>
            <a:ext cx="8427132" cy="98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66">
                <a:solidFill>
                  <a:srgbClr val="2FB36B"/>
                </a:solidFill>
                <a:latin typeface="Encode Sans SemiBold" pitchFamily="2" charset="0"/>
              </a:rPr>
              <a:t>Resolve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D800024-C9DE-FC8F-6A7D-2D7FC5AC41C8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360346" y="9547660"/>
            <a:ext cx="8427132" cy="140452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9">
                <a:solidFill>
                  <a:srgbClr val="C9CCD6"/>
                </a:solidFill>
                <a:latin typeface="Roboto" panose="02000000000000000000" pitchFamily="2" charset="0"/>
              </a:rPr>
              <a:t>A resposta chega e o prato entra no estoque.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9F183070-33E5-1697-8531-384D6B31A16F}"/>
              </a:ext>
            </a:extLst>
          </p:cNvPr>
          <p:cNvCxnSpPr/>
          <p:nvPr>
            <p:custDataLst>
              <p:tags r:id="rId9"/>
            </p:custDataLst>
          </p:nvPr>
        </p:nvCxnSpPr>
        <p:spPr>
          <a:xfrm>
            <a:off x="12192000" y="4982963"/>
            <a:ext cx="5618088" cy="1825879"/>
          </a:xfrm>
          <a:prstGeom prst="line">
            <a:avLst/>
          </a:prstGeom>
          <a:ln w="56181">
            <a:solidFill>
              <a:srgbClr val="F2A9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CC31DCBF-3E51-C010-9496-3B6C454CEFDC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3034713" y="6949294"/>
            <a:ext cx="9550750" cy="4213566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090">
            <a:solidFill>
              <a:srgbClr val="F2A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126" tIns="50563" rIns="101126" bIns="5056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50CE51-DA6F-75BE-B33C-3A48B4C15154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7360641" y="7342560"/>
            <a:ext cx="898894" cy="898894"/>
          </a:xfrm>
          <a:prstGeom prst="ellipse">
            <a:avLst/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539" b="1">
                <a:solidFill>
                  <a:srgbClr val="FFFFFF"/>
                </a:solidFill>
                <a:latin typeface="Segoe UI Symbol" panose="020B0502040204020203" pitchFamily="34" charset="0"/>
              </a:rPr>
              <a:t>!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C39681D-D93A-1989-9ABF-A31DEDB5F134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3596522" y="8494268"/>
            <a:ext cx="8427132" cy="98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66">
                <a:solidFill>
                  <a:srgbClr val="F2A93B"/>
                </a:solidFill>
                <a:latin typeface="Encode Sans SemiBold" pitchFamily="2" charset="0"/>
              </a:rPr>
              <a:t>Expira, com aviso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AFDD0D4-A235-E35A-EF50-28F7643EDBE2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13596522" y="9547660"/>
            <a:ext cx="8427132" cy="140452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9">
                <a:solidFill>
                  <a:srgbClr val="C9CCD6"/>
                </a:solidFill>
                <a:latin typeface="Roboto" panose="02000000000000000000" pitchFamily="2" charset="0"/>
              </a:rPr>
              <a:t>“Ingestão não concluída por falta de porções.”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925301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3F9D5AE-2931-FEF8-9A1E-631EA7B2D7D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55824" y="827299"/>
            <a:ext cx="22472352" cy="154497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8">
                <a:solidFill>
                  <a:srgbClr val="FFFFFF"/>
                </a:solidFill>
                <a:latin typeface="Encode Sans SemiBold" pitchFamily="2" charset="0"/>
              </a:rPr>
              <a:t>E se ninguém responder?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B0E9770D-C8FC-B4B3-5B6A-C6A2AFB5F17F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978434" y="3297537"/>
            <a:ext cx="8427132" cy="1685426"/>
          </a:xfrm>
          <a:prstGeom prst="roundRect">
            <a:avLst>
              <a:gd name="adj" fmla="val 5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7085" tIns="140452" rIns="337085" bIns="140452" rtlCol="0" anchor="ctr"/>
          <a:lstStyle/>
          <a:p>
            <a:pPr algn="ctr"/>
            <a:r>
              <a:rPr lang="pt-BR" sz="4424">
                <a:solidFill>
                  <a:srgbClr val="FFFFFF"/>
                </a:solidFill>
                <a:latin typeface="Encode Sans SemiBold" pitchFamily="2" charset="0"/>
              </a:rPr>
              <a:t>Pergunta guardada</a:t>
            </a: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8842BC46-5735-5B36-4115-71F81E0BD188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 flipH="1">
            <a:off x="6573912" y="4982963"/>
            <a:ext cx="5618088" cy="1825879"/>
          </a:xfrm>
          <a:prstGeom prst="line">
            <a:avLst/>
          </a:prstGeom>
          <a:ln w="56181">
            <a:solidFill>
              <a:srgbClr val="2FB36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0E6577B-1B50-DC65-CEB9-F8E81FCDE0A8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1798537" y="6949294"/>
            <a:ext cx="9550750" cy="4213566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090">
            <a:solidFill>
              <a:srgbClr val="2FB3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126" tIns="50563" rIns="101126" bIns="5056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106712E6-A2B6-535F-ABB2-A1FBA5A9E57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6124465" y="7342560"/>
            <a:ext cx="898894" cy="89889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539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D5BF439-545E-DAED-2054-CD343DA04EF5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360346" y="8494268"/>
            <a:ext cx="8427132" cy="98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66">
                <a:solidFill>
                  <a:srgbClr val="2FB36B"/>
                </a:solidFill>
                <a:latin typeface="Encode Sans SemiBold" pitchFamily="2" charset="0"/>
              </a:rPr>
              <a:t>Resolve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D800024-C9DE-FC8F-6A7D-2D7FC5AC41C8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360346" y="9547660"/>
            <a:ext cx="8427132" cy="140452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9">
                <a:solidFill>
                  <a:srgbClr val="C9CCD6"/>
                </a:solidFill>
                <a:latin typeface="Roboto" panose="02000000000000000000" pitchFamily="2" charset="0"/>
              </a:rPr>
              <a:t>A resposta chega e o prato entra no estoque.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9F183070-33E5-1697-8531-384D6B31A16F}"/>
              </a:ext>
            </a:extLst>
          </p:cNvPr>
          <p:cNvCxnSpPr/>
          <p:nvPr>
            <p:custDataLst>
              <p:tags r:id="rId9"/>
            </p:custDataLst>
          </p:nvPr>
        </p:nvCxnSpPr>
        <p:spPr>
          <a:xfrm>
            <a:off x="12192000" y="4982963"/>
            <a:ext cx="5618088" cy="1825879"/>
          </a:xfrm>
          <a:prstGeom prst="line">
            <a:avLst/>
          </a:prstGeom>
          <a:ln w="56181">
            <a:solidFill>
              <a:srgbClr val="F2A9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CC31DCBF-3E51-C010-9496-3B6C454CEFDC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3034713" y="6949294"/>
            <a:ext cx="9550750" cy="4213566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090">
            <a:solidFill>
              <a:srgbClr val="F2A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126" tIns="50563" rIns="101126" bIns="5056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50CE51-DA6F-75BE-B33C-3A48B4C15154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7360641" y="7342560"/>
            <a:ext cx="898894" cy="898894"/>
          </a:xfrm>
          <a:prstGeom prst="ellipse">
            <a:avLst/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539" b="1">
                <a:solidFill>
                  <a:srgbClr val="FFFFFF"/>
                </a:solidFill>
                <a:latin typeface="Segoe UI Symbol" panose="020B0502040204020203" pitchFamily="34" charset="0"/>
              </a:rPr>
              <a:t>!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C39681D-D93A-1989-9ABF-A31DEDB5F134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3596522" y="8494268"/>
            <a:ext cx="8427132" cy="98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66">
                <a:solidFill>
                  <a:srgbClr val="F2A93B"/>
                </a:solidFill>
                <a:latin typeface="Encode Sans SemiBold" pitchFamily="2" charset="0"/>
              </a:rPr>
              <a:t>Expira, com aviso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AFDD0D4-A235-E35A-EF50-28F7643EDBE2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13596522" y="9547660"/>
            <a:ext cx="8427132" cy="140452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9">
                <a:solidFill>
                  <a:srgbClr val="C9CCD6"/>
                </a:solidFill>
                <a:latin typeface="Roboto" panose="02000000000000000000" pitchFamily="2" charset="0"/>
              </a:rPr>
              <a:t>“Ingestão não concluída por falta de porções.”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522DE6C-F073-112F-9F34-5A4EA9C92282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2360346" y="11865122"/>
            <a:ext cx="19663308" cy="84271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60">
                <a:solidFill>
                  <a:srgbClr val="F2A93B"/>
                </a:solidFill>
                <a:latin typeface="Encode Sans" pitchFamily="2" charset="0"/>
              </a:rPr>
              <a:t>Sem um fim visível, é o bug de 14/09 de novo, um passo depois.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246322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2AD2870-7922-79CC-DFD6-619B13706CE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1155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4.2.3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A SDD e quatro decisões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21584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0F9C759-C9BC-FCA7-1E46-60100961357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133156" y="1191384"/>
            <a:ext cx="24650311" cy="13865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52">
                <a:solidFill>
                  <a:srgbClr val="052FD3"/>
                </a:solidFill>
                <a:latin typeface="Encode Sans SemiBold" pitchFamily="2" charset="0"/>
              </a:rPr>
              <a:t>SDD §11.7 — restrição derivada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5FB9E39-49CB-2058-AD92-FE7CD25BF6D3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0545437" y="2613525"/>
            <a:ext cx="3081289" cy="2465031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6256">
                <a:solidFill>
                  <a:srgbClr val="052FD3"/>
                </a:solidFill>
                <a:latin typeface="Encode Sans SemiBold" pitchFamily="2" charset="0"/>
              </a:rPr>
              <a:t>“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D1027B0-4AA7-5D2E-6D04-AAEEA96A84BA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301570" y="5078556"/>
            <a:ext cx="21569023" cy="508412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93">
                <a:solidFill>
                  <a:srgbClr val="14161B"/>
                </a:solidFill>
                <a:latin typeface="Encode Sans" pitchFamily="2" charset="0"/>
              </a:rPr>
              <a:t>Toda pergunta de guardrail precisa guardar a pendência antes de perguntar. E toda pendência precisa de um fim visível: resolvida ou expirada com aviso.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031A0B47-F46E-E80E-84B2-4266520270AA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6693826" y="10778941"/>
            <a:ext cx="10784511" cy="1386580"/>
          </a:xfrm>
          <a:prstGeom prst="roundRect">
            <a:avLst>
              <a:gd name="adj" fmla="val 5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9755" tIns="154064" rIns="369755" bIns="154064" rtlCol="0" anchor="ctr"/>
          <a:lstStyle/>
          <a:p>
            <a:pPr algn="ctr"/>
            <a:r>
              <a:rPr lang="pt-BR" sz="4125">
                <a:solidFill>
                  <a:srgbClr val="FFFFFF"/>
                </a:solidFill>
                <a:latin typeface="Encode Sans SemiBold" pitchFamily="2" charset="0"/>
              </a:rPr>
              <a:t>Nunca “esquecida sem sinal”.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950999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79CDBA2-980A-905D-60DC-D7FF1F6ABF82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59027" y="1347195"/>
            <a:ext cx="23065946" cy="158578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65">
                <a:solidFill>
                  <a:srgbClr val="FFFFFF"/>
                </a:solidFill>
                <a:latin typeface="Encode Sans SemiBold" pitchFamily="2" charset="0"/>
              </a:rPr>
              <a:t>Quatro decisões, uma casa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F17E8C0-D0D1-D17A-E404-658ABBD2E31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55102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Nome do status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2D08174-4967-22D3-C4DC-2F928DB789D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5A63173-B37D-B43E-6854-7A00ED53F2A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173729" y="3855102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2C8A6485-FC13-82B4-AC06-9421263D3CAD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524000" y="6017535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Onde guardar o prato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AED4044F-EF3E-884B-3C59-BAC433A99D98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5FA8656-4E4B-6DDD-724A-61D7EDBE0B84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10173729" y="6017535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548D321-703F-EEDB-AA87-1E3F78BDF15A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524000" y="8179967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Janela de expiração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9776B93C-2B45-8264-340B-F43D41B759DD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44FC332-6C3D-DB70-041C-6C087B4ACC40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0173729" y="8179967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BFDF159-92FF-964B-BC56-A57841408F21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524000" y="10342400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Escopo do fix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174084B-E08D-6C45-0F26-FE34D48D4791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0173729" y="10342400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16813D1-9B62-CD80-568F-929BB174C62D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0173729" y="10342400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174222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79CDBA2-980A-905D-60DC-D7FF1F6ABF82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59027" y="1347195"/>
            <a:ext cx="23065946" cy="158578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65">
                <a:solidFill>
                  <a:srgbClr val="FFFFFF"/>
                </a:solidFill>
                <a:latin typeface="Encode Sans SemiBold" pitchFamily="2" charset="0"/>
              </a:rPr>
              <a:t>Quatro decisões, uma casa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F17E8C0-D0D1-D17A-E404-658ABBD2E31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55102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Nome do status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2D08174-4967-22D3-C4DC-2F928DB789D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5A63173-B37D-B43E-6854-7A00ED53F2A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173729" y="3855102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E65BA5C-BED7-32AE-F0B3-5162745D70D6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aguardando_porcoes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2C8A6485-FC13-82B4-AC06-9421263D3CA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524000" y="6017535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Onde guardar o prato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AED4044F-EF3E-884B-3C59-BAC433A99D98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5FA8656-4E4B-6DDD-724A-61D7EDBE0B84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0173729" y="6017535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548D321-703F-EEDB-AA87-1E3F78BDF15A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524000" y="8179967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Janela de expiração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9776B93C-2B45-8264-340B-F43D41B759DD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44FC332-6C3D-DB70-041C-6C087B4ACC40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0173729" y="8179967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BFDF159-92FF-964B-BC56-A57841408F21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524000" y="10342400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Escopo do fix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174084B-E08D-6C45-0F26-FE34D48D4791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0173729" y="10342400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16813D1-9B62-CD80-568F-929BB174C62D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0173729" y="10342400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973427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79CDBA2-980A-905D-60DC-D7FF1F6ABF82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59027" y="1347195"/>
            <a:ext cx="23065946" cy="158578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65">
                <a:solidFill>
                  <a:srgbClr val="FFFFFF"/>
                </a:solidFill>
                <a:latin typeface="Encode Sans SemiBold" pitchFamily="2" charset="0"/>
              </a:rPr>
              <a:t>Quatro decisões, uma casa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F17E8C0-D0D1-D17A-E404-658ABBD2E31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55102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Nome do status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2D08174-4967-22D3-C4DC-2F928DB789D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5A63173-B37D-B43E-6854-7A00ED53F2A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173729" y="3855102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E65BA5C-BED7-32AE-F0B3-5162745D70D6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aguardando_porcoes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2C8A6485-FC13-82B4-AC06-9421263D3CA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524000" y="6017535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Onde guardar o prato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AED4044F-EF3E-884B-3C59-BAC433A99D98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5FA8656-4E4B-6DDD-724A-61D7EDBE0B84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0173729" y="6017535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DD03D95-3F8C-5D81-2144-22BB9A517C9B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coluna nova item_pendente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548D321-703F-EEDB-AA87-1E3F78BDF15A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524000" y="8179967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Janela de expiração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9776B93C-2B45-8264-340B-F43D41B759DD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44FC332-6C3D-DB70-041C-6C087B4ACC40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10173729" y="8179967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BFDF159-92FF-964B-BC56-A57841408F21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524000" y="10342400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Escopo do fix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174084B-E08D-6C45-0F26-FE34D48D4791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10173729" y="10342400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16813D1-9B62-CD80-568F-929BB174C62D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0173729" y="10342400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838393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79CDBA2-980A-905D-60DC-D7FF1F6ABF82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59027" y="1347195"/>
            <a:ext cx="23065946" cy="158578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65">
                <a:solidFill>
                  <a:srgbClr val="FFFFFF"/>
                </a:solidFill>
                <a:latin typeface="Encode Sans SemiBold" pitchFamily="2" charset="0"/>
              </a:rPr>
              <a:t>Quatro decisões, uma casa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F17E8C0-D0D1-D17A-E404-658ABBD2E31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55102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Nome do status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2D08174-4967-22D3-C4DC-2F928DB789D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5A63173-B37D-B43E-6854-7A00ED53F2A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173729" y="3855102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E65BA5C-BED7-32AE-F0B3-5162745D70D6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aguardando_porcoes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2C8A6485-FC13-82B4-AC06-9421263D3CA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524000" y="6017535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Onde guardar o prato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AED4044F-EF3E-884B-3C59-BAC433A99D98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5FA8656-4E4B-6DDD-724A-61D7EDBE0B84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0173729" y="6017535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DD03D95-3F8C-5D81-2144-22BB9A517C9B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coluna nova item_pendente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548D321-703F-EEDB-AA87-1E3F78BDF15A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524000" y="8179967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Janela de expiração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9776B93C-2B45-8264-340B-F43D41B759DD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44FC332-6C3D-DB70-041C-6C087B4ACC40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10173729" y="8179967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F5A537C-9696-60F8-3F6A-4D784A83D9EA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F2A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314">
                <a:solidFill>
                  <a:srgbClr val="FFFFFF"/>
                </a:solidFill>
                <a:latin typeface="Roboto" panose="02000000000000000000" pitchFamily="2" charset="0"/>
              </a:rPr>
              <a:t>20 minutos — em aberto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BFDF159-92FF-964B-BC56-A57841408F21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1524000" y="10342400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Escopo do fix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174084B-E08D-6C45-0F26-FE34D48D4791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10173729" y="10342400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16813D1-9B62-CD80-568F-929BB174C62D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0173729" y="10342400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606834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79CDBA2-980A-905D-60DC-D7FF1F6ABF82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59027" y="1347195"/>
            <a:ext cx="23065946" cy="158578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65">
                <a:solidFill>
                  <a:srgbClr val="FFFFFF"/>
                </a:solidFill>
                <a:latin typeface="Encode Sans SemiBold" pitchFamily="2" charset="0"/>
              </a:rPr>
              <a:t>Quatro decisões, uma casa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F17E8C0-D0D1-D17A-E404-658ABBD2E31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55102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Nome do status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2D08174-4967-22D3-C4DC-2F928DB789D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5A63173-B37D-B43E-6854-7A00ED53F2A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173729" y="3855102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E65BA5C-BED7-32AE-F0B3-5162745D70D6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0173729" y="3855102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aguardando_porcoes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2C8A6485-FC13-82B4-AC06-9421263D3CA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524000" y="6017535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Onde guardar o prato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AED4044F-EF3E-884B-3C59-BAC433A99D98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5FA8656-4E4B-6DDD-724A-61D7EDBE0B84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10173729" y="6017535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DD03D95-3F8C-5D81-2144-22BB9A517C9B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0173729" y="6017535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995">
                <a:solidFill>
                  <a:srgbClr val="FFFFFF"/>
                </a:solidFill>
                <a:latin typeface="Ubuntu Mono" panose="020B0309030602030204" pitchFamily="49" charset="0"/>
              </a:rPr>
              <a:t>coluna nova item_pendente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548D321-703F-EEDB-AA87-1E3F78BDF15A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524000" y="8179967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Janela de expiração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9776B93C-2B45-8264-340B-F43D41B759DD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44FC332-6C3D-DB70-041C-6C087B4ACC40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10173729" y="8179967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F5A537C-9696-60F8-3F6A-4D784A83D9EA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0173729" y="8179967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F2A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314">
                <a:solidFill>
                  <a:srgbClr val="FFFFFF"/>
                </a:solidFill>
                <a:latin typeface="Roboto" panose="02000000000000000000" pitchFamily="2" charset="0"/>
              </a:rPr>
              <a:t>20 minutos — em aberto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BFDF159-92FF-964B-BC56-A57841408F21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1524000" y="10342400"/>
            <a:ext cx="8073081" cy="1729946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8832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45989" tIns="144162" rIns="576649" bIns="144162" rtlCol="0" anchor="ctr">
            <a:noAutofit/>
          </a:bodyPr>
          <a:lstStyle/>
          <a:p>
            <a:pPr algn="r"/>
            <a:r>
              <a:rPr lang="pt-BR" sz="4086">
                <a:solidFill>
                  <a:srgbClr val="FFFFFF"/>
                </a:solidFill>
                <a:latin typeface="Encode Sans SemiBold" pitchFamily="2" charset="0"/>
              </a:rPr>
              <a:t>Escopo do fix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174084B-E08D-6C45-0F26-FE34D48D4791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10173729" y="10342400"/>
            <a:ext cx="12686271" cy="1729946"/>
          </a:xfrm>
          <a:prstGeom prst="roundRect">
            <a:avLst>
              <a:gd name="adj" fmla="val 10000"/>
            </a:avLst>
          </a:prstGeom>
          <a:noFill/>
          <a:ln w="28832" cap="flat" cmpd="sng" algn="ctr">
            <a:solidFill>
              <a:srgbClr val="5B6070"/>
            </a:solidFill>
            <a:prstDash val="dash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797" tIns="51898" rIns="103797" bIns="51898" rtlCol="0" anchor="ctr"/>
          <a:lstStyle/>
          <a:p>
            <a:pPr algn="ctr"/>
            <a:endParaRPr lang="pt-BR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16813D1-9B62-CD80-568F-929BB174C62D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0173729" y="10342400"/>
            <a:ext cx="12686271" cy="172994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357">
                <a:solidFill>
                  <a:srgbClr val="5B6070"/>
                </a:solidFill>
                <a:latin typeface="Encode Sans" pitchFamily="2" charset="0"/>
              </a:rPr>
              <a:t>?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AD9865E8-2257-873A-E76A-4D9F7F8981C8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10173729" y="10342400"/>
            <a:ext cx="12686271" cy="1729946"/>
          </a:xfrm>
          <a:prstGeom prst="roundRect">
            <a:avLst>
              <a:gd name="adj" fmla="val 10000"/>
            </a:avLst>
          </a:prstGeom>
          <a:solidFill>
            <a:srgbClr val="14161B"/>
          </a:solidFill>
          <a:ln w="28832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4314" tIns="144162" rIns="345989" bIns="144162" rtlCol="0" anchor="ctr">
            <a:noAutofit/>
          </a:bodyPr>
          <a:lstStyle/>
          <a:p>
            <a:r>
              <a:rPr lang="pt-BR" sz="4314">
                <a:solidFill>
                  <a:srgbClr val="FFFFFF"/>
                </a:solidFill>
                <a:latin typeface="Roboto" panose="02000000000000000000" pitchFamily="2" charset="0"/>
              </a:rPr>
              <a:t>só porcionamento, por enquanto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945823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4EE9744-F0F3-EF92-3FBF-577A75B9A5C6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72013" y="1107119"/>
            <a:ext cx="23639974" cy="162524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446">
                <a:solidFill>
                  <a:srgbClr val="FFFFFF"/>
                </a:solidFill>
                <a:latin typeface="Encode Sans SemiBold" pitchFamily="2" charset="0"/>
              </a:rPr>
              <a:t>20 minutos é uma aposta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CBE9B735-51F1-5DD0-BDD3-26440A33A826}"/>
              </a:ext>
            </a:extLst>
          </p:cNvPr>
          <p:cNvCxnSpPr/>
          <p:nvPr>
            <p:custDataLst>
              <p:tags r:id="rId3"/>
            </p:custDataLst>
          </p:nvPr>
        </p:nvCxnSpPr>
        <p:spPr>
          <a:xfrm>
            <a:off x="1524000" y="7104742"/>
            <a:ext cx="20684978" cy="0"/>
          </a:xfrm>
          <a:prstGeom prst="line">
            <a:avLst/>
          </a:prstGeom>
          <a:ln w="88650">
            <a:solidFill>
              <a:srgbClr val="5B607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lipse 6">
            <a:extLst>
              <a:ext uri="{FF2B5EF4-FFF2-40B4-BE49-F238E27FC236}">
                <a16:creationId xmlns:a16="http://schemas.microsoft.com/office/drawing/2014/main" id="{49C9A026-B7A3-DF52-9BB4-930F713D98DD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9384292" y="6691043"/>
            <a:ext cx="827399" cy="827399"/>
          </a:xfrm>
          <a:prstGeom prst="ellipse">
            <a:avLst/>
          </a:prstGeom>
          <a:solidFill>
            <a:srgbClr val="052FD3"/>
          </a:solidFill>
          <a:ln w="295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1423D18-3C87-91C7-C4AD-BBAEED709F2D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6842994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9307">
                <a:solidFill>
                  <a:srgbClr val="FFFFFF"/>
                </a:solidFill>
                <a:latin typeface="Encode Sans SemiBold" pitchFamily="2" charset="0"/>
              </a:rPr>
              <a:t>20 min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B62A130-4D7F-ADCA-CA11-BA76E810FDDE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6842994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hoje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108087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4EE9744-F0F3-EF92-3FBF-577A75B9A5C6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72013" y="1107119"/>
            <a:ext cx="23639974" cy="162524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446">
                <a:solidFill>
                  <a:srgbClr val="FFFFFF"/>
                </a:solidFill>
                <a:latin typeface="Encode Sans SemiBold" pitchFamily="2" charset="0"/>
              </a:rPr>
              <a:t>20 minutos é uma aposta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CBE9B735-51F1-5DD0-BDD3-26440A33A826}"/>
              </a:ext>
            </a:extLst>
          </p:cNvPr>
          <p:cNvCxnSpPr/>
          <p:nvPr>
            <p:custDataLst>
              <p:tags r:id="rId3"/>
            </p:custDataLst>
          </p:nvPr>
        </p:nvCxnSpPr>
        <p:spPr>
          <a:xfrm>
            <a:off x="1524000" y="7104742"/>
            <a:ext cx="20684978" cy="0"/>
          </a:xfrm>
          <a:prstGeom prst="line">
            <a:avLst/>
          </a:prstGeom>
          <a:ln w="88650">
            <a:solidFill>
              <a:srgbClr val="5B607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ipse 3">
            <a:extLst>
              <a:ext uri="{FF2B5EF4-FFF2-40B4-BE49-F238E27FC236}">
                <a16:creationId xmlns:a16="http://schemas.microsoft.com/office/drawing/2014/main" id="{728E7226-4AE8-CD76-D394-2DABD2237C29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740248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2C7BB4B-7BC4-D413-AFED-E9D8A5F8E6A5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51200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10 min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50E64D-8029-12A5-7A7F-018DE8DF5B90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51200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primeira versão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49C9A026-B7A3-DF52-9BB4-930F713D98D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9384292" y="6691043"/>
            <a:ext cx="827399" cy="827399"/>
          </a:xfrm>
          <a:prstGeom prst="ellipse">
            <a:avLst/>
          </a:prstGeom>
          <a:solidFill>
            <a:srgbClr val="052FD3"/>
          </a:solidFill>
          <a:ln w="295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1423D18-3C87-91C7-C4AD-BBAEED709F2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6842994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9307">
                <a:solidFill>
                  <a:srgbClr val="FFFFFF"/>
                </a:solidFill>
                <a:latin typeface="Encode Sans SemiBold" pitchFamily="2" charset="0"/>
              </a:rPr>
              <a:t>20 min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B62A130-4D7F-ADCA-CA11-BA76E810FDDE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6842994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hoje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371823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4EE9744-F0F3-EF92-3FBF-577A75B9A5C6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72013" y="1107119"/>
            <a:ext cx="23639974" cy="162524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446">
                <a:solidFill>
                  <a:srgbClr val="FFFFFF"/>
                </a:solidFill>
                <a:latin typeface="Encode Sans SemiBold" pitchFamily="2" charset="0"/>
              </a:rPr>
              <a:t>20 minutos é uma aposta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CBE9B735-51F1-5DD0-BDD3-26440A33A826}"/>
              </a:ext>
            </a:extLst>
          </p:cNvPr>
          <p:cNvCxnSpPr/>
          <p:nvPr>
            <p:custDataLst>
              <p:tags r:id="rId3"/>
            </p:custDataLst>
          </p:nvPr>
        </p:nvCxnSpPr>
        <p:spPr>
          <a:xfrm>
            <a:off x="1524000" y="7104742"/>
            <a:ext cx="20684978" cy="0"/>
          </a:xfrm>
          <a:prstGeom prst="line">
            <a:avLst/>
          </a:prstGeom>
          <a:ln w="88650">
            <a:solidFill>
              <a:srgbClr val="5B607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ipse 3">
            <a:extLst>
              <a:ext uri="{FF2B5EF4-FFF2-40B4-BE49-F238E27FC236}">
                <a16:creationId xmlns:a16="http://schemas.microsoft.com/office/drawing/2014/main" id="{728E7226-4AE8-CD76-D394-2DABD2237C29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740248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2C7BB4B-7BC4-D413-AFED-E9D8A5F8E6A5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51200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10 min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50E64D-8029-12A5-7A7F-018DE8DF5B90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51200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primeira versão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49C9A026-B7A3-DF52-9BB4-930F713D98D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9384292" y="6691043"/>
            <a:ext cx="827399" cy="827399"/>
          </a:xfrm>
          <a:prstGeom prst="ellipse">
            <a:avLst/>
          </a:prstGeom>
          <a:solidFill>
            <a:srgbClr val="052FD3"/>
          </a:solidFill>
          <a:ln w="295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1423D18-3C87-91C7-C4AD-BBAEED709F2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6842994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9307">
                <a:solidFill>
                  <a:srgbClr val="FFFFFF"/>
                </a:solidFill>
                <a:latin typeface="Encode Sans SemiBold" pitchFamily="2" charset="0"/>
              </a:rPr>
              <a:t>20 min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B62A130-4D7F-ADCA-CA11-BA76E810FDDE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6842994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hoje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EB4C0BDB-BE58-D439-C872-FCC53986D397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20288230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A0C40EB-3960-6FC7-CA17-6B3989F8ABED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7599183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120 min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BAC5450-61D8-B9D5-37C5-9656DD4DCE64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599183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cheguei a considerar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327745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4EE9744-F0F3-EF92-3FBF-577A75B9A5C6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72013" y="1107119"/>
            <a:ext cx="23639974" cy="162524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446">
                <a:solidFill>
                  <a:srgbClr val="FFFFFF"/>
                </a:solidFill>
                <a:latin typeface="Encode Sans SemiBold" pitchFamily="2" charset="0"/>
              </a:rPr>
              <a:t>20 minutos é uma aposta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CBE9B735-51F1-5DD0-BDD3-26440A33A826}"/>
              </a:ext>
            </a:extLst>
          </p:cNvPr>
          <p:cNvCxnSpPr/>
          <p:nvPr>
            <p:custDataLst>
              <p:tags r:id="rId3"/>
            </p:custDataLst>
          </p:nvPr>
        </p:nvCxnSpPr>
        <p:spPr>
          <a:xfrm>
            <a:off x="1524000" y="7104742"/>
            <a:ext cx="20684978" cy="0"/>
          </a:xfrm>
          <a:prstGeom prst="line">
            <a:avLst/>
          </a:prstGeom>
          <a:ln w="88650">
            <a:solidFill>
              <a:srgbClr val="5B607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ipse 3">
            <a:extLst>
              <a:ext uri="{FF2B5EF4-FFF2-40B4-BE49-F238E27FC236}">
                <a16:creationId xmlns:a16="http://schemas.microsoft.com/office/drawing/2014/main" id="{728E7226-4AE8-CD76-D394-2DABD2237C29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740248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2C7BB4B-7BC4-D413-AFED-E9D8A5F8E6A5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51200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10 min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50E64D-8029-12A5-7A7F-018DE8DF5B90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51200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primeira versão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49C9A026-B7A3-DF52-9BB4-930F713D98D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9384292" y="6691043"/>
            <a:ext cx="827399" cy="827399"/>
          </a:xfrm>
          <a:prstGeom prst="ellipse">
            <a:avLst/>
          </a:prstGeom>
          <a:solidFill>
            <a:srgbClr val="052FD3"/>
          </a:solidFill>
          <a:ln w="295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1423D18-3C87-91C7-C4AD-BBAEED709F2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6842994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9307">
                <a:solidFill>
                  <a:srgbClr val="FFFFFF"/>
                </a:solidFill>
                <a:latin typeface="Encode Sans SemiBold" pitchFamily="2" charset="0"/>
              </a:rPr>
              <a:t>20 min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B62A130-4D7F-ADCA-CA11-BA76E810FDDE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6842994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hoje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EB4C0BDB-BE58-D439-C872-FCC53986D397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20288230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A0C40EB-3960-6FC7-CA17-6B3989F8ABED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7599183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120 min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BAC5450-61D8-B9D5-37C5-9656DD4DCE64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599183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cheguei a considerar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6F95E449-28DD-6C2C-F2B1-612BE6B0CFB9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524000" y="9468740"/>
            <a:ext cx="10046989" cy="2807247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955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54600" tIns="147750" rIns="354600" bIns="147750" rtlCol="0" anchor="ctr">
            <a:noAutofit/>
          </a:bodyPr>
          <a:lstStyle/>
          <a:p>
            <a:pPr algn="ctr"/>
            <a:r>
              <a:rPr lang="pt-BR" sz="3956">
                <a:solidFill>
                  <a:srgbClr val="C9CCD6"/>
                </a:solidFill>
                <a:latin typeface="Roboto" panose="02000000000000000000" pitchFamily="2" charset="0"/>
              </a:rPr>
              <a:t>Curta demais: frustra quem demora pra responder.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445178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4EE9744-F0F3-EF92-3FBF-577A75B9A5C6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72013" y="1107119"/>
            <a:ext cx="23639974" cy="162524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446">
                <a:solidFill>
                  <a:srgbClr val="FFFFFF"/>
                </a:solidFill>
                <a:latin typeface="Encode Sans SemiBold" pitchFamily="2" charset="0"/>
              </a:rPr>
              <a:t>20 minutos é uma aposta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CBE9B735-51F1-5DD0-BDD3-26440A33A826}"/>
              </a:ext>
            </a:extLst>
          </p:cNvPr>
          <p:cNvCxnSpPr/>
          <p:nvPr>
            <p:custDataLst>
              <p:tags r:id="rId3"/>
            </p:custDataLst>
          </p:nvPr>
        </p:nvCxnSpPr>
        <p:spPr>
          <a:xfrm>
            <a:off x="1524000" y="7104742"/>
            <a:ext cx="20684978" cy="0"/>
          </a:xfrm>
          <a:prstGeom prst="line">
            <a:avLst/>
          </a:prstGeom>
          <a:ln w="88650">
            <a:solidFill>
              <a:srgbClr val="5B607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ipse 3">
            <a:extLst>
              <a:ext uri="{FF2B5EF4-FFF2-40B4-BE49-F238E27FC236}">
                <a16:creationId xmlns:a16="http://schemas.microsoft.com/office/drawing/2014/main" id="{728E7226-4AE8-CD76-D394-2DABD2237C29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740248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2C7BB4B-7BC4-D413-AFED-E9D8A5F8E6A5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051200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10 min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50E64D-8029-12A5-7A7F-018DE8DF5B90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051200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primeira versão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49C9A026-B7A3-DF52-9BB4-930F713D98D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9384292" y="6691043"/>
            <a:ext cx="827399" cy="827399"/>
          </a:xfrm>
          <a:prstGeom prst="ellipse">
            <a:avLst/>
          </a:prstGeom>
          <a:solidFill>
            <a:srgbClr val="052FD3"/>
          </a:solidFill>
          <a:ln w="295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1423D18-3C87-91C7-C4AD-BBAEED709F2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6842994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9307">
                <a:solidFill>
                  <a:srgbClr val="FFFFFF"/>
                </a:solidFill>
                <a:latin typeface="Encode Sans SemiBold" pitchFamily="2" charset="0"/>
              </a:rPr>
              <a:t>20 min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B62A130-4D7F-ADCA-CA11-BA76E810FDDE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6842994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hoje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EB4C0BDB-BE58-D439-C872-FCC53986D397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20288230" y="6838793"/>
            <a:ext cx="531899" cy="531899"/>
          </a:xfrm>
          <a:prstGeom prst="ellipse">
            <a:avLst/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6380" tIns="53190" rIns="106380" bIns="53190"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A0C40EB-3960-6FC7-CA17-6B3989F8ABED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7599183" y="4592995"/>
            <a:ext cx="5909994" cy="147749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515">
                <a:solidFill>
                  <a:srgbClr val="C9CCD6"/>
                </a:solidFill>
                <a:latin typeface="Encode Sans SemiBold" pitchFamily="2" charset="0"/>
              </a:rPr>
              <a:t>120 min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BAC5450-61D8-B9D5-37C5-9656DD4DCE64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7599183" y="7843492"/>
            <a:ext cx="5909994" cy="73874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23">
                <a:solidFill>
                  <a:srgbClr val="8A8FA0"/>
                </a:solidFill>
                <a:latin typeface="Roboto" panose="02000000000000000000" pitchFamily="2" charset="0"/>
              </a:rPr>
              <a:t>cheguei a considerar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6F95E449-28DD-6C2C-F2B1-612BE6B0CFB9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524000" y="9468740"/>
            <a:ext cx="10046989" cy="2807247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9550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54600" tIns="147750" rIns="354600" bIns="147750" rtlCol="0" anchor="ctr">
            <a:noAutofit/>
          </a:bodyPr>
          <a:lstStyle/>
          <a:p>
            <a:pPr algn="ctr"/>
            <a:r>
              <a:rPr lang="pt-BR" sz="3956">
                <a:solidFill>
                  <a:srgbClr val="C9CCD6"/>
                </a:solidFill>
                <a:latin typeface="Roboto" panose="02000000000000000000" pitchFamily="2" charset="0"/>
              </a:rPr>
              <a:t>Curta demais: frustra quem demora pra responder.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88AEDB33-5560-F9BF-D394-7A39A85B4570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12161989" y="9468740"/>
            <a:ext cx="10046989" cy="2807247"/>
          </a:xfrm>
          <a:prstGeom prst="roundRect">
            <a:avLst>
              <a:gd name="adj" fmla="val 10000"/>
            </a:avLst>
          </a:prstGeom>
          <a:solidFill>
            <a:srgbClr val="15171D"/>
          </a:solidFill>
          <a:ln w="29550">
            <a:solidFill>
              <a:srgbClr val="E548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54600" tIns="147750" rIns="354600" bIns="147750" rtlCol="0" anchor="ctr">
            <a:noAutofit/>
          </a:bodyPr>
          <a:lstStyle/>
          <a:p>
            <a:pPr algn="ctr"/>
            <a:r>
              <a:rPr lang="pt-BR" sz="3956">
                <a:solidFill>
                  <a:srgbClr val="FFFFFF"/>
                </a:solidFill>
                <a:latin typeface="Roboto" panose="02000000000000000000" pitchFamily="2" charset="0"/>
              </a:rPr>
              <a:t>Longa demais: dois pratos pendentes, a porção cai no prato errado. Em silêncio.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578600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573E229-CB42-7C8E-848D-5C13E08984B9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1155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4.2.4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O que subiu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073645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F2D8CAA-93E9-B2F6-7D73-FF7E206C576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176831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Uma coluna, uma restrição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1CEBF04-EE99-C3D3-D843-A446A87719F0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2235200" y="3824021"/>
            <a:ext cx="199136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84">
                <a:solidFill>
                  <a:srgbClr val="8A8FA0"/>
                </a:solidFill>
                <a:latin typeface="Roboto" panose="02000000000000000000" pitchFamily="2" charset="0"/>
              </a:rPr>
              <a:t>Migração Fase 7 — SQL Editor do Supabase, produção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7A138379-998C-876B-6A2B-25755F050368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961941"/>
            <a:ext cx="21336000" cy="6258560"/>
          </a:xfrm>
          <a:prstGeom prst="roundRect">
            <a:avLst>
              <a:gd name="adj" fmla="val 3000"/>
            </a:avLst>
          </a:prstGeom>
          <a:solidFill>
            <a:srgbClr val="0B0D12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A179B7BE-9973-3F0B-A187-164BC07E2455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092960" y="5417109"/>
            <a:ext cx="256032" cy="256032"/>
          </a:xfrm>
          <a:prstGeom prst="ellipse">
            <a:avLst/>
          </a:prstGeom>
          <a:solidFill>
            <a:srgbClr val="E5484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/>
          <a:lstStyle/>
          <a:p>
            <a:pPr algn="ctr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8135C49D-B954-78BF-4608-636EDF0CC623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605024" y="5417109"/>
            <a:ext cx="256032" cy="256032"/>
          </a:xfrm>
          <a:prstGeom prst="ellipse">
            <a:avLst/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/>
          <a:lstStyle/>
          <a:p>
            <a:pPr algn="ctr"/>
            <a:endParaRPr lang="pt-BR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FBCA6848-8140-0148-CBDF-58D7E61D9948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117088" y="5417109"/>
            <a:ext cx="256032" cy="256032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DAB166-E177-7E88-8ECB-8A0FCC90477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377440" y="6242101"/>
            <a:ext cx="19629120" cy="1479296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4480">
                <a:solidFill>
                  <a:srgbClr val="C9CCD6"/>
                </a:solidFill>
                <a:latin typeface="Ubuntu Mono" panose="020B0309030602030204" pitchFamily="49" charset="0"/>
              </a:rPr>
              <a:t>alter table pensamentos</a:t>
            </a:r>
          </a:p>
          <a:p>
            <a:r>
              <a:rPr lang="en-US" sz="4480">
                <a:solidFill>
                  <a:srgbClr val="C9CCD6"/>
                </a:solidFill>
                <a:latin typeface="Ubuntu Mono" panose="020B0309030602030204" pitchFamily="49" charset="0"/>
              </a:rPr>
              <a:t>  add column if not exists item_pendente text;</a:t>
            </a:r>
            <a:endParaRPr lang="pt-BR" sz="4480">
              <a:solidFill>
                <a:srgbClr val="C9CCD6"/>
              </a:solidFill>
              <a:latin typeface="Ubuntu Mono" panose="020B0309030602030204" pitchFamily="49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614960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F2D8CAA-93E9-B2F6-7D73-FF7E206C576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176831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Uma coluna, uma restrição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1CEBF04-EE99-C3D3-D843-A446A87719F0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2235200" y="3824021"/>
            <a:ext cx="199136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84">
                <a:solidFill>
                  <a:srgbClr val="8A8FA0"/>
                </a:solidFill>
                <a:latin typeface="Roboto" panose="02000000000000000000" pitchFamily="2" charset="0"/>
              </a:rPr>
              <a:t>Migração Fase 7 — SQL Editor do Supabase, produção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7A138379-998C-876B-6A2B-25755F050368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961941"/>
            <a:ext cx="21336000" cy="6258560"/>
          </a:xfrm>
          <a:prstGeom prst="roundRect">
            <a:avLst>
              <a:gd name="adj" fmla="val 3000"/>
            </a:avLst>
          </a:prstGeom>
          <a:solidFill>
            <a:srgbClr val="0B0D12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A179B7BE-9973-3F0B-A187-164BC07E2455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092960" y="5417109"/>
            <a:ext cx="256032" cy="256032"/>
          </a:xfrm>
          <a:prstGeom prst="ellipse">
            <a:avLst/>
          </a:prstGeom>
          <a:solidFill>
            <a:srgbClr val="E5484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/>
          <a:lstStyle/>
          <a:p>
            <a:pPr algn="ctr"/>
            <a:endParaRPr lang="pt-BR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8135C49D-B954-78BF-4608-636EDF0CC623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605024" y="5417109"/>
            <a:ext cx="256032" cy="256032"/>
          </a:xfrm>
          <a:prstGeom prst="ellipse">
            <a:avLst/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/>
          <a:lstStyle/>
          <a:p>
            <a:pPr algn="ctr"/>
            <a:endParaRPr lang="pt-BR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FBCA6848-8140-0148-CBDF-58D7E61D9948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117088" y="5417109"/>
            <a:ext cx="256032" cy="256032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DAB166-E177-7E88-8ECB-8A0FCC90477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2377440" y="6242101"/>
            <a:ext cx="19629120" cy="1479296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4480">
                <a:solidFill>
                  <a:srgbClr val="C9CCD6"/>
                </a:solidFill>
                <a:latin typeface="Ubuntu Mono" panose="020B0309030602030204" pitchFamily="49" charset="0"/>
              </a:rPr>
              <a:t>alter table pensamentos</a:t>
            </a:r>
          </a:p>
          <a:p>
            <a:r>
              <a:rPr lang="en-US" sz="4480">
                <a:solidFill>
                  <a:srgbClr val="C9CCD6"/>
                </a:solidFill>
                <a:latin typeface="Ubuntu Mono" panose="020B0309030602030204" pitchFamily="49" charset="0"/>
              </a:rPr>
              <a:t>  add column if not exists item_pendente text;</a:t>
            </a:r>
            <a:endParaRPr lang="pt-BR" sz="4480">
              <a:solidFill>
                <a:srgbClr val="C9CCD6"/>
              </a:solidFill>
              <a:latin typeface="Ubuntu Mono" panose="020B0309030602030204" pitchFamily="49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CB04F10-B14C-B9A7-A9A0-1BA402B383FE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2377440" y="8290357"/>
            <a:ext cx="19629120" cy="221894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256">
                <a:solidFill>
                  <a:srgbClr val="C9CCD6"/>
                </a:solidFill>
                <a:latin typeface="Ubuntu Mono" panose="020B0309030602030204" pitchFamily="49" charset="0"/>
              </a:rPr>
              <a:t>alter table pensamentos add constraint pensamentos_status_check</a:t>
            </a:r>
          </a:p>
          <a:p>
            <a:r>
              <a:rPr lang="pt-BR" sz="4256">
                <a:solidFill>
                  <a:srgbClr val="C9CCD6"/>
                </a:solidFill>
                <a:latin typeface="Ubuntu Mono" panose="020B0309030602030204" pitchFamily="49" charset="0"/>
              </a:rPr>
              <a:t>  check (status in ('completo', 'aguardando_categoria',</a:t>
            </a:r>
          </a:p>
          <a:p>
            <a:r>
              <a:rPr lang="pt-BR" sz="4256">
                <a:solidFill>
                  <a:srgbClr val="C9CCD6"/>
                </a:solidFill>
                <a:latin typeface="Ubuntu Mono" panose="020B0309030602030204" pitchFamily="49" charset="0"/>
              </a:rPr>
              <a:t>                    'aguardando_porcoes', 'expirada'));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344851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2E98111-C27C-6497-BA73-E515D0B5AAF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62526" y="2095700"/>
            <a:ext cx="22458947" cy="154405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4">
                <a:solidFill>
                  <a:srgbClr val="14161B"/>
                </a:solidFill>
                <a:latin typeface="Encode Sans SemiBold" pitchFamily="2" charset="0"/>
              </a:rPr>
              <a:t>O padrão já existia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05C3465-311E-A481-C4B9-E78CBAB06E2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706152"/>
            <a:ext cx="9264316" cy="336884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074">
            <a:solidFill>
              <a:srgbClr val="5B6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5249243-B38B-422A-C28A-87D21942527F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945105" y="5267626"/>
            <a:ext cx="8422105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084">
                <a:solidFill>
                  <a:srgbClr val="5B6070"/>
                </a:solidFill>
                <a:latin typeface="Ubuntu Mono" panose="020B0309030602030204" pitchFamily="49" charset="0"/>
              </a:rPr>
              <a:t>aguardando_categoria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AFC489D-F347-FFF1-635F-D051F6C97A00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945105" y="6460757"/>
            <a:ext cx="8422105" cy="9825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7">
                <a:solidFill>
                  <a:srgbClr val="5B6070"/>
                </a:solidFill>
                <a:latin typeface="Roboto" panose="02000000000000000000" pitchFamily="2" charset="0"/>
              </a:rPr>
              <a:t>orçamento — já em produção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553703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2E98111-C27C-6497-BA73-E515D0B5AAF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62526" y="2095700"/>
            <a:ext cx="22458947" cy="154405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4">
                <a:solidFill>
                  <a:srgbClr val="14161B"/>
                </a:solidFill>
                <a:latin typeface="Encode Sans SemiBold" pitchFamily="2" charset="0"/>
              </a:rPr>
              <a:t>O padrão já existia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05C3465-311E-A481-C4B9-E78CBAB06E2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706152"/>
            <a:ext cx="9264316" cy="336884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074">
            <a:solidFill>
              <a:srgbClr val="5B6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5249243-B38B-422A-C28A-87D21942527F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945105" y="5267626"/>
            <a:ext cx="8422105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084">
                <a:solidFill>
                  <a:srgbClr val="5B6070"/>
                </a:solidFill>
                <a:latin typeface="Ubuntu Mono" panose="020B0309030602030204" pitchFamily="49" charset="0"/>
              </a:rPr>
              <a:t>aguardando_categoria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AFC489D-F347-FFF1-635F-D051F6C97A00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945105" y="6460757"/>
            <a:ext cx="8422105" cy="9825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7">
                <a:solidFill>
                  <a:srgbClr val="5B6070"/>
                </a:solidFill>
                <a:latin typeface="Roboto" panose="02000000000000000000" pitchFamily="2" charset="0"/>
              </a:rPr>
              <a:t>orçamento — já em produção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70884CA-EDA4-143D-EAC4-60FB58D03095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3595685" y="4706152"/>
            <a:ext cx="9264316" cy="336884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074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DE3CCA-378A-1EBA-E8EB-CAD15BC36A63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4016789" y="5267626"/>
            <a:ext cx="8422105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084">
                <a:solidFill>
                  <a:srgbClr val="052FD3"/>
                </a:solidFill>
                <a:latin typeface="Ubuntu Mono" panose="020B0309030602030204" pitchFamily="49" charset="0"/>
              </a:rPr>
              <a:t>aguardando_porcoes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0BAB2A4-FA9A-7ED5-6242-08D4B3CFAED2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14016789" y="6460757"/>
            <a:ext cx="8422105" cy="9825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7">
                <a:solidFill>
                  <a:srgbClr val="5B6070"/>
                </a:solidFill>
                <a:latin typeface="Roboto" panose="02000000000000000000" pitchFamily="2" charset="0"/>
              </a:rPr>
              <a:t>porcionamento — novo, mesmo molde</a:t>
            </a: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70069EB2-D859-21DD-B4BD-B9C869ED5B7C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1209421" y="5829100"/>
            <a:ext cx="1965158" cy="1122947"/>
          </a:xfrm>
          <a:prstGeom prst="rightArrow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/>
          <a:lstStyle/>
          <a:p>
            <a:pPr algn="ctr"/>
            <a:endParaRPr lang="pt-BR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711035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2E98111-C27C-6497-BA73-E515D0B5AAF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62526" y="2095700"/>
            <a:ext cx="22458947" cy="154405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4">
                <a:solidFill>
                  <a:srgbClr val="14161B"/>
                </a:solidFill>
                <a:latin typeface="Encode Sans SemiBold" pitchFamily="2" charset="0"/>
              </a:rPr>
              <a:t>O padrão já existia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05C3465-311E-A481-C4B9-E78CBAB06E2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706152"/>
            <a:ext cx="9264316" cy="336884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074">
            <a:solidFill>
              <a:srgbClr val="5B6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5249243-B38B-422A-C28A-87D21942527F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945105" y="5267626"/>
            <a:ext cx="8422105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084">
                <a:solidFill>
                  <a:srgbClr val="5B6070"/>
                </a:solidFill>
                <a:latin typeface="Ubuntu Mono" panose="020B0309030602030204" pitchFamily="49" charset="0"/>
              </a:rPr>
              <a:t>aguardando_categoria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AFC489D-F347-FFF1-635F-D051F6C97A00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945105" y="6460757"/>
            <a:ext cx="8422105" cy="9825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7">
                <a:solidFill>
                  <a:srgbClr val="5B6070"/>
                </a:solidFill>
                <a:latin typeface="Roboto" panose="02000000000000000000" pitchFamily="2" charset="0"/>
              </a:rPr>
              <a:t>orçamento — já em produção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70884CA-EDA4-143D-EAC4-60FB58D03095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3595685" y="4706152"/>
            <a:ext cx="9264316" cy="336884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074">
            <a:solidFill>
              <a:srgbClr val="052F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DE3CCA-378A-1EBA-E8EB-CAD15BC36A63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4016789" y="5267626"/>
            <a:ext cx="8422105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084">
                <a:solidFill>
                  <a:srgbClr val="052FD3"/>
                </a:solidFill>
                <a:latin typeface="Ubuntu Mono" panose="020B0309030602030204" pitchFamily="49" charset="0"/>
              </a:rPr>
              <a:t>aguardando_porcoes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0BAB2A4-FA9A-7ED5-6242-08D4B3CFAED2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14016789" y="6460757"/>
            <a:ext cx="8422105" cy="9825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537">
                <a:solidFill>
                  <a:srgbClr val="5B6070"/>
                </a:solidFill>
                <a:latin typeface="Roboto" panose="02000000000000000000" pitchFamily="2" charset="0"/>
              </a:rPr>
              <a:t>porcionamento — novo, mesmo molde</a:t>
            </a: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70069EB2-D859-21DD-B4BD-B9C869ED5B7C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1209421" y="5829100"/>
            <a:ext cx="1965158" cy="1122947"/>
          </a:xfrm>
          <a:prstGeom prst="rightArrow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B0689F5-9773-9E73-7C5E-9ED6B17D762E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2366211" y="8847020"/>
            <a:ext cx="19651579" cy="617621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95" spc="300">
                <a:solidFill>
                  <a:srgbClr val="8A8FA0"/>
                </a:solidFill>
                <a:latin typeface="Encode Sans" pitchFamily="2" charset="0"/>
              </a:rPr>
              <a:t>MESMO MOLDE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6EE26477-E0BB-0A67-F7F9-BB82581E983C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664368" y="9759415"/>
            <a:ext cx="6176211" cy="1544053"/>
          </a:xfrm>
          <a:prstGeom prst="roundRect">
            <a:avLst>
              <a:gd name="adj" fmla="val 50000"/>
            </a:avLst>
          </a:prstGeom>
          <a:solidFill>
            <a:srgbClr val="14161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6884" tIns="140368" rIns="336884" bIns="140368" rtlCol="0" anchor="ctr"/>
          <a:lstStyle/>
          <a:p>
            <a:pPr algn="ctr"/>
            <a:r>
              <a:rPr lang="pt-BR" sz="3758">
                <a:solidFill>
                  <a:srgbClr val="FFFFFF"/>
                </a:solidFill>
                <a:latin typeface="Encode Sans SemiBold" pitchFamily="2" charset="0"/>
              </a:rPr>
              <a:t>pergunta</a:t>
            </a:r>
          </a:p>
        </p:txBody>
      </p: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58855575-6813-35D3-8986-5D689F534F26}"/>
              </a:ext>
            </a:extLst>
          </p:cNvPr>
          <p:cNvCxnSpPr/>
          <p:nvPr>
            <p:custDataLst>
              <p:tags r:id="rId12"/>
            </p:custDataLst>
          </p:nvPr>
        </p:nvCxnSpPr>
        <p:spPr>
          <a:xfrm>
            <a:off x="8037095" y="10531442"/>
            <a:ext cx="870284" cy="0"/>
          </a:xfrm>
          <a:prstGeom prst="line">
            <a:avLst/>
          </a:prstGeom>
          <a:ln w="56147">
            <a:solidFill>
              <a:srgbClr val="052FD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9368C21A-88CD-561B-4B80-46BA18DD6D82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9103895" y="9759415"/>
            <a:ext cx="6176211" cy="1544053"/>
          </a:xfrm>
          <a:prstGeom prst="roundRect">
            <a:avLst>
              <a:gd name="adj" fmla="val 50000"/>
            </a:avLst>
          </a:prstGeom>
          <a:solidFill>
            <a:srgbClr val="14161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6884" tIns="140368" rIns="336884" bIns="140368" rtlCol="0" anchor="ctr"/>
          <a:lstStyle/>
          <a:p>
            <a:pPr algn="ctr"/>
            <a:r>
              <a:rPr lang="pt-BR" sz="3758">
                <a:solidFill>
                  <a:srgbClr val="FFFFFF"/>
                </a:solidFill>
                <a:latin typeface="Encode Sans SemiBold" pitchFamily="2" charset="0"/>
              </a:rPr>
              <a:t>guarda a pendência</a:t>
            </a:r>
          </a:p>
        </p:txBody>
      </p: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8EDDB16B-8DE3-0EE2-BAC7-E3A46381F01C}"/>
              </a:ext>
            </a:extLst>
          </p:cNvPr>
          <p:cNvCxnSpPr/>
          <p:nvPr>
            <p:custDataLst>
              <p:tags r:id="rId14"/>
            </p:custDataLst>
          </p:nvPr>
        </p:nvCxnSpPr>
        <p:spPr>
          <a:xfrm>
            <a:off x="15476621" y="10531442"/>
            <a:ext cx="870284" cy="0"/>
          </a:xfrm>
          <a:prstGeom prst="line">
            <a:avLst/>
          </a:prstGeom>
          <a:ln w="56147">
            <a:solidFill>
              <a:srgbClr val="052FD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4FA83951-817B-5484-E6EF-7C0652E578F9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16543421" y="9759415"/>
            <a:ext cx="6176211" cy="1544053"/>
          </a:xfrm>
          <a:prstGeom prst="roundRect">
            <a:avLst>
              <a:gd name="adj" fmla="val 50000"/>
            </a:avLst>
          </a:prstGeom>
          <a:solidFill>
            <a:srgbClr val="14161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36884" tIns="140368" rIns="336884" bIns="140368" rtlCol="0" anchor="ctr"/>
          <a:lstStyle/>
          <a:p>
            <a:pPr algn="ctr"/>
            <a:r>
              <a:rPr lang="pt-BR" sz="3758">
                <a:solidFill>
                  <a:srgbClr val="FFFFFF"/>
                </a:solidFill>
                <a:latin typeface="Encode Sans SemiBold" pitchFamily="2" charset="0"/>
              </a:rPr>
              <a:t>a resposta resolve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469645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F17945F-AA56-C6E3-D27E-A74D303B090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62526" y="2063282"/>
            <a:ext cx="22458947" cy="154405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4">
                <a:solidFill>
                  <a:srgbClr val="FFFFFF"/>
                </a:solidFill>
                <a:latin typeface="Encode Sans SemiBold" pitchFamily="2" charset="0"/>
              </a:rPr>
              <a:t>Persistir não basta. Precisa de um fim.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3BD739B6-A6C0-11E2-C94E-94856C496A84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425415"/>
            <a:ext cx="10106527" cy="7018421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8074">
            <a:solidFill>
              <a:srgbClr val="2FB3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B2C07CC6-44FE-BA44-6A79-3B06BEE309A0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6071937" y="5043036"/>
            <a:ext cx="1010653" cy="1010653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979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F8D5680-FF4D-E780-B2A9-DCA0CBAE7694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85474" y="6390573"/>
            <a:ext cx="8983579" cy="70184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95" b="1" spc="400">
                <a:solidFill>
                  <a:srgbClr val="2FB36B"/>
                </a:solidFill>
                <a:latin typeface="Encode Sans" pitchFamily="2" charset="0"/>
              </a:rPr>
              <a:t>RESOLVIDA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60489EE-5125-0AE1-DF01-491E7E3A356A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85474" y="7232783"/>
            <a:ext cx="8983579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305">
                <a:solidFill>
                  <a:srgbClr val="FFFFFF"/>
                </a:solidFill>
                <a:latin typeface="Ubuntu Mono" panose="020B0309030602030204" pitchFamily="49" charset="0"/>
              </a:rPr>
              <a:t>status = completo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6096E72-BD38-A4BF-C53C-05CCA9F85440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85474" y="8566283"/>
            <a:ext cx="8983579" cy="2667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58">
                <a:solidFill>
                  <a:srgbClr val="C9CCD6"/>
                </a:solidFill>
                <a:latin typeface="Roboto" panose="02000000000000000000" pitchFamily="2" charset="0"/>
              </a:rPr>
              <a:t>A resposta chegou dentro da janela. O prato entrou no estoque.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353870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F17945F-AA56-C6E3-D27E-A74D303B090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962526" y="2063282"/>
            <a:ext cx="22458947" cy="154405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074">
                <a:solidFill>
                  <a:srgbClr val="FFFFFF"/>
                </a:solidFill>
                <a:latin typeface="Encode Sans SemiBold" pitchFamily="2" charset="0"/>
              </a:rPr>
              <a:t>Persistir não basta. Precisa de um fim.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3BD739B6-A6C0-11E2-C94E-94856C496A84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4425415"/>
            <a:ext cx="10106527" cy="7018421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8074">
            <a:solidFill>
              <a:srgbClr val="2FB3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B2C07CC6-44FE-BA44-6A79-3B06BEE309A0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6071937" y="5043036"/>
            <a:ext cx="1010653" cy="1010653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979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F8D5680-FF4D-E780-B2A9-DCA0CBAE7694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085474" y="6390573"/>
            <a:ext cx="8983579" cy="70184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95" b="1" spc="400">
                <a:solidFill>
                  <a:srgbClr val="2FB36B"/>
                </a:solidFill>
                <a:latin typeface="Encode Sans" pitchFamily="2" charset="0"/>
              </a:rPr>
              <a:t>RESOLVIDA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60489EE-5125-0AE1-DF01-491E7E3A356A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2085474" y="7232783"/>
            <a:ext cx="8983579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305">
                <a:solidFill>
                  <a:srgbClr val="FFFFFF"/>
                </a:solidFill>
                <a:latin typeface="Ubuntu Mono" panose="020B0309030602030204" pitchFamily="49" charset="0"/>
              </a:rPr>
              <a:t>status = completo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6096E72-BD38-A4BF-C53C-05CCA9F85440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2085474" y="8566283"/>
            <a:ext cx="8983579" cy="2667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58">
                <a:solidFill>
                  <a:srgbClr val="C9CCD6"/>
                </a:solidFill>
                <a:latin typeface="Roboto" panose="02000000000000000000" pitchFamily="2" charset="0"/>
              </a:rPr>
              <a:t>A resposta chegou dentro da janela. O prato entrou no estoque.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CD5626C6-2AE9-E3F2-28B1-D43CDC8A790A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2753473" y="4425415"/>
            <a:ext cx="10106527" cy="7018421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8074">
            <a:solidFill>
              <a:srgbClr val="F2A9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065" tIns="50533" rIns="101065" bIns="50533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CBA1A9C9-6215-A7D7-68EE-9E574F9E0CB5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7301411" y="5043036"/>
            <a:ext cx="1010653" cy="1010653"/>
          </a:xfrm>
          <a:prstGeom prst="ellipse">
            <a:avLst/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979" b="1">
                <a:solidFill>
                  <a:srgbClr val="FFFFFF"/>
                </a:solidFill>
                <a:latin typeface="Segoe UI Symbol" panose="020B0502040204020203" pitchFamily="34" charset="0"/>
              </a:rPr>
              <a:t>!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E5ACBCF-AC09-E3BB-933C-2B7F0BF4A985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13314947" y="6390573"/>
            <a:ext cx="8983579" cy="70184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95" b="1" spc="400">
                <a:solidFill>
                  <a:srgbClr val="F2A93B"/>
                </a:solidFill>
                <a:latin typeface="Encode Sans" pitchFamily="2" charset="0"/>
              </a:rPr>
              <a:t>ESQUECIDA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0A1B956-1940-0E7E-BFBE-EC7B012A9226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13314947" y="7232783"/>
            <a:ext cx="8983579" cy="112294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5305">
                <a:solidFill>
                  <a:srgbClr val="FFFFFF"/>
                </a:solidFill>
                <a:latin typeface="Ubuntu Mono" panose="020B0309030602030204" pitchFamily="49" charset="0"/>
              </a:rPr>
              <a:t>status = expirada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6472393-66BB-5D3F-BD3D-7B6B8E577E54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13314947" y="8566283"/>
            <a:ext cx="8983579" cy="2667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758">
                <a:solidFill>
                  <a:srgbClr val="C9CCD6"/>
                </a:solidFill>
                <a:latin typeface="Roboto" panose="02000000000000000000" pitchFamily="2" charset="0"/>
              </a:rPr>
              <a:t>Um job, a cada 2 minutos, fecha e avisa o grupo: “Ingestão não concluída por falta de porções: X.”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366697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g3f8342f7686_0_102" descr="Ícone&#10;&#10;O conteúdo gerado por IA pode estar incorreto.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89;g3f3dd40fd11_1_233">
            <a:extLst>
              <a:ext uri="{FF2B5EF4-FFF2-40B4-BE49-F238E27FC236}">
                <a16:creationId xmlns:a16="http://schemas.microsoft.com/office/drawing/2014/main" id="{B10402B1-9C83-974D-8A05-1C4951792A36}"/>
              </a:ext>
            </a:extLst>
          </p:cNvPr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Google Shape;390;g3f3dd40fd11_1_233" descr=" ">
            <a:extLst>
              <a:ext uri="{FF2B5EF4-FFF2-40B4-BE49-F238E27FC236}">
                <a16:creationId xmlns:a16="http://schemas.microsoft.com/office/drawing/2014/main" id="{AC25A756-7848-2209-FA35-C81E6BC68BD6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385C71FC-8C1A-3E30-AF64-60CB13852E2C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4986000" y="0"/>
            <a:ext cx="9398000" cy="13716000"/>
          </a:xfrm>
          <a:prstGeom prst="rect">
            <a:avLst/>
          </a:prstGeom>
          <a:solidFill>
            <a:srgbClr val="1E2129"/>
          </a:solidFill>
          <a:ln w="25400">
            <a:solidFill>
              <a:srgbClr val="5B607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647FE09-D8D4-2182-5F79-F31B7FCC0283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5748000" y="5969000"/>
            <a:ext cx="7874000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200">
                <a:solidFill>
                  <a:srgbClr val="8A8FA0"/>
                </a:solidFill>
                <a:latin typeface="Encode Sans" pitchFamily="2" charset="0"/>
              </a:rPr>
              <a:t>IMAGEM — print do PR real no GitHub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9AA2DC0-B511-3F53-D0E4-981811779CAF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470874" y="2754513"/>
            <a:ext cx="11060253" cy="276506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709">
                <a:solidFill>
                  <a:srgbClr val="FFFFFF"/>
                </a:solidFill>
                <a:latin typeface="Encode Sans" pitchFamily="2" charset="0"/>
              </a:rPr>
              <a:t>Fechado,</a:t>
            </a:r>
          </a:p>
          <a:p>
            <a:pPr algn="ctr"/>
            <a:r>
              <a:rPr lang="pt-BR" sz="8709">
                <a:solidFill>
                  <a:srgbClr val="FFFFFF"/>
                </a:solidFill>
                <a:latin typeface="Encode Sans" pitchFamily="2" charset="0"/>
              </a:rPr>
              <a:t>não só narrado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7BD621B-2068-A423-524C-82B5D0D1A357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540000" y="6287391"/>
            <a:ext cx="276506" cy="276506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493" tIns="45246" rIns="90493" bIns="45246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AC86E7E-ABA8-B438-288E-891CFAB605E4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168423" y="6010885"/>
            <a:ext cx="10306145" cy="16339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57">
                <a:solidFill>
                  <a:srgbClr val="FFFFFF"/>
                </a:solidFill>
                <a:latin typeface="Roboto" panose="02000000000000000000" pitchFamily="2" charset="0"/>
              </a:rPr>
              <a:t>Migração rodada e verificada no Supabase.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531041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g3f8342f7686_0_102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89;g3f3dd40fd11_1_233">
            <a:extLst>
              <a:ext uri="{FF2B5EF4-FFF2-40B4-BE49-F238E27FC236}">
                <a16:creationId xmlns:a16="http://schemas.microsoft.com/office/drawing/2014/main" id="{B10402B1-9C83-974D-8A05-1C4951792A36}"/>
              </a:ext>
            </a:extLst>
          </p:cNvPr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Google Shape;390;g3f3dd40fd11_1_233" descr=" ">
            <a:extLst>
              <a:ext uri="{FF2B5EF4-FFF2-40B4-BE49-F238E27FC236}">
                <a16:creationId xmlns:a16="http://schemas.microsoft.com/office/drawing/2014/main" id="{AC25A756-7848-2209-FA35-C81E6BC68BD6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385C71FC-8C1A-3E30-AF64-60CB13852E2C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4986000" y="0"/>
            <a:ext cx="9398000" cy="13716000"/>
          </a:xfrm>
          <a:prstGeom prst="rect">
            <a:avLst/>
          </a:prstGeom>
          <a:solidFill>
            <a:srgbClr val="1E2129"/>
          </a:solidFill>
          <a:ln w="25400">
            <a:solidFill>
              <a:srgbClr val="5B607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647FE09-D8D4-2182-5F79-F31B7FCC0283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5748000" y="5969000"/>
            <a:ext cx="7874000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200">
                <a:solidFill>
                  <a:srgbClr val="8A8FA0"/>
                </a:solidFill>
                <a:latin typeface="Encode Sans" pitchFamily="2" charset="0"/>
              </a:rPr>
              <a:t>IMAGEM — print do PR real no GitHub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9AA2DC0-B511-3F53-D0E4-981811779CAF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470874" y="2754513"/>
            <a:ext cx="11060253" cy="276506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709">
                <a:solidFill>
                  <a:srgbClr val="FFFFFF"/>
                </a:solidFill>
                <a:latin typeface="Encode Sans" pitchFamily="2" charset="0"/>
              </a:rPr>
              <a:t>Fechado,</a:t>
            </a:r>
          </a:p>
          <a:p>
            <a:pPr algn="ctr"/>
            <a:r>
              <a:rPr lang="pt-BR" sz="8709">
                <a:solidFill>
                  <a:srgbClr val="FFFFFF"/>
                </a:solidFill>
                <a:latin typeface="Encode Sans" pitchFamily="2" charset="0"/>
              </a:rPr>
              <a:t>não só narrado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7BD621B-2068-A423-524C-82B5D0D1A357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540000" y="6287391"/>
            <a:ext cx="276506" cy="276506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493" tIns="45246" rIns="90493" bIns="45246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AC86E7E-ABA8-B438-288E-891CFAB605E4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168423" y="6010885"/>
            <a:ext cx="10306145" cy="16339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57">
                <a:solidFill>
                  <a:srgbClr val="FFFFFF"/>
                </a:solidFill>
                <a:latin typeface="Roboto" panose="02000000000000000000" pitchFamily="2" charset="0"/>
              </a:rPr>
              <a:t>Migração rodada e verificada no Supabase.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E8681354-8124-8ECF-2B0A-81C41ACED8B9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2540000" y="8424032"/>
            <a:ext cx="276506" cy="276506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493" tIns="45246" rIns="90493" bIns="45246"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B85003E-70BC-D2E3-90B1-B850BB6D041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3168423" y="8147525"/>
            <a:ext cx="10306145" cy="16339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57">
                <a:solidFill>
                  <a:srgbClr val="FFFFFF"/>
                </a:solidFill>
                <a:latin typeface="Roboto" panose="02000000000000000000" pitchFamily="2" charset="0"/>
              </a:rPr>
              <a:t>Deploy real no Railway, não simulado.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694522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" name="Google Shape;611;g3f8342f7686_0_102" descr="Ícone&#10;&#10;O conteúdo gerado por IA pode estar incorreto.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89;g3f3dd40fd11_1_233">
            <a:extLst>
              <a:ext uri="{FF2B5EF4-FFF2-40B4-BE49-F238E27FC236}">
                <a16:creationId xmlns:a16="http://schemas.microsoft.com/office/drawing/2014/main" id="{B10402B1-9C83-974D-8A05-1C4951792A36}"/>
              </a:ext>
            </a:extLst>
          </p:cNvPr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Google Shape;390;g3f3dd40fd11_1_233" descr=" ">
            <a:extLst>
              <a:ext uri="{FF2B5EF4-FFF2-40B4-BE49-F238E27FC236}">
                <a16:creationId xmlns:a16="http://schemas.microsoft.com/office/drawing/2014/main" id="{AC25A756-7848-2209-FA35-C81E6BC68BD6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385C71FC-8C1A-3E30-AF64-60CB13852E2C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4986000" y="0"/>
            <a:ext cx="9398000" cy="13716000"/>
          </a:xfrm>
          <a:prstGeom prst="rect">
            <a:avLst/>
          </a:prstGeom>
          <a:solidFill>
            <a:srgbClr val="1E2129"/>
          </a:solidFill>
          <a:ln w="25400">
            <a:solidFill>
              <a:srgbClr val="5B607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647FE09-D8D4-2182-5F79-F31B7FCC0283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5748000" y="5969000"/>
            <a:ext cx="7874000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200">
                <a:solidFill>
                  <a:srgbClr val="8A8FA0"/>
                </a:solidFill>
                <a:latin typeface="Encode Sans" pitchFamily="2" charset="0"/>
              </a:rPr>
              <a:t>IMAGEM — print do PR real no GitHub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9AA2DC0-B511-3F53-D0E4-981811779CAF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2470874" y="2754513"/>
            <a:ext cx="11060253" cy="276506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709">
                <a:solidFill>
                  <a:srgbClr val="FFFFFF"/>
                </a:solidFill>
                <a:latin typeface="Encode Sans" pitchFamily="2" charset="0"/>
              </a:rPr>
              <a:t>Fechado,</a:t>
            </a:r>
          </a:p>
          <a:p>
            <a:pPr algn="ctr"/>
            <a:r>
              <a:rPr lang="pt-BR" sz="8709">
                <a:solidFill>
                  <a:srgbClr val="FFFFFF"/>
                </a:solidFill>
                <a:latin typeface="Encode Sans" pitchFamily="2" charset="0"/>
              </a:rPr>
              <a:t>não só narrado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7BD621B-2068-A423-524C-82B5D0D1A357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540000" y="6287391"/>
            <a:ext cx="276506" cy="276506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493" tIns="45246" rIns="90493" bIns="45246"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AC86E7E-ABA8-B438-288E-891CFAB605E4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3168423" y="6010885"/>
            <a:ext cx="10306145" cy="16339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57">
                <a:solidFill>
                  <a:srgbClr val="FFFFFF"/>
                </a:solidFill>
                <a:latin typeface="Roboto" panose="02000000000000000000" pitchFamily="2" charset="0"/>
              </a:rPr>
              <a:t>Migração rodada e verificada no Supabase.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E8681354-8124-8ECF-2B0A-81C41ACED8B9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2540000" y="8424032"/>
            <a:ext cx="276506" cy="276506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493" tIns="45246" rIns="90493" bIns="45246"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B85003E-70BC-D2E3-90B1-B850BB6D041D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3168423" y="8147525"/>
            <a:ext cx="10306145" cy="16339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57">
                <a:solidFill>
                  <a:srgbClr val="FFFFFF"/>
                </a:solidFill>
                <a:latin typeface="Roboto" panose="02000000000000000000" pitchFamily="2" charset="0"/>
              </a:rPr>
              <a:t>Deploy real no Railway, não simulado.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A197DBD-887D-BAFA-CDCE-8571B8B51057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2540000" y="10560671"/>
            <a:ext cx="276506" cy="276506"/>
          </a:xfrm>
          <a:prstGeom prst="rect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493" tIns="45246" rIns="90493" bIns="45246"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88D956B-EFC0-F0BD-4DB8-2AAFCF9CD636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3168423" y="10284165"/>
            <a:ext cx="10306145" cy="16339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BR" sz="4157">
                <a:solidFill>
                  <a:srgbClr val="FFFFFF"/>
                </a:solidFill>
                <a:latin typeface="Roboto" panose="02000000000000000000" pitchFamily="2" charset="0"/>
              </a:rPr>
              <a:t>PR com a SDD §11.7 junto do código.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32932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6BD3EA0-FCFF-9385-ADDC-284C067DBDB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1155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4.2.5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Smoke test contra produção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93805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8792192-BC67-8EC0-8BE6-FFD75CC3E83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477212" y="863518"/>
            <a:ext cx="21429576" cy="14732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49">
                <a:solidFill>
                  <a:srgbClr val="14161B"/>
                </a:solidFill>
                <a:latin typeface="Encode Sans SemiBold" pitchFamily="2" charset="0"/>
              </a:rPr>
              <a:t>Dois caminhos, ao vivo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C9F671DE-E1C9-CB86-1EFC-7F8D2BAD99F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2012952" y="3197561"/>
            <a:ext cx="9643309" cy="93754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678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433" tIns="48217" rIns="96433" bIns="4821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56AD852-6F98-E195-917C-B3650010CF1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012952" y="3197561"/>
            <a:ext cx="9643309" cy="160722"/>
          </a:xfrm>
          <a:prstGeom prst="rect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433" tIns="48217" rIns="96433" bIns="48217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AE3278B-B493-693E-E004-52438E61F372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548691" y="3733300"/>
            <a:ext cx="8571830" cy="10714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51">
                <a:solidFill>
                  <a:srgbClr val="14161B"/>
                </a:solidFill>
                <a:latin typeface="Encode Sans SemiBold" pitchFamily="2" charset="0"/>
              </a:rPr>
              <a:t>Frango desfiado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536B72F7-0A03-CCE1-8F2F-DF7325BA94C4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682626" y="5072649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“Preparei frango desfiado, 300g”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03A69504-17F4-12D9-5D93-32742A23EC73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834606" y="6331636"/>
            <a:ext cx="0" cy="428592"/>
          </a:xfrm>
          <a:prstGeom prst="line">
            <a:avLst/>
          </a:prstGeom>
          <a:ln w="40180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3682668-F91F-0401-56CE-C604B0E0CB0E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2682626" y="6813801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bot pergunta quantas porções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B33181CA-134E-00B7-33F0-3B4319C585D9}"/>
              </a:ext>
            </a:extLst>
          </p:cNvPr>
          <p:cNvCxnSpPr/>
          <p:nvPr>
            <p:custDataLst>
              <p:tags r:id="rId9"/>
            </p:custDataLst>
          </p:nvPr>
        </p:nvCxnSpPr>
        <p:spPr>
          <a:xfrm>
            <a:off x="6834606" y="8072789"/>
            <a:ext cx="0" cy="428592"/>
          </a:xfrm>
          <a:prstGeom prst="line">
            <a:avLst/>
          </a:prstGeom>
          <a:ln w="40180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EFCB19C-F115-ED55-309A-933F2D7210F4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2682626" y="8554955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“Porcionei em 3 unidades”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0BBB1455-6212-8786-D817-5A000D24FBC5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2682626" y="10430042"/>
            <a:ext cx="8303961" cy="1285775"/>
          </a:xfrm>
          <a:prstGeom prst="roundRect">
            <a:avLst>
              <a:gd name="adj" fmla="val 50000"/>
            </a:avLst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FFFFFF"/>
                </a:solidFill>
                <a:latin typeface="Encode Sans SemiBold" pitchFamily="2" charset="0"/>
              </a:rPr>
              <a:t>Resolvido, citando o prato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878478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8792192-BC67-8EC0-8BE6-FFD75CC3E83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477212" y="863518"/>
            <a:ext cx="21429576" cy="14732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749">
                <a:solidFill>
                  <a:srgbClr val="14161B"/>
                </a:solidFill>
                <a:latin typeface="Encode Sans SemiBold" pitchFamily="2" charset="0"/>
              </a:rPr>
              <a:t>Dois caminhos, ao vivo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C9F671DE-E1C9-CB86-1EFC-7F8D2BAD99F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2012952" y="3197561"/>
            <a:ext cx="9643309" cy="93754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678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433" tIns="48217" rIns="96433" bIns="4821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56AD852-6F98-E195-917C-B3650010CF1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2012952" y="3197561"/>
            <a:ext cx="9643309" cy="160722"/>
          </a:xfrm>
          <a:prstGeom prst="rect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433" tIns="48217" rIns="96433" bIns="48217"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AE3278B-B493-693E-E004-52438E61F372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548691" y="3733300"/>
            <a:ext cx="8571830" cy="10714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51">
                <a:solidFill>
                  <a:srgbClr val="14161B"/>
                </a:solidFill>
                <a:latin typeface="Encode Sans SemiBold" pitchFamily="2" charset="0"/>
              </a:rPr>
              <a:t>Frango desfiado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536B72F7-0A03-CCE1-8F2F-DF7325BA94C4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682626" y="5072649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“Preparei frango desfiado, 300g”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03A69504-17F4-12D9-5D93-32742A23EC73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834606" y="6331636"/>
            <a:ext cx="0" cy="428592"/>
          </a:xfrm>
          <a:prstGeom prst="line">
            <a:avLst/>
          </a:prstGeom>
          <a:ln w="40180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3682668-F91F-0401-56CE-C604B0E0CB0E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2682626" y="6813801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bot pergunta quantas porções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B33181CA-134E-00B7-33F0-3B4319C585D9}"/>
              </a:ext>
            </a:extLst>
          </p:cNvPr>
          <p:cNvCxnSpPr/>
          <p:nvPr>
            <p:custDataLst>
              <p:tags r:id="rId9"/>
            </p:custDataLst>
          </p:nvPr>
        </p:nvCxnSpPr>
        <p:spPr>
          <a:xfrm>
            <a:off x="6834606" y="8072789"/>
            <a:ext cx="0" cy="428592"/>
          </a:xfrm>
          <a:prstGeom prst="line">
            <a:avLst/>
          </a:prstGeom>
          <a:ln w="40180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EFCB19C-F115-ED55-309A-933F2D7210F4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2682626" y="8554955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“Porcionei em 3 unidades”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0BBB1455-6212-8786-D817-5A000D24FBC5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2682626" y="10430042"/>
            <a:ext cx="8303961" cy="1285775"/>
          </a:xfrm>
          <a:prstGeom prst="roundRect">
            <a:avLst>
              <a:gd name="adj" fmla="val 50000"/>
            </a:avLst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FFFFFF"/>
                </a:solidFill>
                <a:latin typeface="Encode Sans SemiBold" pitchFamily="2" charset="0"/>
              </a:rPr>
              <a:t>Resolvido, citando o prato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11D9F5BF-3A2A-9ADC-4064-F266877DF65A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2727739" y="3197561"/>
            <a:ext cx="9643309" cy="93754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678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433" tIns="48217" rIns="96433" bIns="4821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BFD5357-80F2-A5C5-259C-DE0199AAC983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2727739" y="3197561"/>
            <a:ext cx="9643309" cy="160722"/>
          </a:xfrm>
          <a:prstGeom prst="rect">
            <a:avLst/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433" tIns="48217" rIns="96433" bIns="48217"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E6B1E47-9062-70A4-8102-07DA0F736DF3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3263479" y="3733300"/>
            <a:ext cx="8571830" cy="107147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851">
                <a:solidFill>
                  <a:srgbClr val="14161B"/>
                </a:solidFill>
                <a:latin typeface="Encode Sans SemiBold" pitchFamily="2" charset="0"/>
              </a:rPr>
              <a:t>Sopa de abóbora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0DAA5D92-10CD-651C-E650-0EC02AE3981C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13397413" y="5072649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“Preparei sopa de abóbora”</a:t>
            </a:r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1665CED6-5781-B0B8-2D67-963AF4CC405E}"/>
              </a:ext>
            </a:extLst>
          </p:cNvPr>
          <p:cNvCxnSpPr/>
          <p:nvPr>
            <p:custDataLst>
              <p:tags r:id="rId16"/>
            </p:custDataLst>
          </p:nvPr>
        </p:nvCxnSpPr>
        <p:spPr>
          <a:xfrm>
            <a:off x="17549394" y="6331636"/>
            <a:ext cx="0" cy="428592"/>
          </a:xfrm>
          <a:prstGeom prst="line">
            <a:avLst/>
          </a:prstGeom>
          <a:ln w="40180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1D89BA50-0E78-C16F-A46A-EDAA7FD37457}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13397413" y="6813801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bot pergunta quantas porções</a:t>
            </a:r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ECE1C5FA-BAB7-E662-57A0-0914D84EA439}"/>
              </a:ext>
            </a:extLst>
          </p:cNvPr>
          <p:cNvCxnSpPr/>
          <p:nvPr>
            <p:custDataLst>
              <p:tags r:id="rId18"/>
            </p:custDataLst>
          </p:nvPr>
        </p:nvCxnSpPr>
        <p:spPr>
          <a:xfrm>
            <a:off x="17549394" y="8072789"/>
            <a:ext cx="0" cy="428592"/>
          </a:xfrm>
          <a:prstGeom prst="line">
            <a:avLst/>
          </a:prstGeom>
          <a:ln w="40180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3D3CFD33-4590-6DD7-7D28-B6E74E7EC36B}"/>
              </a:ext>
            </a:extLst>
          </p:cNvPr>
          <p:cNvSpPr/>
          <p:nvPr>
            <p:custDataLst>
              <p:tags r:id="rId19"/>
            </p:custDataLst>
          </p:nvPr>
        </p:nvSpPr>
        <p:spPr>
          <a:xfrm>
            <a:off x="13397413" y="8554955"/>
            <a:ext cx="8303961" cy="1285775"/>
          </a:xfrm>
          <a:prstGeom prst="roundRect">
            <a:avLst>
              <a:gd name="adj" fmla="val 20000"/>
            </a:avLst>
          </a:prstGeom>
          <a:solidFill>
            <a:srgbClr val="EEF0F5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14161B"/>
                </a:solidFill>
                <a:latin typeface="Roboto" panose="02000000000000000000" pitchFamily="2" charset="0"/>
              </a:rPr>
              <a:t>ninguém responde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15B834CB-6A12-21BB-F425-71EBFEAA5ECA}"/>
              </a:ext>
            </a:extLst>
          </p:cNvPr>
          <p:cNvSpPr/>
          <p:nvPr>
            <p:custDataLst>
              <p:tags r:id="rId20"/>
            </p:custDataLst>
          </p:nvPr>
        </p:nvSpPr>
        <p:spPr>
          <a:xfrm>
            <a:off x="13397413" y="10430042"/>
            <a:ext cx="8303961" cy="1285775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21444" tIns="133935" rIns="321444" bIns="133935" rtlCol="0" anchor="ctr"/>
          <a:lstStyle/>
          <a:p>
            <a:pPr algn="ctr"/>
            <a:r>
              <a:rPr lang="pt-BR" sz="3586">
                <a:solidFill>
                  <a:srgbClr val="FFFFFF"/>
                </a:solidFill>
                <a:latin typeface="Encode Sans SemiBold" pitchFamily="2" charset="0"/>
              </a:rPr>
              <a:t>Aviso de expiração no grupo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7199933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2B67560-AA23-99E3-B979-E0C3128DFEBB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314906" y="1858208"/>
            <a:ext cx="25013813" cy="17196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878">
                <a:solidFill>
                  <a:srgbClr val="FFFFFF"/>
                </a:solidFill>
                <a:latin typeface="Encode Sans SemiBold" pitchFamily="2" charset="0"/>
              </a:rPr>
              <a:t>O teste feliz passa. A conversa real ainda não.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9FA63337-9D6B-69FA-7BC6-60A845EE93D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752475" y="4285803"/>
            <a:ext cx="14070270" cy="2081569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69009" tIns="218871" rIns="469009" bIns="218871" rtlCol="0" anchor="ctr">
            <a:noAutofit/>
          </a:bodyPr>
          <a:lstStyle/>
          <a:p>
            <a:r>
              <a:rPr lang="pt-BR" sz="4185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248071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2B67560-AA23-99E3-B979-E0C3128DFEBB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314906" y="1858208"/>
            <a:ext cx="25013813" cy="17196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878">
                <a:solidFill>
                  <a:srgbClr val="FFFFFF"/>
                </a:solidFill>
                <a:latin typeface="Encode Sans SemiBold" pitchFamily="2" charset="0"/>
              </a:rPr>
              <a:t>O teste feliz passa. A conversa real ainda não.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9FA63337-9D6B-69FA-7BC6-60A845EE93D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752475" y="4285803"/>
            <a:ext cx="14070270" cy="2081569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69009" tIns="218871" rIns="469009" bIns="218871" rtlCol="0" anchor="ctr">
            <a:noAutofit/>
          </a:bodyPr>
          <a:lstStyle/>
          <a:p>
            <a:r>
              <a:rPr lang="pt-BR" sz="4185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EE8578D-D081-4239-2EA7-E64B7326BDDF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313075" y="6992717"/>
            <a:ext cx="14070270" cy="2856461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69009" tIns="218871" rIns="469009" bIns="218871" rtlCol="0" anchor="ctr">
            <a:noAutofit/>
          </a:bodyPr>
          <a:lstStyle/>
          <a:p>
            <a:r>
              <a:rPr lang="pt-BR" sz="4185">
                <a:solidFill>
                  <a:srgbClr val="FFFFFF"/>
                </a:solidFill>
                <a:latin typeface="Roboto" panose="02000000000000000000" pitchFamily="2" charset="0"/>
              </a:rPr>
              <a:t>Ainda falta o total de porções de hambúrguer de patinho. Me manda só “porcionei em N”, com o número total.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368427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2B67560-AA23-99E3-B979-E0C3128DFEBB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314906" y="1858208"/>
            <a:ext cx="25013813" cy="17196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878">
                <a:solidFill>
                  <a:srgbClr val="FFFFFF"/>
                </a:solidFill>
                <a:latin typeface="Encode Sans SemiBold" pitchFamily="2" charset="0"/>
              </a:rPr>
              <a:t>O teste feliz passa. A conversa real ainda não.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9FA63337-9D6B-69FA-7BC6-60A845EE93D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752475" y="4285803"/>
            <a:ext cx="14070270" cy="2081569"/>
          </a:xfrm>
          <a:prstGeom prst="roundRect">
            <a:avLst>
              <a:gd name="adj" fmla="val 30000"/>
            </a:avLst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69009" tIns="218871" rIns="469009" bIns="218871" rtlCol="0" anchor="ctr">
            <a:noAutofit/>
          </a:bodyPr>
          <a:lstStyle/>
          <a:p>
            <a:r>
              <a:rPr lang="pt-BR" sz="4185">
                <a:solidFill>
                  <a:srgbClr val="FFFFFF"/>
                </a:solidFill>
                <a:latin typeface="Roboto" panose="02000000000000000000" pitchFamily="2" charset="0"/>
              </a:rPr>
              <a:t>Porcionei em 2 unidades de 220g e 2 unidades de 160g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EE8578D-D081-4239-2EA7-E64B7326BDDF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313075" y="6992717"/>
            <a:ext cx="14070270" cy="2856461"/>
          </a:xfrm>
          <a:prstGeom prst="roundRect">
            <a:avLst>
              <a:gd name="adj" fmla="val 30000"/>
            </a:avLst>
          </a:prstGeom>
          <a:solidFill>
            <a:srgbClr val="262A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69009" tIns="218871" rIns="469009" bIns="218871" rtlCol="0" anchor="ctr">
            <a:noAutofit/>
          </a:bodyPr>
          <a:lstStyle/>
          <a:p>
            <a:r>
              <a:rPr lang="pt-BR" sz="4185">
                <a:solidFill>
                  <a:srgbClr val="FFFFFF"/>
                </a:solidFill>
                <a:latin typeface="Roboto" panose="02000000000000000000" pitchFamily="2" charset="0"/>
              </a:rPr>
              <a:t>Ainda falta o total de porções de hambúrguer de patinho. Me manda só “porcionei em N”, com o número total.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9D0D6A9-7297-3538-3A83-2CC7BD745565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124367" y="10630860"/>
            <a:ext cx="21887086" cy="109435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432">
                <a:solidFill>
                  <a:srgbClr val="F2A93B"/>
                </a:solidFill>
                <a:latin typeface="Encode Sans" pitchFamily="2" charset="0"/>
              </a:rPr>
              <a:t>2 + 2 é conta. Conta é do código, não do modelo.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647864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EEB2620-D746-9BD5-C162-961D3957CFA2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1155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4.2.6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Um eval que olha o ciclo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768708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f8342f7686_0_44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3" name="Google Shape;273;g3f8342f7686_0_44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170252" y="462769"/>
            <a:ext cx="12791764" cy="12790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g3f8342f7686_0_44" descr=" 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4734" y="424672"/>
            <a:ext cx="12791764" cy="12790459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f8342f7686_0_44"/>
          <p:cNvSpPr/>
          <p:nvPr/>
        </p:nvSpPr>
        <p:spPr>
          <a:xfrm>
            <a:off x="3099187" y="-2235200"/>
            <a:ext cx="18201300" cy="1819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g3f8342f7686_0_44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8" name="Google Shape;278;g3f8342f7686_0_44" descr=" 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g3f8342f7686_0_44" descr="Ícone&#10;&#10;O conteúdo gerado por IA pode estar incorreto.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A2E373A-E292-BC91-30EA-2BA09C1CFACB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6477000" y="3022600"/>
            <a:ext cx="11430000" cy="736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2000">
                <a:solidFill>
                  <a:srgbClr val="FFFFFF"/>
                </a:solidFill>
                <a:latin typeface="Encode Sans" pitchFamily="2" charset="0"/>
              </a:rPr>
              <a:t>O ciclo só se prova entre mensagens.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595714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AEAEB9A-6CEA-0629-C09E-EF4C68BE8F6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525979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Cada trace, sozinho, está perfeito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E62175D-6C71-1318-460E-7016C82924E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7D7B465-AF3E-B2AA-1AB6-0B0B01188D19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0848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174637F-DF26-3962-32C8-A652E2E3E711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80848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A39874F4-E32D-8451-63F3-C1A22858041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47268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6899DB52-5AEF-76D1-F8B8-948D7285133E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33171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26813112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AEAEB9A-6CEA-0629-C09E-EF4C68BE8F6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525979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Cada trace, sozinho, está perfeito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E62175D-6C71-1318-460E-7016C82924E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7D7B465-AF3E-B2AA-1AB6-0B0B01188D19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0848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174637F-DF26-3962-32C8-A652E2E3E711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80848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A39874F4-E32D-8451-63F3-C1A22858041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47268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6899DB52-5AEF-76D1-F8B8-948D7285133E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33171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0B6DC2C-982B-3AFE-BC50-E4E664AF129F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707136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29B7731-AF5D-F1B6-2900-29F05ABF68AB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735584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2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EC974B0-49DF-5BA3-3BE9-85CC8CA8BA94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735584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8505410C-E6D3-788A-CF1B-36F6263101E1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902004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C8CF240A-5451-6ED6-6D42-B0EC8858E1DE}"/>
              </a:ext>
            </a:extLst>
          </p:cNvPr>
          <p:cNvCxnSpPr/>
          <p:nvPr>
            <p:custDataLst>
              <p:tags r:id="rId12"/>
            </p:custDataLst>
          </p:nvPr>
        </p:nvCxnSpPr>
        <p:spPr>
          <a:xfrm>
            <a:off x="1187907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30417590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AEAEB9A-6CEA-0629-C09E-EF4C68BE8F6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525979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Cada trace, sozinho, está perfeito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E62175D-6C71-1318-460E-7016C82924E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7D7B465-AF3E-B2AA-1AB6-0B0B01188D19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0848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174637F-DF26-3962-32C8-A652E2E3E711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80848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A39874F4-E32D-8451-63F3-C1A22858041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47268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6899DB52-5AEF-76D1-F8B8-948D7285133E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33171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0B6DC2C-982B-3AFE-BC50-E4E664AF129F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707136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29B7731-AF5D-F1B6-2900-29F05ABF68AB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735584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2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EC974B0-49DF-5BA3-3BE9-85CC8CA8BA94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735584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8505410C-E6D3-788A-CF1B-36F6263101E1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902004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C8CF240A-5451-6ED6-6D42-B0EC8858E1DE}"/>
              </a:ext>
            </a:extLst>
          </p:cNvPr>
          <p:cNvCxnSpPr/>
          <p:nvPr>
            <p:custDataLst>
              <p:tags r:id="rId12"/>
            </p:custDataLst>
          </p:nvPr>
        </p:nvCxnSpPr>
        <p:spPr>
          <a:xfrm>
            <a:off x="1187907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F6C8479-754F-C914-36F3-4D3EE18A9378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261872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8B309A6-88A4-98F2-EB86-D83026D9D5CB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290320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3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98090BB-6613-5831-659F-2125F48C896E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290320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F82EAA5B-C3E0-E26C-D8F1-EB18851F8D57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1456740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5BFA810F-CA78-53E6-9434-D9679C862D28}"/>
              </a:ext>
            </a:extLst>
          </p:cNvPr>
          <p:cNvCxnSpPr/>
          <p:nvPr>
            <p:custDataLst>
              <p:tags r:id="rId17"/>
            </p:custDataLst>
          </p:nvPr>
        </p:nvCxnSpPr>
        <p:spPr>
          <a:xfrm>
            <a:off x="1742643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38965677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AEAEB9A-6CEA-0629-C09E-EF4C68BE8F6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525979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Cada trace, sozinho, está perfeito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E62175D-6C71-1318-460E-7016C82924E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7D7B465-AF3E-B2AA-1AB6-0B0B01188D19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0848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174637F-DF26-3962-32C8-A652E2E3E711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80848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A39874F4-E32D-8451-63F3-C1A22858041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47268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6899DB52-5AEF-76D1-F8B8-948D7285133E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33171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0B6DC2C-982B-3AFE-BC50-E4E664AF129F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707136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29B7731-AF5D-F1B6-2900-29F05ABF68AB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735584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2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EC974B0-49DF-5BA3-3BE9-85CC8CA8BA94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735584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8505410C-E6D3-788A-CF1B-36F6263101E1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902004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C8CF240A-5451-6ED6-6D42-B0EC8858E1DE}"/>
              </a:ext>
            </a:extLst>
          </p:cNvPr>
          <p:cNvCxnSpPr/>
          <p:nvPr>
            <p:custDataLst>
              <p:tags r:id="rId12"/>
            </p:custDataLst>
          </p:nvPr>
        </p:nvCxnSpPr>
        <p:spPr>
          <a:xfrm>
            <a:off x="1187907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F6C8479-754F-C914-36F3-4D3EE18A9378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261872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8B309A6-88A4-98F2-EB86-D83026D9D5CB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290320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3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98090BB-6613-5831-659F-2125F48C896E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290320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F82EAA5B-C3E0-E26C-D8F1-EB18851F8D57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1456740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5BFA810F-CA78-53E6-9434-D9679C862D28}"/>
              </a:ext>
            </a:extLst>
          </p:cNvPr>
          <p:cNvCxnSpPr/>
          <p:nvPr>
            <p:custDataLst>
              <p:tags r:id="rId17"/>
            </p:custDataLst>
          </p:nvPr>
        </p:nvCxnSpPr>
        <p:spPr>
          <a:xfrm>
            <a:off x="1742643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3EF56FC3-A1CB-A448-35B1-115B6119C826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1816608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9C153FB2-7B8A-24D9-FAEF-0A02DDBEB7FE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18450561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4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E01EE70-C430-9EF5-86FB-40707CCE5E32}"/>
              </a:ext>
            </a:extLst>
          </p:cNvPr>
          <p:cNvSpPr txBox="1"/>
          <p:nvPr>
            <p:custDataLst>
              <p:tags r:id="rId20"/>
            </p:custDataLst>
          </p:nvPr>
        </p:nvSpPr>
        <p:spPr>
          <a:xfrm>
            <a:off x="18450561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56B299E7-5EA3-6B6C-B743-59146BDB4813}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2011476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5245742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AEAEB9A-6CEA-0629-C09E-EF4C68BE8F6D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12800" y="2525979"/>
            <a:ext cx="22758400" cy="15646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168">
                <a:solidFill>
                  <a:srgbClr val="FFFFFF"/>
                </a:solidFill>
                <a:latin typeface="Encode Sans SemiBold" pitchFamily="2" charset="0"/>
              </a:rPr>
              <a:t>Cada trace, sozinho, está perfeito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E62175D-6C71-1318-460E-7016C82924E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7D7B465-AF3E-B2AA-1AB6-0B0B01188D19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80848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174637F-DF26-3962-32C8-A652E2E3E711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80848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A39874F4-E32D-8451-63F3-C1A22858041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47268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6899DB52-5AEF-76D1-F8B8-948D7285133E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633171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0B6DC2C-982B-3AFE-BC50-E4E664AF129F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707136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29B7731-AF5D-F1B6-2900-29F05ABF68AB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735584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2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EC974B0-49DF-5BA3-3BE9-85CC8CA8BA94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735584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8505410C-E6D3-788A-CF1B-36F6263101E1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902004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C8CF240A-5451-6ED6-6D42-B0EC8858E1DE}"/>
              </a:ext>
            </a:extLst>
          </p:cNvPr>
          <p:cNvCxnSpPr/>
          <p:nvPr>
            <p:custDataLst>
              <p:tags r:id="rId12"/>
            </p:custDataLst>
          </p:nvPr>
        </p:nvCxnSpPr>
        <p:spPr>
          <a:xfrm>
            <a:off x="1187907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F6C8479-754F-C914-36F3-4D3EE18A9378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261872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8B309A6-88A4-98F2-EB86-D83026D9D5CB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2903200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3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98090BB-6613-5831-659F-2125F48C896E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2903200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porcionamento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F82EAA5B-C3E0-E26C-D8F1-EB18851F8D57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1456740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5BFA810F-CA78-53E6-9434-D9679C862D28}"/>
              </a:ext>
            </a:extLst>
          </p:cNvPr>
          <p:cNvCxnSpPr/>
          <p:nvPr>
            <p:custDataLst>
              <p:tags r:id="rId17"/>
            </p:custDataLst>
          </p:nvPr>
        </p:nvCxnSpPr>
        <p:spPr>
          <a:xfrm>
            <a:off x="17426432" y="7296099"/>
            <a:ext cx="625856" cy="0"/>
          </a:xfrm>
          <a:prstGeom prst="line">
            <a:avLst/>
          </a:prstGeom>
          <a:ln w="42672">
            <a:solidFill>
              <a:srgbClr val="5B607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3EF56FC3-A1CB-A448-35B1-115B6119C826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18166080" y="5446979"/>
            <a:ext cx="4693920" cy="3698240"/>
          </a:xfrm>
          <a:prstGeom prst="roundRect">
            <a:avLst>
              <a:gd name="adj" fmla="val 8000"/>
            </a:avLst>
          </a:prstGeom>
          <a:solidFill>
            <a:srgbClr val="15171D"/>
          </a:solidFill>
          <a:ln w="28448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413" tIns="51206" rIns="102413" bIns="51206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9C153FB2-7B8A-24D9-FAEF-0A02DDBEB7FE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18450561" y="5902147"/>
            <a:ext cx="4124960" cy="62585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136" spc="300">
                <a:solidFill>
                  <a:srgbClr val="8A8FA0"/>
                </a:solidFill>
                <a:latin typeface="Encode Sans" pitchFamily="2" charset="0"/>
              </a:rPr>
              <a:t>TRACE 4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E01EE70-C430-9EF5-86FB-40707CCE5E32}"/>
              </a:ext>
            </a:extLst>
          </p:cNvPr>
          <p:cNvSpPr txBox="1"/>
          <p:nvPr>
            <p:custDataLst>
              <p:tags r:id="rId20"/>
            </p:custDataLst>
          </p:nvPr>
        </p:nvSpPr>
        <p:spPr>
          <a:xfrm>
            <a:off x="18450561" y="6727139"/>
            <a:ext cx="412496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FFFFF"/>
                </a:solidFill>
                <a:latin typeface="Encode Sans SemiBold" pitchFamily="2" charset="0"/>
              </a:rPr>
              <a:t>desejo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56B299E7-5EA3-6B6C-B743-59146BDB4813}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20114768" y="7893507"/>
            <a:ext cx="796544" cy="796544"/>
          </a:xfrm>
          <a:prstGeom prst="ellipse">
            <a:avLst/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pt-BR" sz="3136" b="1">
                <a:solidFill>
                  <a:srgbClr val="FFFFFF"/>
                </a:solidFill>
                <a:latin typeface="Segoe UI Symbol" panose="020B0502040204020203" pitchFamily="34" charset="0"/>
              </a:rPr>
              <a:t>✓</a:t>
            </a:r>
          </a:p>
        </p:txBody>
      </p: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9A089D04-FBA7-B8CA-0D10-3B7E7B20D6AB}"/>
              </a:ext>
            </a:extLst>
          </p:cNvPr>
          <p:cNvCxnSpPr/>
          <p:nvPr>
            <p:custDataLst>
              <p:tags r:id="rId22"/>
            </p:custDataLst>
          </p:nvPr>
        </p:nvCxnSpPr>
        <p:spPr>
          <a:xfrm>
            <a:off x="7640320" y="9714179"/>
            <a:ext cx="9103360" cy="0"/>
          </a:xfrm>
          <a:prstGeom prst="line">
            <a:avLst/>
          </a:prstGeom>
          <a:ln w="71120">
            <a:solidFill>
              <a:srgbClr val="F2A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8D6E4E87-77D1-E39C-067C-2FF0BF346769}"/>
              </a:ext>
            </a:extLst>
          </p:cNvPr>
          <p:cNvCxnSpPr/>
          <p:nvPr>
            <p:custDataLst>
              <p:tags r:id="rId23"/>
            </p:custDataLst>
          </p:nvPr>
        </p:nvCxnSpPr>
        <p:spPr>
          <a:xfrm>
            <a:off x="7640320" y="9372803"/>
            <a:ext cx="0" cy="341376"/>
          </a:xfrm>
          <a:prstGeom prst="line">
            <a:avLst/>
          </a:prstGeom>
          <a:ln w="71120">
            <a:solidFill>
              <a:srgbClr val="F2A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B8010B47-89A6-F163-674C-84A000170216}"/>
              </a:ext>
            </a:extLst>
          </p:cNvPr>
          <p:cNvCxnSpPr/>
          <p:nvPr>
            <p:custDataLst>
              <p:tags r:id="rId24"/>
            </p:custDataLst>
          </p:nvPr>
        </p:nvCxnSpPr>
        <p:spPr>
          <a:xfrm>
            <a:off x="16743680" y="9372803"/>
            <a:ext cx="0" cy="341376"/>
          </a:xfrm>
          <a:prstGeom prst="line">
            <a:avLst/>
          </a:prstGeom>
          <a:ln w="71120">
            <a:solidFill>
              <a:srgbClr val="F2A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061E73FF-0E9C-F3CA-8835-1902C434A57E}"/>
              </a:ext>
            </a:extLst>
          </p:cNvPr>
          <p:cNvSpPr txBox="1"/>
          <p:nvPr>
            <p:custDataLst>
              <p:tags r:id="rId25"/>
            </p:custDataLst>
          </p:nvPr>
        </p:nvSpPr>
        <p:spPr>
          <a:xfrm>
            <a:off x="5080000" y="10055555"/>
            <a:ext cx="14224000" cy="99568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256">
                <a:solidFill>
                  <a:srgbClr val="F2A93B"/>
                </a:solidFill>
                <a:latin typeface="Encode Sans" pitchFamily="2" charset="0"/>
              </a:rPr>
              <a:t>a falha só existe no par 2 → 3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341036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9A77172-85AC-46E3-4A24-DE08F2B08736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738909" y="1286972"/>
            <a:ext cx="25861818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145">
                <a:solidFill>
                  <a:srgbClr val="14161B"/>
                </a:solidFill>
                <a:latin typeface="Ubuntu Mono" panose="020B0309030602030204" pitchFamily="49" charset="0"/>
              </a:rPr>
              <a:t>ciclo_pergunta_resposta_resolvido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0A68EED-9377-10E5-CC1E-49F7982F3CCD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77455" y="3167842"/>
            <a:ext cx="22629092" cy="96981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73">
                <a:solidFill>
                  <a:srgbClr val="5B6070"/>
                </a:solidFill>
                <a:latin typeface="Roboto" panose="02000000000000000000" pitchFamily="2" charset="0"/>
              </a:rPr>
              <a:t>O juiz só lê o status. Quem decidiu foi o produto.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F6D46C4-7FE8-F2F9-3F4F-09D8F84FA54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945842"/>
            <a:ext cx="14547273" cy="19396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3232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11200" tIns="161636" rIns="387927" bIns="161636" rtlCol="0" anchor="ctr">
            <a:noAutofit/>
          </a:bodyPr>
          <a:lstStyle/>
          <a:p>
            <a:r>
              <a:rPr lang="pt-BR" sz="4582">
                <a:solidFill>
                  <a:srgbClr val="14161B"/>
                </a:solidFill>
                <a:latin typeface="Roboto" panose="02000000000000000000" pitchFamily="2" charset="0"/>
              </a:rPr>
              <a:t>sem pendência ou completo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6477D19-B33F-227E-0473-647B66DACF49}"/>
              </a:ext>
            </a:extLst>
          </p:cNvPr>
          <p:cNvCxnSpPr/>
          <p:nvPr>
            <p:custDataLst>
              <p:tags r:id="rId5"/>
            </p:custDataLst>
          </p:nvPr>
        </p:nvCxnSpPr>
        <p:spPr>
          <a:xfrm>
            <a:off x="16394545" y="5915660"/>
            <a:ext cx="2262909" cy="0"/>
          </a:xfrm>
          <a:prstGeom prst="line">
            <a:avLst/>
          </a:prstGeom>
          <a:ln w="64655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DFE1E26-E34C-0D37-3378-213E7C830125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8980727" y="4945842"/>
            <a:ext cx="3879273" cy="1939636"/>
          </a:xfrm>
          <a:prstGeom prst="roundRect">
            <a:avLst>
              <a:gd name="adj" fmla="val 50000"/>
            </a:avLst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87927" tIns="161636" rIns="387927" bIns="161636" rtlCol="0" anchor="ctr"/>
          <a:lstStyle/>
          <a:p>
            <a:pPr algn="ctr"/>
            <a:r>
              <a:rPr lang="pt-BR" sz="6618">
                <a:solidFill>
                  <a:srgbClr val="FFFFFF"/>
                </a:solidFill>
                <a:latin typeface="Encode Sans SemiBold" pitchFamily="2" charset="0"/>
              </a:rPr>
              <a:t>1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2961048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9A77172-85AC-46E3-4A24-DE08F2B08736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738909" y="1286972"/>
            <a:ext cx="25861818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145">
                <a:solidFill>
                  <a:srgbClr val="14161B"/>
                </a:solidFill>
                <a:latin typeface="Ubuntu Mono" panose="020B0309030602030204" pitchFamily="49" charset="0"/>
              </a:rPr>
              <a:t>ciclo_pergunta_resposta_resolvido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0A68EED-9377-10E5-CC1E-49F7982F3CCD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77455" y="3167842"/>
            <a:ext cx="22629092" cy="96981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73">
                <a:solidFill>
                  <a:srgbClr val="5B6070"/>
                </a:solidFill>
                <a:latin typeface="Roboto" panose="02000000000000000000" pitchFamily="2" charset="0"/>
              </a:rPr>
              <a:t>O juiz só lê o status. Quem decidiu foi o produto.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F6D46C4-7FE8-F2F9-3F4F-09D8F84FA54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945842"/>
            <a:ext cx="14547273" cy="19396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3232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11200" tIns="161636" rIns="387927" bIns="161636" rtlCol="0" anchor="ctr">
            <a:noAutofit/>
          </a:bodyPr>
          <a:lstStyle/>
          <a:p>
            <a:r>
              <a:rPr lang="pt-BR" sz="4582">
                <a:solidFill>
                  <a:srgbClr val="14161B"/>
                </a:solidFill>
                <a:latin typeface="Roboto" panose="02000000000000000000" pitchFamily="2" charset="0"/>
              </a:rPr>
              <a:t>sem pendência ou completo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6477D19-B33F-227E-0473-647B66DACF49}"/>
              </a:ext>
            </a:extLst>
          </p:cNvPr>
          <p:cNvCxnSpPr/>
          <p:nvPr>
            <p:custDataLst>
              <p:tags r:id="rId5"/>
            </p:custDataLst>
          </p:nvPr>
        </p:nvCxnSpPr>
        <p:spPr>
          <a:xfrm>
            <a:off x="16394545" y="5915660"/>
            <a:ext cx="2262909" cy="0"/>
          </a:xfrm>
          <a:prstGeom prst="line">
            <a:avLst/>
          </a:prstGeom>
          <a:ln w="64655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DFE1E26-E34C-0D37-3378-213E7C830125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8980727" y="4945842"/>
            <a:ext cx="3879273" cy="1939636"/>
          </a:xfrm>
          <a:prstGeom prst="roundRect">
            <a:avLst>
              <a:gd name="adj" fmla="val 50000"/>
            </a:avLst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87927" tIns="161636" rIns="387927" bIns="161636" rtlCol="0" anchor="ctr"/>
          <a:lstStyle/>
          <a:p>
            <a:pPr algn="ctr"/>
            <a:r>
              <a:rPr lang="pt-BR" sz="6618">
                <a:solidFill>
                  <a:srgbClr val="FFFF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81DBE31-8632-3DDA-3D5E-A87DC516BB9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524000" y="7532024"/>
            <a:ext cx="14547273" cy="19396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3232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11200" tIns="161636" rIns="387927" bIns="161636" rtlCol="0" anchor="ctr">
            <a:noAutofit/>
          </a:bodyPr>
          <a:lstStyle/>
          <a:p>
            <a:r>
              <a:rPr lang="pt-BR" sz="4582">
                <a:solidFill>
                  <a:srgbClr val="14161B"/>
                </a:solidFill>
                <a:latin typeface="Roboto" panose="02000000000000000000" pitchFamily="2" charset="0"/>
              </a:rPr>
              <a:t>expirada</a:t>
            </a:r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3F21784F-0525-3441-D60C-8962C4B68AF3}"/>
              </a:ext>
            </a:extLst>
          </p:cNvPr>
          <p:cNvCxnSpPr/>
          <p:nvPr>
            <p:custDataLst>
              <p:tags r:id="rId8"/>
            </p:custDataLst>
          </p:nvPr>
        </p:nvCxnSpPr>
        <p:spPr>
          <a:xfrm>
            <a:off x="16394545" y="8501842"/>
            <a:ext cx="2262909" cy="0"/>
          </a:xfrm>
          <a:prstGeom prst="line">
            <a:avLst/>
          </a:prstGeom>
          <a:ln w="64655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1A2159A4-A59D-DCD8-A551-03CDE1EB66C9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8980727" y="7532024"/>
            <a:ext cx="3879273" cy="1939636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87927" tIns="161636" rIns="387927" bIns="161636" rtlCol="0" anchor="ctr"/>
          <a:lstStyle/>
          <a:p>
            <a:pPr algn="ctr"/>
            <a:r>
              <a:rPr lang="pt-BR" sz="6618">
                <a:solidFill>
                  <a:srgbClr val="FFFFFF"/>
                </a:solidFill>
                <a:latin typeface="Encode Sans SemiBold" pitchFamily="2" charset="0"/>
              </a:rPr>
              <a:t>0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46955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9A77172-85AC-46E3-4A24-DE08F2B08736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738909" y="1286972"/>
            <a:ext cx="25861818" cy="177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145">
                <a:solidFill>
                  <a:srgbClr val="14161B"/>
                </a:solidFill>
                <a:latin typeface="Ubuntu Mono" panose="020B0309030602030204" pitchFamily="49" charset="0"/>
              </a:rPr>
              <a:t>ciclo_pergunta_resposta_resolvido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0A68EED-9377-10E5-CC1E-49F7982F3CCD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77455" y="3167842"/>
            <a:ext cx="22629092" cy="96981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73">
                <a:solidFill>
                  <a:srgbClr val="5B6070"/>
                </a:solidFill>
                <a:latin typeface="Roboto" panose="02000000000000000000" pitchFamily="2" charset="0"/>
              </a:rPr>
              <a:t>O juiz só lê o status. Quem decidiu foi o produto.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F6D46C4-7FE8-F2F9-3F4F-09D8F84FA54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524000" y="4945842"/>
            <a:ext cx="14547273" cy="19396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3232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11200" tIns="161636" rIns="387927" bIns="161636" rtlCol="0" anchor="ctr">
            <a:noAutofit/>
          </a:bodyPr>
          <a:lstStyle/>
          <a:p>
            <a:r>
              <a:rPr lang="pt-BR" sz="4582">
                <a:solidFill>
                  <a:srgbClr val="14161B"/>
                </a:solidFill>
                <a:latin typeface="Roboto" panose="02000000000000000000" pitchFamily="2" charset="0"/>
              </a:rPr>
              <a:t>sem pendência ou completo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6477D19-B33F-227E-0473-647B66DACF49}"/>
              </a:ext>
            </a:extLst>
          </p:cNvPr>
          <p:cNvCxnSpPr/>
          <p:nvPr>
            <p:custDataLst>
              <p:tags r:id="rId5"/>
            </p:custDataLst>
          </p:nvPr>
        </p:nvCxnSpPr>
        <p:spPr>
          <a:xfrm>
            <a:off x="16394545" y="5915660"/>
            <a:ext cx="2262909" cy="0"/>
          </a:xfrm>
          <a:prstGeom prst="line">
            <a:avLst/>
          </a:prstGeom>
          <a:ln w="64655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DFE1E26-E34C-0D37-3378-213E7C830125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8980727" y="4945842"/>
            <a:ext cx="3879273" cy="1939636"/>
          </a:xfrm>
          <a:prstGeom prst="roundRect">
            <a:avLst>
              <a:gd name="adj" fmla="val 50000"/>
            </a:avLst>
          </a:prstGeom>
          <a:solidFill>
            <a:srgbClr val="2FB36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87927" tIns="161636" rIns="387927" bIns="161636" rtlCol="0" anchor="ctr"/>
          <a:lstStyle/>
          <a:p>
            <a:pPr algn="ctr"/>
            <a:r>
              <a:rPr lang="pt-BR" sz="6618">
                <a:solidFill>
                  <a:srgbClr val="FFFF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81DBE31-8632-3DDA-3D5E-A87DC516BB9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524000" y="7532024"/>
            <a:ext cx="14547273" cy="19396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3232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11200" tIns="161636" rIns="387927" bIns="161636" rtlCol="0" anchor="ctr">
            <a:noAutofit/>
          </a:bodyPr>
          <a:lstStyle/>
          <a:p>
            <a:r>
              <a:rPr lang="pt-BR" sz="4582">
                <a:solidFill>
                  <a:srgbClr val="14161B"/>
                </a:solidFill>
                <a:latin typeface="Roboto" panose="02000000000000000000" pitchFamily="2" charset="0"/>
              </a:rPr>
              <a:t>expirada</a:t>
            </a:r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3F21784F-0525-3441-D60C-8962C4B68AF3}"/>
              </a:ext>
            </a:extLst>
          </p:cNvPr>
          <p:cNvCxnSpPr/>
          <p:nvPr>
            <p:custDataLst>
              <p:tags r:id="rId8"/>
            </p:custDataLst>
          </p:nvPr>
        </p:nvCxnSpPr>
        <p:spPr>
          <a:xfrm>
            <a:off x="16394545" y="8501842"/>
            <a:ext cx="2262909" cy="0"/>
          </a:xfrm>
          <a:prstGeom prst="line">
            <a:avLst/>
          </a:prstGeom>
          <a:ln w="64655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1A2159A4-A59D-DCD8-A551-03CDE1EB66C9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8980727" y="7532024"/>
            <a:ext cx="3879273" cy="1939636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87927" tIns="161636" rIns="387927" bIns="161636" rtlCol="0" anchor="ctr"/>
          <a:lstStyle/>
          <a:p>
            <a:pPr algn="ctr"/>
            <a:r>
              <a:rPr lang="pt-BR" sz="6618">
                <a:solidFill>
                  <a:srgbClr val="FFFFFF"/>
                </a:solidFill>
                <a:latin typeface="Encode Sans SemiBold" pitchFamily="2" charset="0"/>
              </a:rPr>
              <a:t>0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A36FD4D2-B5AC-3D41-89E0-A80710B28C78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1524000" y="10118206"/>
            <a:ext cx="14547273" cy="193963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32327">
            <a:solidFill>
              <a:srgbClr val="D9DB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11200" tIns="161636" rIns="387927" bIns="161636" rtlCol="0" anchor="ctr">
            <a:noAutofit/>
          </a:bodyPr>
          <a:lstStyle/>
          <a:p>
            <a:r>
              <a:rPr lang="pt-BR" sz="4582">
                <a:solidFill>
                  <a:srgbClr val="14161B"/>
                </a:solidFill>
                <a:latin typeface="Roboto" panose="02000000000000000000" pitchFamily="2" charset="0"/>
              </a:rPr>
              <a:t>ainda aguardando_porcoes</a:t>
            </a:r>
          </a:p>
        </p:txBody>
      </p: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E30C1FE8-E2D5-4AFD-D2D6-CAC3E5A37C36}"/>
              </a:ext>
            </a:extLst>
          </p:cNvPr>
          <p:cNvCxnSpPr/>
          <p:nvPr>
            <p:custDataLst>
              <p:tags r:id="rId11"/>
            </p:custDataLst>
          </p:nvPr>
        </p:nvCxnSpPr>
        <p:spPr>
          <a:xfrm>
            <a:off x="16394545" y="11088024"/>
            <a:ext cx="2262909" cy="0"/>
          </a:xfrm>
          <a:prstGeom prst="line">
            <a:avLst/>
          </a:prstGeom>
          <a:ln w="64655">
            <a:solidFill>
              <a:srgbClr val="8A8F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0529844C-89FB-96BE-A16A-DC05EEB30902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18980727" y="10118206"/>
            <a:ext cx="3879273" cy="1939636"/>
          </a:xfrm>
          <a:prstGeom prst="roundRect">
            <a:avLst>
              <a:gd name="adj" fmla="val 50000"/>
            </a:avLst>
          </a:prstGeom>
          <a:solidFill>
            <a:srgbClr val="8A8FA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87927" tIns="161636" rIns="387927" bIns="161636" rtlCol="0" anchor="ctr"/>
          <a:lstStyle/>
          <a:p>
            <a:pPr algn="ctr"/>
            <a:r>
              <a:rPr lang="pt-BR" sz="6618">
                <a:solidFill>
                  <a:srgbClr val="FFFFFF"/>
                </a:solidFill>
                <a:latin typeface="Encode Sans SemiBold" pitchFamily="2" charset="0"/>
              </a:rPr>
              <a:t>pula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499181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34E3BF4-BB94-3C94-095C-3FE929097D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250462" y="1405206"/>
            <a:ext cx="21883077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892">
                <a:solidFill>
                  <a:srgbClr val="FFFFFF"/>
                </a:solidFill>
                <a:latin typeface="Encode Sans SemiBold" pitchFamily="2" charset="0"/>
              </a:rPr>
              <a:t>Mesmo critério. Antes e depois.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BFBD9E0-5917-0F7A-B3A8-955714307D6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03943"/>
            <a:ext cx="6564923" cy="8206154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7354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474" tIns="49237" rIns="98474" bIns="4923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8900813-5A95-B3BF-DA51-43FDE82D8C80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934308" y="4282635"/>
            <a:ext cx="5744308" cy="6017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15" spc="300">
                <a:solidFill>
                  <a:srgbClr val="8A8FA0"/>
                </a:solidFill>
                <a:latin typeface="Encode Sans" pitchFamily="2" charset="0"/>
              </a:rPr>
              <a:t>ANTES · 14/09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EBE1F35-AB2D-DF32-D6DE-EEE99175727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934308" y="5034866"/>
            <a:ext cx="5744308" cy="9573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92">
                <a:solidFill>
                  <a:srgbClr val="FFFFFF"/>
                </a:solidFill>
                <a:latin typeface="Encode Sans SemiBold" pitchFamily="2" charset="0"/>
              </a:rPr>
              <a:t>hambúrguer de patinho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AD87802-AB2E-B9F4-0CAE-3E0E88FF5766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934308" y="6129020"/>
            <a:ext cx="5744308" cy="355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3262">
                <a:solidFill>
                  <a:srgbClr val="E5484D"/>
                </a:solidFill>
                <a:latin typeface="Encode Sans SemiBold" pitchFamily="2" charset="0"/>
              </a:rPr>
              <a:t>0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7312388-85AA-A197-715C-BFA489C6C1B6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934308" y="10095328"/>
            <a:ext cx="5744308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446">
                <a:solidFill>
                  <a:srgbClr val="C9CCD6"/>
                </a:solidFill>
                <a:latin typeface="Roboto" panose="02000000000000000000" pitchFamily="2" charset="0"/>
              </a:rPr>
              <a:t>linha inserida à mão, timestamp real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615894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34E3BF4-BB94-3C94-095C-3FE929097D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250462" y="1405206"/>
            <a:ext cx="21883077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892">
                <a:solidFill>
                  <a:srgbClr val="FFFFFF"/>
                </a:solidFill>
                <a:latin typeface="Encode Sans SemiBold" pitchFamily="2" charset="0"/>
              </a:rPr>
              <a:t>Mesmo critério. Antes e depois.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BFBD9E0-5917-0F7A-B3A8-955714307D6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03943"/>
            <a:ext cx="6564923" cy="8206154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7354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474" tIns="49237" rIns="98474" bIns="4923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8900813-5A95-B3BF-DA51-43FDE82D8C80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934308" y="4282635"/>
            <a:ext cx="5744308" cy="6017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15" spc="300">
                <a:solidFill>
                  <a:srgbClr val="8A8FA0"/>
                </a:solidFill>
                <a:latin typeface="Encode Sans" pitchFamily="2" charset="0"/>
              </a:rPr>
              <a:t>ANTES · 14/09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EBE1F35-AB2D-DF32-D6DE-EEE99175727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934308" y="5034866"/>
            <a:ext cx="5744308" cy="9573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92">
                <a:solidFill>
                  <a:srgbClr val="FFFFFF"/>
                </a:solidFill>
                <a:latin typeface="Encode Sans SemiBold" pitchFamily="2" charset="0"/>
              </a:rPr>
              <a:t>hambúrguer de patinho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AD87802-AB2E-B9F4-0CAE-3E0E88FF5766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934308" y="6129020"/>
            <a:ext cx="5744308" cy="355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3262">
                <a:solidFill>
                  <a:srgbClr val="E5484D"/>
                </a:solidFill>
                <a:latin typeface="Encode Sans SemiBold" pitchFamily="2" charset="0"/>
              </a:rPr>
              <a:t>0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7312388-85AA-A197-715C-BFA489C6C1B6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934308" y="10095328"/>
            <a:ext cx="5744308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446">
                <a:solidFill>
                  <a:srgbClr val="C9CCD6"/>
                </a:solidFill>
                <a:latin typeface="Roboto" panose="02000000000000000000" pitchFamily="2" charset="0"/>
              </a:rPr>
              <a:t>linha inserida à mão, timestamp real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EE6C3E0D-8C12-2DF0-DF31-DD2CE2F3BA78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8909538" y="3803943"/>
            <a:ext cx="6564923" cy="8206154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7354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474" tIns="49237" rIns="98474" bIns="4923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F32B326-60B3-1F6C-F303-C28E1A816FBE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9319846" y="4282635"/>
            <a:ext cx="5744308" cy="6017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15" spc="300">
                <a:solidFill>
                  <a:srgbClr val="8A8FA0"/>
                </a:solidFill>
                <a:latin typeface="Encode Sans" pitchFamily="2" charset="0"/>
              </a:rPr>
              <a:t>DEPOIS · ao vivo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F32F426-27DB-D3C6-9E63-8C2744FD47DF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9319846" y="5034866"/>
            <a:ext cx="5744308" cy="9573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92">
                <a:solidFill>
                  <a:srgbClr val="FFFFFF"/>
                </a:solidFill>
                <a:latin typeface="Encode Sans SemiBold" pitchFamily="2" charset="0"/>
              </a:rPr>
              <a:t>frango desfiado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0F637E6-2ED8-EEF1-712D-C29B8BD87B3D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19846" y="6129020"/>
            <a:ext cx="5744308" cy="355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3262">
                <a:solidFill>
                  <a:srgbClr val="2FB36B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0B71E2A-DB85-7398-4902-89D3A16CCA98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19846" y="10095328"/>
            <a:ext cx="5744308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446">
                <a:solidFill>
                  <a:srgbClr val="C9CCD6"/>
                </a:solidFill>
                <a:latin typeface="Roboto" panose="02000000000000000000" pitchFamily="2" charset="0"/>
              </a:rPr>
              <a:t>resolvido pela resposta seguinte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299052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34E3BF4-BB94-3C94-095C-3FE929097D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250462" y="1405206"/>
            <a:ext cx="21883077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6892">
                <a:solidFill>
                  <a:srgbClr val="FFFFFF"/>
                </a:solidFill>
                <a:latin typeface="Encode Sans SemiBold" pitchFamily="2" charset="0"/>
              </a:rPr>
              <a:t>Mesmo critério. Antes e depois.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BFBD9E0-5917-0F7A-B3A8-955714307D6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3803943"/>
            <a:ext cx="6564923" cy="8206154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7354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474" tIns="49237" rIns="98474" bIns="4923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8900813-5A95-B3BF-DA51-43FDE82D8C80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934308" y="4282635"/>
            <a:ext cx="5744308" cy="6017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15" spc="300">
                <a:solidFill>
                  <a:srgbClr val="8A8FA0"/>
                </a:solidFill>
                <a:latin typeface="Encode Sans" pitchFamily="2" charset="0"/>
              </a:rPr>
              <a:t>ANTES · 14/09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EBE1F35-AB2D-DF32-D6DE-EEE99175727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934308" y="5034866"/>
            <a:ext cx="5744308" cy="9573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92">
                <a:solidFill>
                  <a:srgbClr val="FFFFFF"/>
                </a:solidFill>
                <a:latin typeface="Encode Sans SemiBold" pitchFamily="2" charset="0"/>
              </a:rPr>
              <a:t>hambúrguer de patinho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AD87802-AB2E-B9F4-0CAE-3E0E88FF5766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934308" y="6129020"/>
            <a:ext cx="5744308" cy="355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3262">
                <a:solidFill>
                  <a:srgbClr val="E5484D"/>
                </a:solidFill>
                <a:latin typeface="Encode Sans SemiBold" pitchFamily="2" charset="0"/>
              </a:rPr>
              <a:t>0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7312388-85AA-A197-715C-BFA489C6C1B6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1934308" y="10095328"/>
            <a:ext cx="5744308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446">
                <a:solidFill>
                  <a:srgbClr val="C9CCD6"/>
                </a:solidFill>
                <a:latin typeface="Roboto" panose="02000000000000000000" pitchFamily="2" charset="0"/>
              </a:rPr>
              <a:t>linha inserida à mão, timestamp real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EE6C3E0D-8C12-2DF0-DF31-DD2CE2F3BA78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8909538" y="3803943"/>
            <a:ext cx="6564923" cy="8206154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7354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474" tIns="49237" rIns="98474" bIns="4923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F32B326-60B3-1F6C-F303-C28E1A816FBE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9319846" y="4282635"/>
            <a:ext cx="5744308" cy="6017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15" spc="300">
                <a:solidFill>
                  <a:srgbClr val="8A8FA0"/>
                </a:solidFill>
                <a:latin typeface="Encode Sans" pitchFamily="2" charset="0"/>
              </a:rPr>
              <a:t>DEPOIS · ao vivo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F32F426-27DB-D3C6-9E63-8C2744FD47DF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9319846" y="5034866"/>
            <a:ext cx="5744308" cy="9573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92">
                <a:solidFill>
                  <a:srgbClr val="FFFFFF"/>
                </a:solidFill>
                <a:latin typeface="Encode Sans SemiBold" pitchFamily="2" charset="0"/>
              </a:rPr>
              <a:t>frango desfiado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0F637E6-2ED8-EEF1-712D-C29B8BD87B3D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9319846" y="6129020"/>
            <a:ext cx="5744308" cy="355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3262">
                <a:solidFill>
                  <a:srgbClr val="2FB36B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0B71E2A-DB85-7398-4902-89D3A16CCA98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9319846" y="10095328"/>
            <a:ext cx="5744308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446">
                <a:solidFill>
                  <a:srgbClr val="C9CCD6"/>
                </a:solidFill>
                <a:latin typeface="Roboto" panose="02000000000000000000" pitchFamily="2" charset="0"/>
              </a:rPr>
              <a:t>resolvido pela resposta seguinte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F090A0DE-3BCD-3198-D728-5FDAF47AA744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16295077" y="3803943"/>
            <a:ext cx="6564923" cy="8206154"/>
          </a:xfrm>
          <a:prstGeom prst="roundRect">
            <a:avLst>
              <a:gd name="adj" fmla="val 6000"/>
            </a:avLst>
          </a:prstGeom>
          <a:solidFill>
            <a:srgbClr val="15171D"/>
          </a:solidFill>
          <a:ln w="27354">
            <a:solidFill>
              <a:srgbClr val="2C30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474" tIns="49237" rIns="98474" bIns="49237" rtlCol="0" anchor="ctr">
            <a:noAutofit/>
          </a:bodyPr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901A6E8-0C66-FE8B-4B4F-C045F33DF683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16705385" y="4282635"/>
            <a:ext cx="5744308" cy="6017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015" spc="300">
                <a:solidFill>
                  <a:srgbClr val="8A8FA0"/>
                </a:solidFill>
                <a:latin typeface="Encode Sans" pitchFamily="2" charset="0"/>
              </a:rPr>
              <a:t>DEPOIS · sem resposta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BF1C13F0-B954-F8A8-AAC3-4D7AEE5B420C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16705385" y="5034866"/>
            <a:ext cx="5744308" cy="95738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92">
                <a:solidFill>
                  <a:srgbClr val="FFFFFF"/>
                </a:solidFill>
                <a:latin typeface="Encode Sans SemiBold" pitchFamily="2" charset="0"/>
              </a:rPr>
              <a:t>sopa de abóbora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7CB91011-E120-997A-1B70-AD6FB4A15DDA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16705385" y="6129020"/>
            <a:ext cx="5744308" cy="355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23262">
                <a:solidFill>
                  <a:srgbClr val="E5484D"/>
                </a:solidFill>
                <a:latin typeface="Encode Sans SemiBold" pitchFamily="2" charset="0"/>
              </a:rPr>
              <a:t>0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FBBAF33-3348-3162-A210-F53B491F497E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16705385" y="10095328"/>
            <a:ext cx="5744308" cy="150446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3446">
                <a:solidFill>
                  <a:srgbClr val="C9CCD6"/>
                </a:solidFill>
                <a:latin typeface="Roboto" panose="02000000000000000000" pitchFamily="2" charset="0"/>
              </a:rPr>
              <a:t>o eval funcionando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1907664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f3de5a4e7f_0_43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052F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g3f3de5a4e7f_0_43"/>
          <p:cNvSpPr/>
          <p:nvPr/>
        </p:nvSpPr>
        <p:spPr>
          <a:xfrm>
            <a:off x="23433139" y="406400"/>
            <a:ext cx="47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Google Shape;528;g3f3de5a4e7f_0_43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433139" y="406400"/>
            <a:ext cx="476942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g3f3de5a4e7f_0_43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140419" y="-144842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E3D6F13-A6C9-A379-C9EB-EDEF1C8989D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778000" y="3505200"/>
            <a:ext cx="20828000" cy="6350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4.5</a:t>
            </a:r>
          </a:p>
          <a:p>
            <a:pPr algn="ctr"/>
            <a:r>
              <a:rPr lang="pt-BR" sz="11200">
                <a:solidFill>
                  <a:srgbClr val="FFFFFF"/>
                </a:solidFill>
                <a:latin typeface="Encode Sans" pitchFamily="2" charset="0"/>
              </a:rPr>
              <a:t>O que aprendemos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5277080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D786F1C-3D55-366C-021F-09E32D48432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393650" y="3717342"/>
            <a:ext cx="17596701" cy="14297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74">
                <a:solidFill>
                  <a:srgbClr val="FFFFFF"/>
                </a:solidFill>
                <a:latin typeface="Encode Sans SemiBold" pitchFamily="2" charset="0"/>
              </a:rPr>
              <a:t>O ciclo desta aula</a:t>
            </a:r>
          </a:p>
        </p:txBody>
      </p:sp>
      <p:sp>
        <p:nvSpPr>
          <p:cNvPr id="3" name="Seta: Divisa 2">
            <a:extLst>
              <a:ext uri="{FF2B5EF4-FFF2-40B4-BE49-F238E27FC236}">
                <a16:creationId xmlns:a16="http://schemas.microsoft.com/office/drawing/2014/main" id="{590AB53B-23D7-6BE0-1DDC-B91801184B6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810">
                <a:solidFill>
                  <a:srgbClr val="FFFFFF"/>
                </a:solidFill>
                <a:latin typeface="Encode Sans SemiBold" pitchFamily="2" charset="0"/>
              </a:rPr>
              <a:t>Observar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93416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D786F1C-3D55-366C-021F-09E32D48432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393650" y="3717342"/>
            <a:ext cx="17596701" cy="14297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74">
                <a:solidFill>
                  <a:srgbClr val="FFFFFF"/>
                </a:solidFill>
                <a:latin typeface="Encode Sans SemiBold" pitchFamily="2" charset="0"/>
              </a:rPr>
              <a:t>O ciclo desta aula</a:t>
            </a:r>
          </a:p>
        </p:txBody>
      </p:sp>
      <p:sp>
        <p:nvSpPr>
          <p:cNvPr id="3" name="Seta: Divisa 2">
            <a:extLst>
              <a:ext uri="{FF2B5EF4-FFF2-40B4-BE49-F238E27FC236}">
                <a16:creationId xmlns:a16="http://schemas.microsoft.com/office/drawing/2014/main" id="{590AB53B-23D7-6BE0-1DDC-B91801184B6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810">
                <a:solidFill>
                  <a:srgbClr val="FFFFFF"/>
                </a:solidFill>
                <a:latin typeface="Encode Sans SemiBold" pitchFamily="2" charset="0"/>
              </a:rPr>
              <a:t>Observar</a:t>
            </a:r>
          </a:p>
        </p:txBody>
      </p:sp>
      <p:sp>
        <p:nvSpPr>
          <p:cNvPr id="4" name="Seta: Divisa 3">
            <a:extLst>
              <a:ext uri="{FF2B5EF4-FFF2-40B4-BE49-F238E27FC236}">
                <a16:creationId xmlns:a16="http://schemas.microsoft.com/office/drawing/2014/main" id="{668671D7-654B-214F-8D81-7619E539D996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5703217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464">
                <a:solidFill>
                  <a:srgbClr val="FFFFFF"/>
                </a:solidFill>
                <a:latin typeface="Encode Sans SemiBold" pitchFamily="2" charset="0"/>
              </a:rPr>
              <a:t>Diagnosticar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1465797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D786F1C-3D55-366C-021F-09E32D48432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393650" y="3717342"/>
            <a:ext cx="17596701" cy="14297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74">
                <a:solidFill>
                  <a:srgbClr val="FFFFFF"/>
                </a:solidFill>
                <a:latin typeface="Encode Sans SemiBold" pitchFamily="2" charset="0"/>
              </a:rPr>
              <a:t>O ciclo desta aula</a:t>
            </a:r>
          </a:p>
        </p:txBody>
      </p:sp>
      <p:sp>
        <p:nvSpPr>
          <p:cNvPr id="3" name="Seta: Divisa 2">
            <a:extLst>
              <a:ext uri="{FF2B5EF4-FFF2-40B4-BE49-F238E27FC236}">
                <a16:creationId xmlns:a16="http://schemas.microsoft.com/office/drawing/2014/main" id="{590AB53B-23D7-6BE0-1DDC-B91801184B6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810">
                <a:solidFill>
                  <a:srgbClr val="FFFFFF"/>
                </a:solidFill>
                <a:latin typeface="Encode Sans SemiBold" pitchFamily="2" charset="0"/>
              </a:rPr>
              <a:t>Observar</a:t>
            </a:r>
          </a:p>
        </p:txBody>
      </p:sp>
      <p:sp>
        <p:nvSpPr>
          <p:cNvPr id="4" name="Seta: Divisa 3">
            <a:extLst>
              <a:ext uri="{FF2B5EF4-FFF2-40B4-BE49-F238E27FC236}">
                <a16:creationId xmlns:a16="http://schemas.microsoft.com/office/drawing/2014/main" id="{668671D7-654B-214F-8D81-7619E539D996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5703217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464">
                <a:solidFill>
                  <a:srgbClr val="FFFFFF"/>
                </a:solidFill>
                <a:latin typeface="Encode Sans SemiBold" pitchFamily="2" charset="0"/>
              </a:rPr>
              <a:t>Diagnosticar</a:t>
            </a:r>
          </a:p>
        </p:txBody>
      </p:sp>
      <p:sp>
        <p:nvSpPr>
          <p:cNvPr id="5" name="Seta: Divisa 4">
            <a:extLst>
              <a:ext uri="{FF2B5EF4-FFF2-40B4-BE49-F238E27FC236}">
                <a16:creationId xmlns:a16="http://schemas.microsoft.com/office/drawing/2014/main" id="{E065D729-EA5B-9730-04BF-A8F4268CC94D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9882433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4330">
                <a:solidFill>
                  <a:srgbClr val="FFFFFF"/>
                </a:solidFill>
                <a:latin typeface="Encode Sans SemiBold" pitchFamily="2" charset="0"/>
              </a:rPr>
              <a:t>Decidir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2150407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D786F1C-3D55-366C-021F-09E32D48432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393650" y="3717342"/>
            <a:ext cx="17596701" cy="14297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74">
                <a:solidFill>
                  <a:srgbClr val="FFFFFF"/>
                </a:solidFill>
                <a:latin typeface="Encode Sans SemiBold" pitchFamily="2" charset="0"/>
              </a:rPr>
              <a:t>O ciclo desta aula</a:t>
            </a:r>
          </a:p>
        </p:txBody>
      </p:sp>
      <p:sp>
        <p:nvSpPr>
          <p:cNvPr id="3" name="Seta: Divisa 2">
            <a:extLst>
              <a:ext uri="{FF2B5EF4-FFF2-40B4-BE49-F238E27FC236}">
                <a16:creationId xmlns:a16="http://schemas.microsoft.com/office/drawing/2014/main" id="{590AB53B-23D7-6BE0-1DDC-B91801184B6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810">
                <a:solidFill>
                  <a:srgbClr val="FFFFFF"/>
                </a:solidFill>
                <a:latin typeface="Encode Sans SemiBold" pitchFamily="2" charset="0"/>
              </a:rPr>
              <a:t>Observar</a:t>
            </a:r>
          </a:p>
        </p:txBody>
      </p:sp>
      <p:sp>
        <p:nvSpPr>
          <p:cNvPr id="4" name="Seta: Divisa 3">
            <a:extLst>
              <a:ext uri="{FF2B5EF4-FFF2-40B4-BE49-F238E27FC236}">
                <a16:creationId xmlns:a16="http://schemas.microsoft.com/office/drawing/2014/main" id="{668671D7-654B-214F-8D81-7619E539D996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5703217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464">
                <a:solidFill>
                  <a:srgbClr val="FFFFFF"/>
                </a:solidFill>
                <a:latin typeface="Encode Sans SemiBold" pitchFamily="2" charset="0"/>
              </a:rPr>
              <a:t>Diagnosticar</a:t>
            </a:r>
          </a:p>
        </p:txBody>
      </p:sp>
      <p:sp>
        <p:nvSpPr>
          <p:cNvPr id="5" name="Seta: Divisa 4">
            <a:extLst>
              <a:ext uri="{FF2B5EF4-FFF2-40B4-BE49-F238E27FC236}">
                <a16:creationId xmlns:a16="http://schemas.microsoft.com/office/drawing/2014/main" id="{E065D729-EA5B-9730-04BF-A8F4268CC94D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9882433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4330">
                <a:solidFill>
                  <a:srgbClr val="FFFFFF"/>
                </a:solidFill>
                <a:latin typeface="Encode Sans SemiBold" pitchFamily="2" charset="0"/>
              </a:rPr>
              <a:t>Decidir</a:t>
            </a:r>
          </a:p>
        </p:txBody>
      </p:sp>
      <p:sp>
        <p:nvSpPr>
          <p:cNvPr id="6" name="Seta: Divisa 5">
            <a:extLst>
              <a:ext uri="{FF2B5EF4-FFF2-40B4-BE49-F238E27FC236}">
                <a16:creationId xmlns:a16="http://schemas.microsoft.com/office/drawing/2014/main" id="{45673B71-4A18-6D0E-9498-343D902ACE09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406165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4330">
                <a:solidFill>
                  <a:srgbClr val="FFFFFF"/>
                </a:solidFill>
                <a:latin typeface="Encode Sans SemiBold" pitchFamily="2" charset="0"/>
              </a:rPr>
              <a:t>Corrigir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4608263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fa0f14fdb3_0_167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fa0f14fdb3_0_167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D786F1C-3D55-366C-021F-09E32D48432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393650" y="3717342"/>
            <a:ext cx="17596701" cy="14297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274">
                <a:solidFill>
                  <a:srgbClr val="FFFFFF"/>
                </a:solidFill>
                <a:latin typeface="Encode Sans SemiBold" pitchFamily="2" charset="0"/>
              </a:rPr>
              <a:t>O ciclo desta aula</a:t>
            </a:r>
          </a:p>
        </p:txBody>
      </p:sp>
      <p:sp>
        <p:nvSpPr>
          <p:cNvPr id="3" name="Seta: Divisa 2">
            <a:extLst>
              <a:ext uri="{FF2B5EF4-FFF2-40B4-BE49-F238E27FC236}">
                <a16:creationId xmlns:a16="http://schemas.microsoft.com/office/drawing/2014/main" id="{590AB53B-23D7-6BE0-1DDC-B91801184B6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52400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810">
                <a:solidFill>
                  <a:srgbClr val="FFFFFF"/>
                </a:solidFill>
                <a:latin typeface="Encode Sans SemiBold" pitchFamily="2" charset="0"/>
              </a:rPr>
              <a:t>Observar</a:t>
            </a:r>
          </a:p>
        </p:txBody>
      </p:sp>
      <p:sp>
        <p:nvSpPr>
          <p:cNvPr id="4" name="Seta: Divisa 3">
            <a:extLst>
              <a:ext uri="{FF2B5EF4-FFF2-40B4-BE49-F238E27FC236}">
                <a16:creationId xmlns:a16="http://schemas.microsoft.com/office/drawing/2014/main" id="{668671D7-654B-214F-8D81-7619E539D996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5703217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3464">
                <a:solidFill>
                  <a:srgbClr val="FFFFFF"/>
                </a:solidFill>
                <a:latin typeface="Encode Sans SemiBold" pitchFamily="2" charset="0"/>
              </a:rPr>
              <a:t>Diagnosticar</a:t>
            </a:r>
          </a:p>
        </p:txBody>
      </p:sp>
      <p:sp>
        <p:nvSpPr>
          <p:cNvPr id="5" name="Seta: Divisa 4">
            <a:extLst>
              <a:ext uri="{FF2B5EF4-FFF2-40B4-BE49-F238E27FC236}">
                <a16:creationId xmlns:a16="http://schemas.microsoft.com/office/drawing/2014/main" id="{E065D729-EA5B-9730-04BF-A8F4268CC94D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9882433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4330">
                <a:solidFill>
                  <a:srgbClr val="FFFFFF"/>
                </a:solidFill>
                <a:latin typeface="Encode Sans SemiBold" pitchFamily="2" charset="0"/>
              </a:rPr>
              <a:t>Decidir</a:t>
            </a:r>
          </a:p>
        </p:txBody>
      </p:sp>
      <p:sp>
        <p:nvSpPr>
          <p:cNvPr id="6" name="Seta: Divisa 5">
            <a:extLst>
              <a:ext uri="{FF2B5EF4-FFF2-40B4-BE49-F238E27FC236}">
                <a16:creationId xmlns:a16="http://schemas.microsoft.com/office/drawing/2014/main" id="{45673B71-4A18-6D0E-9498-343D902ACE09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4061650" y="6997674"/>
            <a:ext cx="4619134" cy="2859464"/>
          </a:xfrm>
          <a:prstGeom prst="chevron">
            <a:avLst/>
          </a:prstGeom>
          <a:solidFill>
            <a:srgbClr val="052FD3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4330">
                <a:solidFill>
                  <a:srgbClr val="FFFFFF"/>
                </a:solidFill>
                <a:latin typeface="Encode Sans SemiBold" pitchFamily="2" charset="0"/>
              </a:rPr>
              <a:t>Corrigir</a:t>
            </a:r>
          </a:p>
        </p:txBody>
      </p:sp>
      <p:sp>
        <p:nvSpPr>
          <p:cNvPr id="7" name="Seta: Divisa 6">
            <a:extLst>
              <a:ext uri="{FF2B5EF4-FFF2-40B4-BE49-F238E27FC236}">
                <a16:creationId xmlns:a16="http://schemas.microsoft.com/office/drawing/2014/main" id="{B0ACDD26-E900-17C0-C92A-137C428DCC7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8240866" y="6997674"/>
            <a:ext cx="4619134" cy="2859464"/>
          </a:xfrm>
          <a:prstGeom prst="chevron">
            <a:avLst/>
          </a:prstGeom>
          <a:solidFill>
            <a:srgbClr val="FFFFFF"/>
          </a:solidFill>
          <a:ln w="65988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69856" tIns="109979" rIns="329938" bIns="109979" rtlCol="0" anchor="ctr">
            <a:noAutofit/>
          </a:bodyPr>
          <a:lstStyle/>
          <a:p>
            <a:pPr algn="ctr"/>
            <a:r>
              <a:rPr lang="pt-BR" sz="4330">
                <a:solidFill>
                  <a:srgbClr val="052FD3"/>
                </a:solidFill>
                <a:latin typeface="Encode Sans SemiBold" pitchFamily="2" charset="0"/>
              </a:rPr>
              <a:t>Provar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1708377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8006DB5-B958-DFCE-741A-97D7D36799BB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82290" y="1269229"/>
            <a:ext cx="24019419" cy="195157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565">
                <a:solidFill>
                  <a:srgbClr val="14161B"/>
                </a:solidFill>
                <a:latin typeface="Encode Sans SemiBold" pitchFamily="2" charset="0"/>
              </a:rPr>
              <a:t>Toda correção cria uma coisa nova pra observar</a:t>
            </a: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8CF4859B-1D18-CF83-2FD6-3049C8557E5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2164831" y="4505598"/>
            <a:ext cx="1651335" cy="1651335"/>
          </a:xfrm>
          <a:prstGeom prst="ellipse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50121" rIns="0" bIns="150121" rtlCol="0" anchor="ctr"/>
          <a:lstStyle/>
          <a:p>
            <a:pPr algn="ctr"/>
            <a:r>
              <a:rPr lang="pt-BR" sz="6147">
                <a:solidFill>
                  <a:srgbClr val="FFFF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480965E-32AD-451B-A635-9BD86498AF5E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4566773" y="4385501"/>
            <a:ext cx="17414080" cy="1050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5910">
                <a:solidFill>
                  <a:srgbClr val="14161B"/>
                </a:solidFill>
                <a:latin typeface="Encode Sans SemiBold" pitchFamily="2" charset="0"/>
              </a:rPr>
              <a:t>Uma janela de 20 minutos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15439C2-1554-0827-4A98-D10AAD2A85A9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566773" y="5466375"/>
            <a:ext cx="17414080" cy="900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4492">
                <a:solidFill>
                  <a:srgbClr val="5B6070"/>
                </a:solidFill>
                <a:latin typeface="Roboto" panose="02000000000000000000" pitchFamily="2" charset="0"/>
              </a:rPr>
              <a:t>é aposta, não verdade. O dado de uso confirma ou derruba.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5475765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8006DB5-B958-DFCE-741A-97D7D36799BB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82290" y="1269229"/>
            <a:ext cx="24019419" cy="195157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565">
                <a:solidFill>
                  <a:srgbClr val="14161B"/>
                </a:solidFill>
                <a:latin typeface="Encode Sans SemiBold" pitchFamily="2" charset="0"/>
              </a:rPr>
              <a:t>Toda correção cria uma coisa nova pra observar</a:t>
            </a: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8CF4859B-1D18-CF83-2FD6-3049C8557E5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2164831" y="4505598"/>
            <a:ext cx="1651335" cy="1651335"/>
          </a:xfrm>
          <a:prstGeom prst="ellipse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50121" rIns="0" bIns="150121" rtlCol="0" anchor="ctr"/>
          <a:lstStyle/>
          <a:p>
            <a:pPr algn="ctr"/>
            <a:r>
              <a:rPr lang="pt-BR" sz="6147">
                <a:solidFill>
                  <a:srgbClr val="FFFF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480965E-32AD-451B-A635-9BD86498AF5E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4566773" y="4385501"/>
            <a:ext cx="17414080" cy="1050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5910">
                <a:solidFill>
                  <a:srgbClr val="14161B"/>
                </a:solidFill>
                <a:latin typeface="Encode Sans SemiBold" pitchFamily="2" charset="0"/>
              </a:rPr>
              <a:t>Uma janela de 20 minutos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15439C2-1554-0827-4A98-D10AAD2A85A9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566773" y="5466375"/>
            <a:ext cx="17414080" cy="900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4492">
                <a:solidFill>
                  <a:srgbClr val="5B6070"/>
                </a:solidFill>
                <a:latin typeface="Roboto" panose="02000000000000000000" pitchFamily="2" charset="0"/>
              </a:rPr>
              <a:t>é aposta, não verdade. O dado de uso confirma ou derruba.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816D7DE6-F421-FDA8-B0CD-3407B01751F6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164831" y="7357904"/>
            <a:ext cx="1651335" cy="1651335"/>
          </a:xfrm>
          <a:prstGeom prst="ellipse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50121" rIns="0" bIns="150121" rtlCol="0" anchor="ctr"/>
          <a:lstStyle/>
          <a:p>
            <a:pPr algn="ctr"/>
            <a:r>
              <a:rPr lang="pt-BR" sz="6147">
                <a:solidFill>
                  <a:srgbClr val="FFFFFF"/>
                </a:solidFill>
                <a:latin typeface="Encode Sans SemiBold" pitchFamily="2" charset="0"/>
              </a:rPr>
              <a:t>2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E971B37-DCE1-2947-DFE7-72C5F9D52023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4566773" y="7237807"/>
            <a:ext cx="17414080" cy="1050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5910">
                <a:solidFill>
                  <a:srgbClr val="14161B"/>
                </a:solidFill>
                <a:latin typeface="Encode Sans SemiBold" pitchFamily="2" charset="0"/>
              </a:rPr>
              <a:t>Um aviso de “não concluída”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4AEB048-9A03-A0DD-A773-E4BF954A534C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4566773" y="8318681"/>
            <a:ext cx="17414080" cy="900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4492">
                <a:solidFill>
                  <a:srgbClr val="5B6070"/>
                </a:solidFill>
                <a:latin typeface="Roboto" panose="02000000000000000000" pitchFamily="2" charset="0"/>
              </a:rPr>
              <a:t>é honesto, mas agora alguém precisa ler.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8696037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f6efaed406_0_171"/>
          <p:cNvSpPr/>
          <p:nvPr/>
        </p:nvSpPr>
        <p:spPr>
          <a:xfrm>
            <a:off x="-165904" y="-150471"/>
            <a:ext cx="24692700" cy="14040000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f6efaed406_0_171" descr=" 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8899962" y="304800"/>
            <a:ext cx="5487086" cy="131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g3f6efaed406_0_171"/>
          <p:cNvSpPr/>
          <p:nvPr/>
        </p:nvSpPr>
        <p:spPr>
          <a:xfrm>
            <a:off x="23434429" y="406400"/>
            <a:ext cx="4746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" name="Google Shape;487;g3f6efaed406_0_171" descr=" 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23434429" y="406400"/>
            <a:ext cx="474375" cy="593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Google Shape;502;g3f6efaed406_0_171" descr="Ícone&#10;&#10;O conteúdo gerado por IA pode estar incorreto.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-2202249" y="-8621"/>
            <a:ext cx="1568332" cy="1001005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8006DB5-B958-DFCE-741A-97D7D36799BB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82290" y="1269229"/>
            <a:ext cx="24019419" cy="195157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7565">
                <a:solidFill>
                  <a:srgbClr val="14161B"/>
                </a:solidFill>
                <a:latin typeface="Encode Sans SemiBold" pitchFamily="2" charset="0"/>
              </a:rPr>
              <a:t>Toda correção cria uma coisa nova pra observar</a:t>
            </a: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8CF4859B-1D18-CF83-2FD6-3049C8557E5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2164831" y="4505598"/>
            <a:ext cx="1651335" cy="1651335"/>
          </a:xfrm>
          <a:prstGeom prst="ellipse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50121" rIns="0" bIns="150121" rtlCol="0" anchor="ctr"/>
          <a:lstStyle/>
          <a:p>
            <a:pPr algn="ctr"/>
            <a:r>
              <a:rPr lang="pt-BR" sz="6147">
                <a:solidFill>
                  <a:srgbClr val="FFFFFF"/>
                </a:solidFill>
                <a:latin typeface="Encode Sans SemiBold" pitchFamily="2" charset="0"/>
              </a:rPr>
              <a:t>1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480965E-32AD-451B-A635-9BD86498AF5E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4566773" y="4385501"/>
            <a:ext cx="17414080" cy="1050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5910">
                <a:solidFill>
                  <a:srgbClr val="14161B"/>
                </a:solidFill>
                <a:latin typeface="Encode Sans SemiBold" pitchFamily="2" charset="0"/>
              </a:rPr>
              <a:t>Uma janela de 20 minutos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15439C2-1554-0827-4A98-D10AAD2A85A9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566773" y="5466375"/>
            <a:ext cx="17414080" cy="900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4492">
                <a:solidFill>
                  <a:srgbClr val="5B6070"/>
                </a:solidFill>
                <a:latin typeface="Roboto" panose="02000000000000000000" pitchFamily="2" charset="0"/>
              </a:rPr>
              <a:t>é aposta, não verdade. O dado de uso confirma ou derruba.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816D7DE6-F421-FDA8-B0CD-3407B01751F6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164831" y="7357904"/>
            <a:ext cx="1651335" cy="1651335"/>
          </a:xfrm>
          <a:prstGeom prst="ellipse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50121" rIns="0" bIns="150121" rtlCol="0" anchor="ctr"/>
          <a:lstStyle/>
          <a:p>
            <a:pPr algn="ctr"/>
            <a:r>
              <a:rPr lang="pt-BR" sz="6147">
                <a:solidFill>
                  <a:srgbClr val="FFFFFF"/>
                </a:solidFill>
                <a:latin typeface="Encode Sans SemiBold" pitchFamily="2" charset="0"/>
              </a:rPr>
              <a:t>2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E971B37-DCE1-2947-DFE7-72C5F9D52023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4566773" y="7237807"/>
            <a:ext cx="17414080" cy="1050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5910">
                <a:solidFill>
                  <a:srgbClr val="14161B"/>
                </a:solidFill>
                <a:latin typeface="Encode Sans SemiBold" pitchFamily="2" charset="0"/>
              </a:rPr>
              <a:t>Um aviso de “não concluída”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4AEB048-9A03-A0DD-A773-E4BF954A534C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4566773" y="8318681"/>
            <a:ext cx="17414080" cy="900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4492">
                <a:solidFill>
                  <a:srgbClr val="5B6070"/>
                </a:solidFill>
                <a:latin typeface="Roboto" panose="02000000000000000000" pitchFamily="2" charset="0"/>
              </a:rPr>
              <a:t>é honesto, mas agora alguém precisa ler.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A3BEBE28-BAFF-0C29-0361-BACDF7B6E34D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2164831" y="10210210"/>
            <a:ext cx="1651335" cy="1651335"/>
          </a:xfrm>
          <a:prstGeom prst="ellipse">
            <a:avLst/>
          </a:prstGeom>
          <a:solidFill>
            <a:srgbClr val="052FD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50121" rIns="0" bIns="150121" rtlCol="0" anchor="ctr"/>
          <a:lstStyle/>
          <a:p>
            <a:pPr algn="ctr"/>
            <a:r>
              <a:rPr lang="pt-BR" sz="6147">
                <a:solidFill>
                  <a:srgbClr val="FFFFFF"/>
                </a:solidFill>
                <a:latin typeface="Encode Sans SemiBold" pitchFamily="2" charset="0"/>
              </a:rPr>
              <a:t>3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660CC40-B2C6-0772-7882-A42C2F77BDB0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4566773" y="10090113"/>
            <a:ext cx="17414080" cy="1050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5910">
                <a:solidFill>
                  <a:srgbClr val="14161B"/>
                </a:solidFill>
                <a:latin typeface="Encode Sans SemiBold" pitchFamily="2" charset="0"/>
              </a:rPr>
              <a:t>“2 de 220 g e 2 de 160 g”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F3A87BF-5A40-E023-5967-62DA135D3A80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4566773" y="11170987"/>
            <a:ext cx="17414080" cy="900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BR" sz="4492">
                <a:solidFill>
                  <a:srgbClr val="5B6070"/>
                </a:solidFill>
                <a:latin typeface="Roboto" panose="02000000000000000000" pitchFamily="2" charset="0"/>
              </a:rPr>
              <a:t>ainda não fecha sozinha. Somar é do código.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701217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\malh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art\cap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46696" y="0"/>
            <a:ext cx="16294608" cy="13716000"/>
          </a:xfrm>
          <a:prstGeom prst="rect">
            <a:avLst/>
          </a:prstGeom>
        </p:spPr>
      </p:pic>
      <p:pic>
        <p:nvPicPr>
          <p:cNvPr id="4" name="Image 2" descr="art\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08F3ECD4-FCD6-8CCB-CE84-16176FF04D6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000000">
              <a:alpha val="55000"/>
            </a:srgbClr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4FCF41D-D49F-9112-24C1-D949ED02F2C8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-610880" y="2750507"/>
            <a:ext cx="25605761" cy="3755511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16130">
                <a:solidFill>
                  <a:srgbClr val="FFFFFF"/>
                </a:solidFill>
                <a:latin typeface="Encode Sans SemiBold" pitchFamily="2" charset="0"/>
              </a:rPr>
              <a:t>Consertar não é o fim.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491BE0B-3928-4B54-D3F2-26C167C4C0E3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-865869" y="6806788"/>
            <a:ext cx="25605761" cy="1707051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8065">
                <a:solidFill>
                  <a:srgbClr val="FFFFFF"/>
                </a:solidFill>
                <a:latin typeface="Encode Sans" pitchFamily="2" charset="0"/>
              </a:rPr>
              <a:t>É o começo do que observar.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0290913-6254-7E34-2AE2-673B5246DF6D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-865869" y="9538070"/>
            <a:ext cx="25605761" cy="102423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sz="4032" spc="300">
                <a:solidFill>
                  <a:srgbClr val="C9CCD6"/>
                </a:solidFill>
                <a:latin typeface="Encode Sans" pitchFamily="2" charset="0"/>
              </a:rPr>
              <a:t>PRÓXIMA AULA: GUARDRAILS, TRANSPARÊNCIA E LGPD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888863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1"/>
  <p:tag name="LAYOUT" val="divisor"/>
  <p:tag name="BUILD" val="1/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4.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1/7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2/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3/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4/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5/7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6/7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6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2"/>
  <p:tag name="LAYOUT" val="conversa"/>
  <p:tag name="BUILD" val="7/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6"/>
  <p:tag name="CAL" val="6.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6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7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3"/>
  <p:tag name="LAYOUT" val="tabela"/>
  <p:tag name="BUILD" val="1/4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06.8"/>
  <p:tag name="CAL" val="5.7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3"/>
  <p:tag name="LAYOUT" val="tabela"/>
  <p:tag name="BUILD" val="2/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06.8"/>
  <p:tag name="CAL" val="5.7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3"/>
  <p:tag name="LAYOUT" val="tabela"/>
  <p:tag name="BUILD" val="3/4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06.8"/>
  <p:tag name="CAL" val="5.7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3"/>
  <p:tag name="LAYOUT" val="tabela"/>
  <p:tag name="BUILD" val="4/4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06.8"/>
  <p:tag name="CAL" val="5.7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4"/>
  <p:tag name="LAYOUT" val="cards3"/>
  <p:tag name="BUILD" val="1/4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0.7"/>
  <p:tag name="CAL" val="5.8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4"/>
  <p:tag name="LAYOUT" val="cards3"/>
  <p:tag name="BUILD" val="2/4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0.7"/>
  <p:tag name="CAL" val="5.8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4"/>
  <p:tag name="LAYOUT" val="cards3"/>
  <p:tag name="BUILD" val="3/4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0.7"/>
  <p:tag name="CAL" val="5.8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1"/>
  <p:tag name="ITEM" val="4"/>
  <p:tag name="LAYOUT" val="cards3"/>
  <p:tag name="BUILD" val="4/4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0.7"/>
  <p:tag name="CAL" val="5.8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5"/>
  <p:tag name="LAYOUT" val="divisor"/>
  <p:tag name="BUILD" val="1/1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4.0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6"/>
  <p:tag name="LAYOUT" val="cards3"/>
  <p:tag name="BUILD" val="1/3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7.3"/>
  <p:tag name="CAL" val="5.7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6"/>
  <p:tag name="LAYOUT" val="cards3"/>
  <p:tag name="BUILD" val="2/3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7.3"/>
  <p:tag name="CAL" val="5.7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6"/>
  <p:tag name="LAYOUT" val="cards3"/>
  <p:tag name="BUILD" val="3/3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7.3"/>
  <p:tag name="CAL" val="5.7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7"/>
  <p:tag name="LAYOUT" val="imagem"/>
  <p:tag name="BUILD" val="1/3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630"/>
  <p:tag name="CY" val="297.5"/>
  <p:tag name="CAL" val="8.0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7"/>
  <p:tag name="LAYOUT" val="imagem"/>
  <p:tag name="BUILD" val="2/3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630"/>
  <p:tag name="CY" val="297.5"/>
  <p:tag name="CAL" val="8.0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7"/>
  <p:tag name="LAYOUT" val="imagem"/>
  <p:tag name="BUILD" val="3/3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630"/>
  <p:tag name="CY" val="297.5"/>
  <p:tag name="CAL" val="8.0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8"/>
  <p:tag name="LAYOUT" val="circulo"/>
  <p:tag name="BUILD" val="1/1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4.5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9"/>
  <p:tag name="LAYOUT" val="ramos"/>
  <p:tag name="BUILD" val="1/3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5"/>
  <p:tag name="CAL" val="6.5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9"/>
  <p:tag name="LAYOUT" val="ramos"/>
  <p:tag name="BUILD" val="2/3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5"/>
  <p:tag name="CAL" val="6.5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2"/>
  <p:tag name="ITEM" val="9"/>
  <p:tag name="LAYOUT" val="ramos"/>
  <p:tag name="BUILD" val="3/3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2.5"/>
  <p:tag name="CAL" val="6.5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0"/>
  <p:tag name="LAYOUT" val="divisor"/>
  <p:tag name="BUILD" val="1/1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3.5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1"/>
  <p:tag name="LAYOUT" val="citacao"/>
  <p:tag name="BUILD" val="1/1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51.2"/>
  <p:tag name="CAL" val="2.8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2"/>
  <p:tag name="LAYOUT" val="decisoes"/>
  <p:tag name="BUILD" val="1/5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3.0"/>
  <p:tag name="CAL" val="4.5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2"/>
  <p:tag name="LAYOUT" val="decisoes"/>
  <p:tag name="BUILD" val="2/5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3.0"/>
  <p:tag name="CAL" val="4.5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2"/>
  <p:tag name="LAYOUT" val="decisoes"/>
  <p:tag name="BUILD" val="3/5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3.0"/>
  <p:tag name="CAL" val="4.5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2"/>
  <p:tag name="LAYOUT" val="decisoes"/>
  <p:tag name="BUILD" val="4/5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3.0"/>
  <p:tag name="CAL" val="4.5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2"/>
  <p:tag name="LAYOUT" val="decisoes"/>
  <p:tag name="BUILD" val="5/5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3.0"/>
  <p:tag name="CAL" val="4.5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3"/>
  <p:tag name="LAYOUT" val="regua"/>
  <p:tag name="BUILD" val="1/5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58.1"/>
  <p:tag name="CAL" val="6.9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3"/>
  <p:tag name="LAYOUT" val="regua"/>
  <p:tag name="BUILD" val="2/5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58.1"/>
  <p:tag name="CAL" val="6.9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3"/>
  <p:tag name="LAYOUT" val="regua"/>
  <p:tag name="BUILD" val="3/5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58.1"/>
  <p:tag name="CAL" val="6.9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3"/>
  <p:tag name="LAYOUT" val="regua"/>
  <p:tag name="BUILD" val="4/5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58.1"/>
  <p:tag name="CAL" val="6.9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3"/>
  <p:tag name="ITEM" val="13"/>
  <p:tag name="LAYOUT" val="regua"/>
  <p:tag name="BUILD" val="5/5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58.1"/>
  <p:tag name="CAL" val="6.9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4"/>
  <p:tag name="LAYOUT" val="divisor"/>
  <p:tag name="BUILD" val="1/1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3.5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5"/>
  <p:tag name="LAYOUT" val="codigo"/>
  <p:tag name="BUILD" val="1/2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9.5"/>
  <p:tag name="CAL" val="6.5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5"/>
  <p:tag name="LAYOUT" val="codigo"/>
  <p:tag name="BUILD" val="2/2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9.5"/>
  <p:tag name="CAL" val="6.5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0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6"/>
  <p:tag name="LAYOUT" val="padrao"/>
  <p:tag name="BUILD" val="1/3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2.4"/>
  <p:tag name="CAL" val="6.6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6"/>
  <p:tag name="LAYOUT" val="padrao"/>
  <p:tag name="BUILD" val="2/3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2.4"/>
  <p:tag name="CAL" val="6.6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6"/>
  <p:tag name="LAYOUT" val="padrao"/>
  <p:tag name="BUILD" val="3/3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32.4"/>
  <p:tag name="CAL" val="6.6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7"/>
  <p:tag name="LAYOUT" val="contraste"/>
  <p:tag name="BUILD" val="1/2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21.4"/>
  <p:tag name="CAL" val="-1.9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7"/>
  <p:tag name="LAYOUT" val="contraste"/>
  <p:tag name="BUILD" val="2/2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21.4"/>
  <p:tag name="CAL" val="-1.9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8"/>
  <p:tag name="LAYOUT" val="imagem"/>
  <p:tag name="BUILD" val="1/3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630"/>
  <p:tag name="CY" val="324.9"/>
  <p:tag name="CAL" val="-0.9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8"/>
  <p:tag name="LAYOUT" val="imagem"/>
  <p:tag name="BUILD" val="2/3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630"/>
  <p:tag name="CY" val="324.9"/>
  <p:tag name="CAL" val="-0.9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4"/>
  <p:tag name="ITEM" val="18"/>
  <p:tag name="LAYOUT" val="imagem"/>
  <p:tag name="BUILD" val="3/3"/>
</p:tagLst>
</file>

<file path=ppt/tags/tag5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5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IMAGEM"/>
  <p:tag name="FRAME" val="0"/>
</p:tagLst>
</file>

<file path=ppt/tags/tag5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630"/>
  <p:tag name="CY" val="324.9"/>
  <p:tag name="CAL" val="-0.9"/>
</p:tagLst>
</file>

<file path=ppt/tags/tag5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5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5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5"/>
  <p:tag name="ITEM" val="19"/>
  <p:tag name="LAYOUT" val="divisor"/>
  <p:tag name="BUILD" val="1/1"/>
</p:tagLst>
</file>

<file path=ppt/tags/tag5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3.5"/>
</p:tagLst>
</file>

<file path=ppt/tags/tag5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5"/>
  <p:tag name="ITEM" val="20"/>
  <p:tag name="LAYOUT" val="caminhos"/>
  <p:tag name="BUILD" val="1/2"/>
</p:tagLst>
</file>

<file path=ppt/tags/tag5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0.5"/>
  <p:tag name="CAL" val="4.5"/>
</p:tagLst>
</file>

<file path=ppt/tags/tag5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5"/>
  <p:tag name="ITEM" val="20"/>
  <p:tag name="LAYOUT" val="caminhos"/>
  <p:tag name="BUILD" val="2/2"/>
</p:tagLst>
</file>

<file path=ppt/tags/tag5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30.5"/>
  <p:tag name="CAL" val="4.5"/>
</p:tagLst>
</file>

<file path=ppt/tags/tag5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5"/>
  <p:tag name="ITEM" val="21"/>
  <p:tag name="LAYOUT" val="conversa"/>
  <p:tag name="BUILD" val="1/3"/>
</p:tagLst>
</file>

<file path=ppt/tags/tag5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20.5"/>
  <p:tag name="CAL" val="6.5"/>
</p:tagLst>
</file>

<file path=ppt/tags/tag5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5"/>
  <p:tag name="ITEM" val="21"/>
  <p:tag name="LAYOUT" val="conversa"/>
  <p:tag name="BUILD" val="2/3"/>
</p:tagLst>
</file>

<file path=ppt/tags/tag5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20.5"/>
  <p:tag name="CAL" val="6.5"/>
</p:tagLst>
</file>

<file path=ppt/tags/tag5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5"/>
  <p:tag name="ITEM" val="21"/>
  <p:tag name="LAYOUT" val="conversa"/>
  <p:tag name="BUILD" val="3/3"/>
</p:tagLst>
</file>

<file path=ppt/tags/tag5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20.5"/>
  <p:tag name="CAL" val="6.5"/>
</p:tagLst>
</file>

<file path=ppt/tags/tag5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5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2"/>
  <p:tag name="LAYOUT" val="divisor"/>
  <p:tag name="BUILD" val="1/1"/>
</p:tagLst>
</file>

<file path=ppt/tags/tag5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3.5"/>
</p:tagLst>
</file>

<file path=ppt/tags/tag5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3"/>
  <p:tag name="LAYOUT" val="circulo"/>
  <p:tag name="BUILD" val="1/1"/>
</p:tagLst>
</file>

<file path=ppt/tags/tag5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2.0"/>
</p:tagLst>
</file>

<file path=ppt/tags/tag5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4"/>
  <p:tag name="LAYOUT" val="timeline"/>
  <p:tag name="BUILD" val="1/5"/>
</p:tagLst>
</file>

<file path=ppt/tags/tag5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66.5"/>
  <p:tag name="CAL" val="6.0"/>
</p:tagLst>
</file>

<file path=ppt/tags/tag5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4"/>
  <p:tag name="LAYOUT" val="timeline"/>
  <p:tag name="BUILD" val="2/5"/>
</p:tagLst>
</file>

<file path=ppt/tags/tag5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66.5"/>
  <p:tag name="CAL" val="6.0"/>
</p:tagLst>
</file>

<file path=ppt/tags/tag5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4"/>
  <p:tag name="LAYOUT" val="timeline"/>
  <p:tag name="BUILD" val="3/5"/>
</p:tagLst>
</file>

<file path=ppt/tags/tag5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66.5"/>
  <p:tag name="CAL" val="6.0"/>
</p:tagLst>
</file>

<file path=ppt/tags/tag5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5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5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5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5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5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5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5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5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5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4"/>
  <p:tag name="LAYOUT" val="timeline"/>
  <p:tag name="BUILD" val="4/5"/>
</p:tagLst>
</file>

<file path=ppt/tags/tag6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66.5"/>
  <p:tag name="CAL" val="6.0"/>
</p:tagLst>
</file>

<file path=ppt/tags/tag6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6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6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6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6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6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6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4"/>
  <p:tag name="LAYOUT" val="timeline"/>
  <p:tag name="BUILD" val="5/5"/>
</p:tagLst>
</file>

<file path=ppt/tags/tag6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266.5"/>
  <p:tag name="CAL" val="6.0"/>
</p:tagLst>
</file>

<file path=ppt/tags/tag6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6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6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6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6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4"/>
</p:tagLst>
</file>

<file path=ppt/tags/tag6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6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6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6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6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5"/>
</p:tagLst>
</file>

<file path=ppt/tags/tag6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5"/>
  <p:tag name="LAYOUT" val="criterio"/>
  <p:tag name="BUILD" val="1/3"/>
</p:tagLst>
</file>

<file path=ppt/tags/tag6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9.4"/>
  <p:tag name="CAL" val="8.1"/>
</p:tagLst>
</file>

<file path=ppt/tags/tag6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5"/>
  <p:tag name="LAYOUT" val="criterio"/>
  <p:tag name="BUILD" val="2/3"/>
</p:tagLst>
</file>

<file path=ppt/tags/tag6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9.4"/>
  <p:tag name="CAL" val="8.1"/>
</p:tagLst>
</file>

<file path=ppt/tags/tag6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5"/>
  <p:tag name="LAYOUT" val="criterio"/>
  <p:tag name="BUILD" val="3/3"/>
</p:tagLst>
</file>

<file path=ppt/tags/tag6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9.4"/>
  <p:tag name="CAL" val="8.1"/>
</p:tagLst>
</file>

<file path=ppt/tags/tag6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6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6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6"/>
  <p:tag name="LAYOUT" val="numeros"/>
  <p:tag name="BUILD" val="1/3"/>
</p:tagLst>
</file>

<file path=ppt/tags/tag6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5.7"/>
  <p:tag name="CAL" val="5.8"/>
</p:tagLst>
</file>

<file path=ppt/tags/tag6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6"/>
  <p:tag name="LAYOUT" val="numeros"/>
  <p:tag name="BUILD" val="2/3"/>
</p:tagLst>
</file>

<file path=ppt/tags/tag6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5.7"/>
  <p:tag name="CAL" val="5.8"/>
</p:tagLst>
</file>

<file path=ppt/tags/tag6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6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2.6"/>
  <p:tag name="ITEM" val="26"/>
  <p:tag name="LAYOUT" val="numeros"/>
  <p:tag name="BUILD" val="3/3"/>
</p:tagLst>
</file>

<file path=ppt/tags/tag6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75.7"/>
  <p:tag name="CAL" val="5.8"/>
</p:tagLst>
</file>

<file path=ppt/tags/tag6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6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6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6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7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7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7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7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7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7"/>
  <p:tag name="LAYOUT" val="divisor"/>
  <p:tag name="BUILD" val="1/1"/>
</p:tagLst>
</file>

<file path=ppt/tags/tag7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540"/>
  <p:tag name="CAL" val="14.0"/>
</p:tagLst>
</file>

<file path=ppt/tags/tag7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8"/>
  <p:tag name="LAYOUT" val="ciclo"/>
  <p:tag name="BUILD" val="1/5"/>
</p:tagLst>
</file>

<file path=ppt/tags/tag7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347.5"/>
  <p:tag name="CAL" val="-1.5"/>
</p:tagLst>
</file>

<file path=ppt/tags/tag7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8"/>
  <p:tag name="LAYOUT" val="ciclo"/>
  <p:tag name="BUILD" val="2/5"/>
</p:tagLst>
</file>

<file path=ppt/tags/tag7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347.5"/>
  <p:tag name="CAL" val="-1.5"/>
</p:tagLst>
</file>

<file path=ppt/tags/tag7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8"/>
  <p:tag name="LAYOUT" val="ciclo"/>
  <p:tag name="BUILD" val="3/5"/>
</p:tagLst>
</file>

<file path=ppt/tags/tag7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347.5"/>
  <p:tag name="CAL" val="-1.5"/>
</p:tagLst>
</file>

<file path=ppt/tags/tag7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7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8"/>
  <p:tag name="LAYOUT" val="ciclo"/>
  <p:tag name="BUILD" val="4/5"/>
</p:tagLst>
</file>

<file path=ppt/tags/tag7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347.5"/>
  <p:tag name="CAL" val="-1.5"/>
</p:tagLst>
</file>

<file path=ppt/tags/tag7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7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7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8"/>
  <p:tag name="LAYOUT" val="ciclo"/>
  <p:tag name="BUILD" val="5/5"/>
</p:tagLst>
</file>

<file path=ppt/tags/tag7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347.5"/>
  <p:tag name="CAL" val="-1.5"/>
</p:tagLst>
</file>

<file path=ppt/tags/tag7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7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4"/>
</p:tagLst>
</file>

<file path=ppt/tags/tag7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5"/>
</p:tagLst>
</file>

<file path=ppt/tags/tag7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9"/>
  <p:tag name="LAYOUT" val="lista"/>
  <p:tag name="BUILD" val="1/3"/>
</p:tagLst>
</file>

<file path=ppt/tags/tag7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3.4"/>
  <p:tag name="CAL" val="6.6"/>
</p:tagLst>
</file>

<file path=ppt/tags/tag7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7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7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9"/>
  <p:tag name="LAYOUT" val="lista"/>
  <p:tag name="BUILD" val="2/3"/>
</p:tagLst>
</file>

<file path=ppt/tags/tag7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3.4"/>
  <p:tag name="CAL" val="6.6"/>
</p:tagLst>
</file>

<file path=ppt/tags/tag7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7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7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29"/>
  <p:tag name="LAYOUT" val="lista"/>
  <p:tag name="BUILD" val="3/3"/>
</p:tagLst>
</file>

<file path=ppt/tags/tag7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183.4"/>
  <p:tag name="CAL" val="6.6"/>
</p:tagLst>
</file>

<file path=ppt/tags/tag7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1"/>
</p:tagLst>
</file>

<file path=ppt/tags/tag7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7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1"/>
</p:tagLst>
</file>

<file path=ppt/tags/tag7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2"/>
</p:tagLst>
</file>

<file path=ppt/tags/tag7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2"/>
</p:tagLst>
</file>

<file path=ppt/tags/tag7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ORMA"/>
  <p:tag name="FRAME" val="3"/>
</p:tagLst>
</file>

<file path=ppt/tags/tag7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7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3"/>
</p:tagLst>
</file>

<file path=ppt/tags/tag7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DEO" val="4.5"/>
  <p:tag name="ITEM" val="30"/>
  <p:tag name="LAYOUT" val="hero"/>
  <p:tag name="BUILD" val="1/1"/>
</p:tagLst>
</file>

<file path=ppt/tags/tag7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VEU"/>
  <p:tag name="FRAME" val="0"/>
</p:tagLst>
</file>

<file path=ppt/tags/tag7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ULO"/>
  <p:tag name="FRAME" val="0"/>
  <p:tag name="CX" val="960"/>
  <p:tag name="CY" val="361.2"/>
  <p:tag name="CAL" val="-3.2"/>
</p:tagLst>
</file>

<file path=ppt/tags/tag7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ags/tag7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XTO"/>
  <p:tag name="FRAME" val="0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5518</Words>
  <Application>Microsoft Office PowerPoint</Application>
  <PresentationFormat>Personalizar</PresentationFormat>
  <Paragraphs>754</Paragraphs>
  <Slides>79</Slides>
  <Notes>79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79</vt:i4>
      </vt:variant>
    </vt:vector>
  </HeadingPairs>
  <TitlesOfParts>
    <vt:vector size="87" baseType="lpstr">
      <vt:lpstr>Roboto</vt:lpstr>
      <vt:lpstr>Ubuntu Mono</vt:lpstr>
      <vt:lpstr>Segoe UI Symbol</vt:lpstr>
      <vt:lpstr>Arial</vt:lpstr>
      <vt:lpstr>Encode Sans</vt:lpstr>
      <vt:lpstr>Calibri</vt:lpstr>
      <vt:lpstr>Encode Sans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Stephanie Oliveira</cp:lastModifiedBy>
  <cp:revision>7</cp:revision>
  <dcterms:created xsi:type="dcterms:W3CDTF">2026-05-21T14:37:33Z</dcterms:created>
  <dcterms:modified xsi:type="dcterms:W3CDTF">2026-09-17T18:10:20Z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0x0101004E133AF67FF10146B05A1D97AC567966</vt:lpwstr>
  </property>
  <property fmtid="{D5CDD505-2E9C-101B-9397-08002B2CF9AE}" pid="3" name="MediaServiceImageTags">
    <vt:lpwstr/>
  </property>
</Properties>
</file>