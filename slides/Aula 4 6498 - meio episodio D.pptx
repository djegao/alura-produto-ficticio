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7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8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0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11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12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13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14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15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notesSlides/notesSlide16.xml" ContentType="application/vnd.openxmlformats-officedocument.presentationml.notesSlid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17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18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19.xml" ContentType="application/vnd.openxmlformats-officedocument.presentationml.notesSlide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20.xml" ContentType="application/vnd.openxmlformats-officedocument.presentationml.notesSlide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notesSlides/notesSlide21.xml" ContentType="application/vnd.openxmlformats-officedocument.presentationml.notesSlid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notesSlides/notesSlide22.xml" ContentType="application/vnd.openxmlformats-officedocument.presentationml.notesSlide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notesSlides/notesSlide23.xml" ContentType="application/vnd.openxmlformats-officedocument.presentationml.notesSlide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notesSlides/notesSlide24.xml" ContentType="application/vnd.openxmlformats-officedocument.presentationml.notesSlide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notesSlides/notesSlide25.xml" ContentType="application/vnd.openxmlformats-officedocument.presentationml.notesSlide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notesSlides/notesSlide26.xml" ContentType="application/vnd.openxmlformats-officedocument.presentationml.notesSlide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notesSlides/notesSlide27.xml" ContentType="application/vnd.openxmlformats-officedocument.presentationml.notesSlid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notesSlides/notesSlide28.xml" ContentType="application/vnd.openxmlformats-officedocument.presentationml.notesSlide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notesSlides/notesSlide29.xml" ContentType="application/vnd.openxmlformats-officedocument.presentationml.notesSlide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notesSlides/notesSlide30.xml" ContentType="application/vnd.openxmlformats-officedocument.presentationml.notesSlide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31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notesSlides/notesSlide32.xml" ContentType="application/vnd.openxmlformats-officedocument.presentationml.notesSlide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notesSlides/notesSlide33.xml" ContentType="application/vnd.openxmlformats-officedocument.presentationml.notesSlide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notesSlides/notesSlide34.xml" ContentType="application/vnd.openxmlformats-officedocument.presentationml.notesSlide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notesSlides/notesSlide35.xml" ContentType="application/vnd.openxmlformats-officedocument.presentationml.notesSlide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notesSlides/notesSlide36.xml" ContentType="application/vnd.openxmlformats-officedocument.presentationml.notesSlide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notesSlides/notesSlide37.xml" ContentType="application/vnd.openxmlformats-officedocument.presentationml.notesSlide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notesSlides/notesSlide38.xml" ContentType="application/vnd.openxmlformats-officedocument.presentationml.notesSlide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notesSlides/notesSlide39.xml" ContentType="application/vnd.openxmlformats-officedocument.presentationml.notesSlide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notesSlides/notesSlide40.xml" ContentType="application/vnd.openxmlformats-officedocument.presentationml.notesSlide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notesSlides/notesSlide41.xml" ContentType="application/vnd.openxmlformats-officedocument.presentationml.notesSlide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notesSlides/notesSlide42.xml" ContentType="application/vnd.openxmlformats-officedocument.presentationml.notesSlide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notesSlides/notesSlide43.xml" ContentType="application/vnd.openxmlformats-officedocument.presentationml.notesSlide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notesSlides/notesSlide44.xml" ContentType="application/vnd.openxmlformats-officedocument.presentationml.notesSlide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notesSlides/notesSlide45.xml" ContentType="application/vnd.openxmlformats-officedocument.presentationml.notesSlide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notesSlides/notesSlide46.xml" ContentType="application/vnd.openxmlformats-officedocument.presentationml.notesSlide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notesSlides/notesSlide47.xml" ContentType="application/vnd.openxmlformats-officedocument.presentationml.notesSlide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notesSlides/notesSlide48.xml" ContentType="application/vnd.openxmlformats-officedocument.presentationml.notesSlide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notesSlides/notesSlide49.xml" ContentType="application/vnd.openxmlformats-officedocument.presentationml.notesSlide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notesSlides/notesSlide50.xml" ContentType="application/vnd.openxmlformats-officedocument.presentationml.notesSlide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notesSlides/notesSlide51.xml" ContentType="application/vnd.openxmlformats-officedocument.presentationml.notesSlide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notesSlides/notesSlide52.xml" ContentType="application/vnd.openxmlformats-officedocument.presentationml.notesSlide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notesSlides/notesSlide53.xml" ContentType="application/vnd.openxmlformats-officedocument.presentationml.notesSlide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notesSlides/notesSlide54.xml" ContentType="application/vnd.openxmlformats-officedocument.presentationml.notesSlide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notesSlides/notesSlide55.xml" ContentType="application/vnd.openxmlformats-officedocument.presentationml.notesSlide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notesSlides/notesSlide56.xml" ContentType="application/vnd.openxmlformats-officedocument.presentationml.notesSlide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notesSlides/notesSlide57.xml" ContentType="application/vnd.openxmlformats-officedocument.presentationml.notesSlide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notesSlides/notesSlide58.xml" ContentType="application/vnd.openxmlformats-officedocument.presentationml.notesSlide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notesSlides/notesSlide59.xml" ContentType="application/vnd.openxmlformats-officedocument.presentationml.notesSlide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notesSlides/notesSlide60.xml" ContentType="application/vnd.openxmlformats-officedocument.presentationml.notesSlide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notesSlides/notesSlide61.xml" ContentType="application/vnd.openxmlformats-officedocument.presentationml.notesSlide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notesSlides/notesSlide62.xml" ContentType="application/vnd.openxmlformats-officedocument.presentationml.notesSlide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notesSlides/notesSlide63.xml" ContentType="application/vnd.openxmlformats-officedocument.presentationml.notesSlide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notesSlides/notesSlide64.xml" ContentType="application/vnd.openxmlformats-officedocument.presentationml.notesSlide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notesSlides/notesSlide65.xml" ContentType="application/vnd.openxmlformats-officedocument.presentationml.notesSlide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notesSlides/notesSlide66.xml" ContentType="application/vnd.openxmlformats-officedocument.presentationml.notesSlide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notesSlides/notesSlide67.xml" ContentType="application/vnd.openxmlformats-officedocument.presentationml.notesSlide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notesSlides/notesSlide68.xml" ContentType="application/vnd.openxmlformats-officedocument.presentationml.notesSlide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notesSlides/notesSlide69.xml" ContentType="application/vnd.openxmlformats-officedocument.presentationml.notesSlide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notesSlides/notesSlide70.xml" ContentType="application/vnd.openxmlformats-officedocument.presentationml.notesSlide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notesSlides/notesSlide71.xml" ContentType="application/vnd.openxmlformats-officedocument.presentationml.notesSlide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notesSlides/notesSlide72.xml" ContentType="application/vnd.openxmlformats-officedocument.presentationml.notesSlide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notesSlides/notesSlide73.xml" ContentType="application/vnd.openxmlformats-officedocument.presentationml.notesSlide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notesSlides/notesSlide74.xml" ContentType="application/vnd.openxmlformats-officedocument.presentationml.notesSlide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notesSlides/notesSlide75.xml" ContentType="application/vnd.openxmlformats-officedocument.presentationml.notesSlide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notesSlides/notesSlide76.xml" ContentType="application/vnd.openxmlformats-officedocument.presentationml.notesSlide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notesSlides/notesSlide77.xml" ContentType="application/vnd.openxmlformats-officedocument.presentationml.notesSlide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notesSlides/notesSlide78.xml" ContentType="application/vnd.openxmlformats-officedocument.presentationml.notesSlide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1"/>
  </p:notesMasterIdLst>
  <p:sldIdLst>
    <p:sldId id="329" r:id="rId2"/>
    <p:sldId id="331" r:id="rId3"/>
    <p:sldId id="332" r:id="rId4"/>
    <p:sldId id="333" r:id="rId5"/>
    <p:sldId id="334" r:id="rId6"/>
    <p:sldId id="335" r:id="rId7"/>
    <p:sldId id="336" r:id="rId8"/>
    <p:sldId id="330" r:id="rId9"/>
    <p:sldId id="338" r:id="rId10"/>
    <p:sldId id="339" r:id="rId11"/>
    <p:sldId id="340" r:id="rId12"/>
    <p:sldId id="337" r:id="rId13"/>
    <p:sldId id="342" r:id="rId14"/>
    <p:sldId id="343" r:id="rId15"/>
    <p:sldId id="344" r:id="rId16"/>
    <p:sldId id="341" r:id="rId17"/>
    <p:sldId id="345" r:id="rId18"/>
    <p:sldId id="347" r:id="rId19"/>
    <p:sldId id="348" r:id="rId20"/>
    <p:sldId id="346" r:id="rId21"/>
    <p:sldId id="350" r:id="rId22"/>
    <p:sldId id="351" r:id="rId23"/>
    <p:sldId id="349" r:id="rId24"/>
    <p:sldId id="352" r:id="rId25"/>
    <p:sldId id="354" r:id="rId26"/>
    <p:sldId id="355" r:id="rId27"/>
    <p:sldId id="353" r:id="rId28"/>
    <p:sldId id="356" r:id="rId29"/>
    <p:sldId id="357" r:id="rId30"/>
    <p:sldId id="359" r:id="rId31"/>
    <p:sldId id="360" r:id="rId32"/>
    <p:sldId id="361" r:id="rId33"/>
    <p:sldId id="362" r:id="rId34"/>
    <p:sldId id="358" r:id="rId35"/>
    <p:sldId id="364" r:id="rId36"/>
    <p:sldId id="365" r:id="rId37"/>
    <p:sldId id="366" r:id="rId38"/>
    <p:sldId id="367" r:id="rId39"/>
    <p:sldId id="363" r:id="rId40"/>
    <p:sldId id="368" r:id="rId41"/>
    <p:sldId id="370" r:id="rId42"/>
    <p:sldId id="369" r:id="rId43"/>
    <p:sldId id="372" r:id="rId44"/>
    <p:sldId id="373" r:id="rId45"/>
    <p:sldId id="371" r:id="rId46"/>
    <p:sldId id="375" r:id="rId47"/>
    <p:sldId id="374" r:id="rId48"/>
    <p:sldId id="377" r:id="rId49"/>
    <p:sldId id="378" r:id="rId50"/>
    <p:sldId id="376" r:id="rId51"/>
    <p:sldId id="379" r:id="rId52"/>
    <p:sldId id="381" r:id="rId53"/>
    <p:sldId id="380" r:id="rId54"/>
    <p:sldId id="383" r:id="rId55"/>
    <p:sldId id="384" r:id="rId56"/>
    <p:sldId id="382" r:id="rId57"/>
    <p:sldId id="385" r:id="rId58"/>
    <p:sldId id="386" r:id="rId59"/>
    <p:sldId id="388" r:id="rId60"/>
    <p:sldId id="389" r:id="rId61"/>
    <p:sldId id="390" r:id="rId62"/>
    <p:sldId id="391" r:id="rId63"/>
    <p:sldId id="387" r:id="rId64"/>
    <p:sldId id="393" r:id="rId65"/>
    <p:sldId id="394" r:id="rId66"/>
    <p:sldId id="392" r:id="rId67"/>
    <p:sldId id="396" r:id="rId68"/>
    <p:sldId id="397" r:id="rId69"/>
    <p:sldId id="395" r:id="rId70"/>
    <p:sldId id="398" r:id="rId71"/>
    <p:sldId id="400" r:id="rId72"/>
    <p:sldId id="401" r:id="rId73"/>
    <p:sldId id="402" r:id="rId74"/>
    <p:sldId id="403" r:id="rId75"/>
    <p:sldId id="399" r:id="rId76"/>
    <p:sldId id="405" r:id="rId77"/>
    <p:sldId id="406" r:id="rId78"/>
    <p:sldId id="404" r:id="rId79"/>
    <p:sldId id="407" r:id="rId80"/>
  </p:sldIdLst>
  <p:sldSz cx="24387175" cy="13716000"/>
  <p:notesSz cx="13716000" cy="24387175"/>
  <p:embeddedFontLst>
    <p:embeddedFont>
      <p:font typeface="Encode Sans" pitchFamily="2" charset="0"/>
      <p:regular r:id="rId82"/>
      <p:bold r:id="rId83"/>
    </p:embeddedFont>
    <p:embeddedFont>
      <p:font typeface="Encode Sans SemiBold" pitchFamily="2" charset="0"/>
      <p:regular r:id="rId84"/>
      <p:bold r:id="rId85"/>
    </p:embeddedFont>
    <p:embeddedFont>
      <p:font typeface="Roboto" panose="02000000000000000000" pitchFamily="2" charset="0"/>
      <p:regular r:id="rId86"/>
      <p:bold r:id="rId87"/>
      <p:italic r:id="rId88"/>
      <p:boldItalic r:id="rId89"/>
    </p:embeddedFont>
    <p:embeddedFont>
      <p:font typeface="Segoe UI Symbol" panose="020B0502040204020203" pitchFamily="34" charset="0"/>
      <p:regular r:id="rId90"/>
    </p:embeddedFont>
    <p:embeddedFont>
      <p:font typeface="Ubuntu Mono" panose="020B0309030602030204" pitchFamily="49" charset="0"/>
      <p:regular r:id="rId91"/>
      <p:bold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339">
          <p15:clr>
            <a:srgbClr val="747775"/>
          </p15:clr>
        </p15:guide>
        <p15:guide id="2" pos="768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3" roundtripDataSignature="AMtx7mhO2+9mf9/IodkjW8n4ottlZ3Z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561" autoAdjust="0"/>
  </p:normalViewPr>
  <p:slideViewPr>
    <p:cSldViewPr snapToGrid="0">
      <p:cViewPr varScale="1">
        <p:scale>
          <a:sx n="42" d="100"/>
          <a:sy n="42" d="100"/>
        </p:scale>
        <p:origin x="1596" y="48"/>
      </p:cViewPr>
      <p:guideLst>
        <p:guide orient="horz" pos="5339"/>
        <p:guide pos="7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3.fntdata"/><Relationship Id="rId89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9.fntdata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2.fntdata"/><Relationship Id="rId88" Type="http://schemas.openxmlformats.org/officeDocument/2006/relationships/font" Target="fonts/font7.fntdata"/><Relationship Id="rId91" Type="http://schemas.openxmlformats.org/officeDocument/2006/relationships/font" Target="fonts/font10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font" Target="fonts/font5.fntdata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9025"/>
            <a:ext cx="9144450" cy="9145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3de5a4e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3de5a4e7f_0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aula passada eu mostrei esse achado. Agora ele vira o fio de um ciclo inteiro: decidir, corrigir e provar.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3de5a4e7f_0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1/7] Essa é uma conversa real, no Telegram, 14 de setembro. Começa comigo perguntando o que a gente vai comer na sexta.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2/7] Aí eu cozinho e conto pro produto: hambúrguer de patinho, 220 gramas pra mim, 160 pra minha esposa, dois de cada, no congelador.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3/7] E ele pergunta quantas porções rendeu — exatamente como eu desenhei: quando falta o número, perguntar, nunca chutar.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4/7] Eu respondo. Do jeito que qualquer um responderia: sem repetir o nome do prato, porque ele acabou de perguntar sobre ele.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5/7] E ele pergunta de novo. Mais genérico ainda — agora nem sabe mais de que prato a gente está falando.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6/7] Eu tento pela terceira vez, só o nome do prato.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7/7] E acabou num emoji. Nada deu erro: nenhum log, nenhum alarme, nenhuma linha vermelha. O hambúrguer simplesmente não existe no sistema.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1/4] Eu fui olhar trace por trace, no Langfuse. Mensagem 1, "o que vamos comer na sexta": desejo. Certo. E não gravou nada, porque não tem nada pra gravar.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2/4] Mensagem 2: porcionamento, prato certo, sem número. Certo também — eu realmente não disse quantas porções. Gravado: nada. Só a pergunta, que ninguém guardou.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3/4] Mensagem 3: porcionamento, com o número, sem o prato. Também está certo — eu não disse o prato. E de novo: nada gravado, outra pergunta.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4/4] Mensagem 4: desejo. Uma frase solta, sem verbo, parece mesmo um desejo. Quatro classificações, quatro acertos. E olha a última coluna inteira: nada, nada, nada, nada.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1/4] Então eu rodo o mesmo diagnóstico dos outros episódios. O prompt? Correto. Pediu exatamente o que devia, nas quatro chamadas.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2/4] Os dados? Corretos. O texto que chegou era claro — qualquer pessoa entenderia.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3/4] O modelo? Acertou quatro de quatro. Nenhuma classificação errada na sequência inteira.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4/4] Nenhum dos três explica. A causa é uma quarta categoria: arquitetura. A pergunta foi feita e ninguém guardou que ela foi feita. Eu já sei o que quebrou — antes de abrir código, eu preciso decidir o caminho.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3de5a4e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3de5a4e7f_0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Antes de escrever qualquer linha, a decisão.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 (fora de cena, antes deste vídeo): mandar "Preparei sopa de abóbora" no grupo e NÃO responder. É o caminho expirado do 4.2.5.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3de5a4e7f_0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1/3] Eu já tenho um backlog desse episódio, com três caminhos. P1: guardar a pergunta. É o mesmo padrão que o fluxo de orçamento já usa aqui dentro, aplicado só no porcionamento. Esforço baixo, risco baixo.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2/3] P2: generalizar isso pra qualquer guardrail que pergunta. Mais esforço — e eu não tenho um segundo caso real pra justificar.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3/3] P3: memória de conversa. O classificador passa a receber as últimas mensagens. É o que parece mais inteligente, e é o de risco mais alto. Eu tenho opinião sobre qual é o certo, mas eu não quero que o Claude só concorde comigo.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342f768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342f7686_0_1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1/3] Então eu levo três coisas pra essa conversa. Primeiro, o código real dos dois arquivos que tratam disso — não um resumo meu.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342f7686_0_1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342f768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342f7686_0_1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2/3] Segundo, a regra de ouro do projeto: a inteligência não decide o que dá pra verificar em código.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342f7686_0_1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342f768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342f7686_0_1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3/3] E terceiro, a pergunta que importa: quanto custa o P3 de verdade? Vamos perguntar.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FAZER: tela cheia no chat do Claude; colar o prompt do §2.1 de docs/aula4-concierge-debate-e-fechamento.md, com os dois arquivos anexados. Deixar terminar e ler em voz alta a parte do P3.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RAMIFICAÇÃO A (ele recomenda P1): Bateu com o meu backlog. Mas repara no motivo: o P3 devolve pro modelo uma decisão que hoje é do código — o que é resposta a quê. Cada conversa longa vira uma chance nova de ligar a resposta no prato errado, e isso não aparece em lugar nenhum.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RAMIFICAÇÃO B (ele recomenda P2 ou P3): Olha que interessante, ele foi pro caminho mais geral. Não está errado em tese, mas eu tenho um caso real, um só. Generalizar sem um segundo caso é especular. E memória de conversa tira do código uma decisão que hoje é verificável. Eu fico com o P1 e anoto o resto.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corrigir o Claude no 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342f7686_0_1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342f768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8342f7686_0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é a frase do P1. O guardrail de perguntar em vez de chutar estava certo. O que faltava era guardar a pergunta em algum lugar que a próxima mensagem consulta antes de começar do zero.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8342f7686_0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1/3] Só que o P1, do jeito que estava escrito, tem um furo. Guardar a pergunta resolve o caminho feliz: a resposta chega, o prato entra no estoque.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2/3] E se ninguém nunca responder? A pendência fica aberta pra sempre, e ninguém fica sabendo que o prato não entrou. Então ela precisa de um fim que alguém veja: ou resolve, ou expira com um aviso claro.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3/3] Sem esse fim visível, eu recriaria o mesmo bug um passo adiante: silêncio de novo. Não é bonito receber "não consegui concluir". Mas é visível — e visível é o requisito. Agora sim eu tenho um caminho. Antes de pedir código, quatro decisões pequenas.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3de5a4e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3de5a4e7f_0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 decisão de produto que vira restrição permanente mora num lugar só: a spec.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3de5a4e7f_0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FAZER: abrir docs/aula4-sdd-pre-manufaturado-episodio-d.md no editor.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 é o rascunho da seção 11.7 da spec do produto — mesmo formato dos outros achados: observação, diagnóstico, restrição, onde mexer. A restrição tem duas partes: guardar a pergunta antes de perguntar, e garantir que ela termina em algo que alguém vê.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1/5] Quatro decisões pequenas que fazem diferença depois. Vou decidir as quatro agora, em voz alta.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2/5] Nome do status: aguardando porções. Não inventei nada — é simetria com o "aguardando categoria" que já existe no fluxo de orçamento.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3/5] Onde guardar o prato que está esperando: uma coluna nova, item pendente. Eu poderia reaproveitar um campo de texto que já existe, mas coluna explícita é mais honesta pro eval consultar depois.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4/5] Janela de expiração: vinte minutos. E essa eu não considero fechada — é o próximo slide.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5/5] Escopo: só porcionamento. Generalizar pra qualquer guardrail fica pra quando houver um segundo caso real.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pt-BR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FAZER: fechar essas quatro no texto da SDD, em cena.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1/5] Vinte minutos. Por que vinte?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2/5] A primeira versão desse desenho tinha dez. O incidente real inteiro durou cerca de um minuto, então dez já era folga generosa.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3/5] E eu cheguei a considerar duas horas. Porque janela longa não custa nada: esse trabalho roda sozinho, não chama modelo nenhum, não tem custo de API.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4/5] Janela curta demais frustra: a pessoa demora vinte e cinco minutos pra responder e perde a pendência.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5/5] Mas janela longa demais abre um bug novo: eu cozinho dois pratos, não respondo nenhum, e a próxima resposta vai pro prato errado sem ninguém perceber. Trocar um silêncio por outro. Fiquei no meio: vinte. É uma aposta, e o dado de uso vai confirmar ou derrubar.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3de5a4e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3de5a4e7f_0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 código eu subi antes de gravar. Vou mostrar a migração, o diff e o deploy reais — e testar ao vivo, contra produção, no próximo vídeo.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3de5a4e7f_0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1/2] Essa é a única parte que eu não pedi pro Claude escrever. É schema, é barato, e é convenção deste projeto rodar migração na mão e documentar depois. Uma coluna nova, pra guardar o prato que está esperando.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2/2] E aqui entra um terceiro status: expirada. Não é só pendente ou resolvida. Uma pendência que nunca resolve precisa de um destino final que alguém vê.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1/3] O produto já resolvia esse problema pra outro caso. Quando você registra uma compra e não diz de qual orçamento saiu, ele pergunta — e guarda a pendência antes de perguntar.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2/3] Então o pedido pro Claude foi: aplica essa mesma forma no porcionamento, com as quatro decisões que eu acabei de fechar.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3/3] FAZER: mostrar o diff de intencao-efeitos.js.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Pergunta, guarda, resolve. E repara que a mudança inteira mora dentro de uma função que já existia — não precisou de arquitetura nova, só de um pedaço de estado que faltava.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1/2] Com isso, o caminho feliz fecha: a resposta chega dentro da janela e o prato entra no estoque.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2/2] FAZER: mostrar expiracao-porcionamento.js ao lado de lembrete.js.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pt-BR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E o caminho esquecido também. O produto já tinha um trabalho que cobra relato de hora em hora; esse aqui é a mesma ideia, só que rápido: de dois em dois minutos, porque a conversa real se resolve ou morre em minutos. Ele fecha a pendência e avisa o grupo. A frase é literal de propósito — vira o padrão pra qualquer guardrail que expirar.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342f768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342f7686_0_1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1/3] Então: a migração rodou no banco de produção e eu conferi que pegou.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342f7686_0_1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342f768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342f7686_0_1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2/3] O deploy é real. Aqui é onde este episódio se separa da aula bônus: lá o PR era simulado. Esse código vale pra minha casa de verdade, agora.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342f7686_0_1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342f768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342f7686_0_1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3/3] FAZER: mostrar no GitHub o PR #13, "Fix: pendencia de porcionamento persistida e expirada (Episodio D)", já mergeado no master. FIQUE NA ABA "Conversation" — a aba "Files changed" mostra os documentos de produção do curso, inclusive o ensaio com as falas.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 subi e mergeei antes de gravar. O código roda em produção desde o deploy, e o merge traz a mudança de volta pra linha principal — o merge em si não publica nada, quem publica é o deploy, no Railway. E a spec vai junto do código, no mesmo lugar. Título, corpo, diff — o mesmo destino de qualquer mudança de produto de verdade.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342f7686_0_1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3de5a4e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3de5a4e7f_0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aqui não é o teste formal — o formal, com nota, é o próximo vídeo. É só: o código está no ar e faz as duas coisas que eu descrevi.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3de5a4e7f_0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1/2] FAZER (ao vivo, no Telegram): mandar "Preparei frango desfiado" (SEM peso — com peso na frase o classificador entende compra e o bot pergunta o orçamento). Esperar a pergunta. Responder "Porcionei em 3 unidades", sem repetir o prato.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Vamos fazer ao vivo. Eu conto que preparei frango desfiado. Ele pergunta quantas porções. E eu respondo só o número — sem repetir o nome do prato, exatamente o que quebrava em 14 de setembro. Olha a resposta: ele menciona o frango desfiado. A referência não se perdeu.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2/2] FAZER: mostrar no grupo o aviso de expiração da sopa.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o outro caminho: antes de começar a gravar, eu mandei que tinha preparado uma sopa de abóbora e não respondi a pergunta — de propósito, pra não fazer vocês esperarem vinte minutos comigo. Olha o que chegou sozinho: ingestão não concluída por falta de porções, sopa de abóbora. Ninguém precisou ir conferir o estoque pra descobrir.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 bot não reconhecer a continuação, ou o aviso não estiver lá: pare aqui. Não siga pro eval fingindo que funcionou.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1/3] Só que tem uma coisa que eu preciso contar, porque senão esse teste parece melhor do que ele é. A mensagem real daquele dia não era "em 3 unidades". Era essa: duas de 220 e duas de 160.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2/3] E ela não traz número nenhum — porque chegar a quatro é somar. O que o produto faz hoje é isso: pergunta de novo, já citando o prato. A referência não se perde mais, a pendência continua viva. Mas o Diego de 14 de setembro ainda teria que mandar "porcionei em 4".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3/3] E eu não vou pedir pro modelo somar. Essa é a regra de ouro do projeto: conta é do código. A saída certa é o modelo separar as parcelas e o código somar — e isso é a segunda volta, não esta. Fica no backlog, dito em voz alta.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3de5a4e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3de5a4e7f_0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Corrigir sem provar é narrativa. Falta a prova.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3de5a4e7f_0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342f768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8342f7686_0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aula bônus a gente criou um eval do zero pra uma operação que não tinha nenhum. Hoje é diferente: essa operação já tem três critérios. Só que nenhum deles pega esse episódio, porque todos julgam uma mensagem por vez — e essa falha só existe entre mensagens.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FAZER: colar o prompt do passo 5.1 de docs/aula4-concierge-evals-episodio-d.md.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RAMIFICAÇÃO A (o Claude quer que o juiz avalie qualidade): Se resolveu ou não é fato, é banco de dados; isso não entra pro juiz decidir. Se a pergunta foi clara é outro critério, não este.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RAMIFICAÇÃO B (ele propõe binário, com cálculo em código): Isso. Ele já separou o que é fato do que seria opinião — nem tentou fazer o modelo comparar horário.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8342f7686_0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1/5] Antes de fechar o critério, eu bato contra o que aconteceu de verdade. Trace 1: desejo, certo.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2/5] Trace 2: porcionamento. É o que cria a pendência.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3/5] Trace 3: porcionamento de novo — a tentativa de resposta, sem o nome do prato.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4/5] Trace 4: desejo. Nem é reconhecido como resposta a nada.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5/5] Por isso este eval não pode ser "olhe o trace 3 e julgue". O trace 3, isolado, está perfeito. O problema só existe quando você olha o par: a pergunta que ficou aberta e a resposta que não achou o caminho de volta.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1/3] FAZER: colar o bloco do passo 5.3 em evals/criterios.md; depois pedir o script (passo 5.4), no molde do eval da receita premium.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critério é binário e o juiz só lê um status que o produto já decidiu. Se o trace não criou pendência nenhuma, ou se ela foi resolvida: vale 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2/3] Se expirou, vale zero. E aqui é o ponto fino: o produto avisou, o que é melhor que silêncio — mas avisar que falhou não é a mesma coisa que o prato estar no estoque. O resultado de produto continua sendo falha.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3/3] E se a pendência ainda estiver aberta na hora da avaliação, o eval pula: ainda é cedo pra julgar. Repara que nem o eval decide o que é "resolvido" — o produto já decidiu isso sozinho.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1/3] FAZER: node evals/run-eval-ciclo-pergunta-resposta.js --limit 20 --dry-run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pt-BR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Ali está o trace de 14 de setembro: nota zero. E uma nota de transparência, porque ela importa: a linha que guarda essa pendência no banco eu inseri à mão antes de gravar, com o horário real do incidente. Naquele dia o produto não persistia nada — esse era exatamente o bug. Não é dado fabricado: é o mesmo achado documentado, entrando na estrutura que não existia na época.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2/3] FAZER: node evals/run-eval-ciclo-pergunta-resposta.js --limit 5 --dry-run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pt-BR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Mesmo critério, mesmo script, trace novo — o frango desfiado que a gente acabou de mandar. Nota 1: o ciclo se fechou.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3/3] E a sopa aparece com zero. Isso não é o eval errando — é exatamente o que ele tem que dizer. O produto avisou, e a sopa continua fora do estoque.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pt-BR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Opcional (passo 5.6): rodar sem --dry-run pra gravar o Score real no Langfuse.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3de5a4e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3de5a4e7f_0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Recapitulando.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3de5a4e7f_0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1/5] Eu não li código pra descobrir o problema. Eu observei: quatro mensagens, quatro classificações certas, e um prato que nunca existiu no sistema.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2/5] Diagnostiquei com a evidência na mão, e a resposta não era prompt, nem dado, nem modelo — era o produto em volta do modelo.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3/5] Decidi o caminho antes de escrever código, e escrevi a restrição na spec.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4/5] Corrigi de verdade: migração, código, deploy, produção.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f14fdb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a0f14fdb3_0_1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[quadro 5/5] E provei, com um eval que enxerga o que nenhum dos anteriores enxergava: o ciclo, não a mensagem.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0f14fdb3_0_1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5524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1/3] E agora o ponto que eu mais quero que fique. Essa correção não terminou o trabalho — ela trocou um problema invisível por três coisas visíveis. A janela de vinte minutos é uma aposta: se o dado mostrar muita pendência expirando, a régua estava errada.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2/3] O aviso de ingestão não concluída é honesto, mas agora alguém precisa ler. Eu troquei um silêncio por uma mensagem — e mensagem que ninguém lê vira silêncio de novo.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efaed40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6efaed406_0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[quadro 3/3] E a mensagem real daquele dia ainda não fecha sozinha. O produto pergunta de novo citando o prato, o que é melhor que silêncio. Mas mesmo quando resolve, ele registra três porções sem saber quanto pesa cada uma — e numa casa que conta caloria, isso ainda é um buraco.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6efaed406_0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71588" y="1828800"/>
            <a:ext cx="16260763" cy="91455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Consertar não é o fim — é o começo do que observar. E quando o produto passa a perguntar, a avisar e a decidir coisas pela casa, a pergunta seguinte é inevitável: o que ele pode fazer sozinho, o que ele precisa me contar, e o que ele não deveria nem guardar. Isso é a Aula 5: guardrails, transparência e LGPD — começando pelo episódio que eu deixei de propósito sem corrigir, o da lasanha. Até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 ">
  <p:cSld name="Capa 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5" descr=" "/>
          <p:cNvPicPr preferRelativeResize="0"/>
          <p:nvPr/>
        </p:nvPicPr>
        <p:blipFill rotWithShape="1">
          <a:blip r:embed="rId2">
            <a:alphaModFix amt="50000"/>
          </a:blip>
          <a:srcRect l="588" r="-1"/>
          <a:stretch/>
        </p:blipFill>
        <p:spPr>
          <a:xfrm>
            <a:off x="8089900" y="0"/>
            <a:ext cx="162971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35"/>
          <p:cNvSpPr/>
          <p:nvPr/>
        </p:nvSpPr>
        <p:spPr>
          <a:xfrm>
            <a:off x="2426003" y="2641600"/>
            <a:ext cx="13539892" cy="8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35"/>
          <p:cNvSpPr/>
          <p:nvPr/>
        </p:nvSpPr>
        <p:spPr>
          <a:xfrm>
            <a:off x="2426003" y="2641600"/>
            <a:ext cx="13539892" cy="7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5"/>
          <p:cNvSpPr/>
          <p:nvPr/>
        </p:nvSpPr>
        <p:spPr>
          <a:xfrm>
            <a:off x="2426003" y="10718800"/>
            <a:ext cx="4597975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5"/>
          <p:cNvSpPr txBox="1">
            <a:spLocks noGrp="1"/>
          </p:cNvSpPr>
          <p:nvPr>
            <p:ph type="body" idx="1"/>
          </p:nvPr>
        </p:nvSpPr>
        <p:spPr>
          <a:xfrm>
            <a:off x="2315981" y="2414588"/>
            <a:ext cx="13963162" cy="626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13200"/>
              <a:buFont typeface="Arial"/>
              <a:buNone/>
              <a:defRPr sz="132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•"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»"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body" idx="2"/>
          </p:nvPr>
        </p:nvSpPr>
        <p:spPr>
          <a:xfrm>
            <a:off x="2315981" y="8892645"/>
            <a:ext cx="13963650" cy="81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BDBFC7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body" idx="3"/>
          </p:nvPr>
        </p:nvSpPr>
        <p:spPr>
          <a:xfrm>
            <a:off x="2375778" y="10535920"/>
            <a:ext cx="9296400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DBFC7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BDBFC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ítulo 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6"/>
          <p:cNvSpPr/>
          <p:nvPr/>
        </p:nvSpPr>
        <p:spPr>
          <a:xfrm>
            <a:off x="23433139" y="406400"/>
            <a:ext cx="477061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36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6"/>
          <p:cNvSpPr/>
          <p:nvPr/>
        </p:nvSpPr>
        <p:spPr>
          <a:xfrm>
            <a:off x="-10694737" y="-1130300"/>
            <a:ext cx="15965895" cy="15963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6"/>
          <p:cNvSpPr/>
          <p:nvPr/>
        </p:nvSpPr>
        <p:spPr>
          <a:xfrm>
            <a:off x="4216927" y="-1130300"/>
            <a:ext cx="15965895" cy="15963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36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40419" y="-144842"/>
            <a:ext cx="1568332" cy="1001005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6"/>
          <p:cNvSpPr txBox="1">
            <a:spLocks noGrp="1"/>
          </p:cNvSpPr>
          <p:nvPr>
            <p:ph type="body" idx="1"/>
          </p:nvPr>
        </p:nvSpPr>
        <p:spPr>
          <a:xfrm>
            <a:off x="7214502" y="5040312"/>
            <a:ext cx="11704637" cy="362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F4F4F6"/>
              </a:buClr>
              <a:buSzPts val="10200"/>
              <a:buFont typeface="Arial"/>
              <a:buNone/>
              <a:defRPr sz="10200" b="0" i="0" u="none" strike="noStrike" cap="none">
                <a:solidFill>
                  <a:srgbClr val="F4F4F6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texto">
  <p:cSld name="Título + tex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/>
          <p:nvPr/>
        </p:nvSpPr>
        <p:spPr>
          <a:xfrm>
            <a:off x="-143885" y="-152400"/>
            <a:ext cx="24674946" cy="13965382"/>
          </a:xfrm>
          <a:prstGeom prst="rect">
            <a:avLst/>
          </a:prstGeom>
          <a:solidFill>
            <a:srgbClr val="D6D4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37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05007" y="355600"/>
            <a:ext cx="13782041" cy="133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3171" y="355600"/>
            <a:ext cx="3651917" cy="133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7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3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7"/>
          <p:cNvSpPr/>
          <p:nvPr/>
        </p:nvSpPr>
        <p:spPr>
          <a:xfrm>
            <a:off x="2426003" y="3759200"/>
            <a:ext cx="9551594" cy="5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3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0629900"/>
            <a:ext cx="15638833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7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26028" y="10629900"/>
            <a:ext cx="916102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7"/>
          <p:cNvSpPr txBox="1">
            <a:spLocks noGrp="1"/>
          </p:cNvSpPr>
          <p:nvPr>
            <p:ph type="body" idx="1"/>
          </p:nvPr>
        </p:nvSpPr>
        <p:spPr>
          <a:xfrm>
            <a:off x="2317856" y="7017970"/>
            <a:ext cx="9767888" cy="401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37"/>
          <p:cNvSpPr txBox="1">
            <a:spLocks noGrp="1"/>
          </p:cNvSpPr>
          <p:nvPr>
            <p:ph type="body" idx="2"/>
          </p:nvPr>
        </p:nvSpPr>
        <p:spPr>
          <a:xfrm>
            <a:off x="2330450" y="3519120"/>
            <a:ext cx="9863138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72C"/>
              </a:buClr>
              <a:buSzPts val="9200"/>
              <a:buFont typeface="Arial"/>
              <a:buNone/>
              <a:defRPr sz="9200" b="0" i="0" u="none" strike="noStrike" cap="none">
                <a:solidFill>
                  <a:srgbClr val="26272C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1">
  <p:cSld name="Tema 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8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38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0252" y="462769"/>
            <a:ext cx="12791764" cy="1279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8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734" y="424672"/>
            <a:ext cx="12791764" cy="127904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8"/>
          <p:cNvSpPr/>
          <p:nvPr/>
        </p:nvSpPr>
        <p:spPr>
          <a:xfrm>
            <a:off x="3099187" y="-2235200"/>
            <a:ext cx="18201375" cy="181991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8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3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8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02249" y="-8621"/>
            <a:ext cx="1568332" cy="1001005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6598775" y="3358662"/>
            <a:ext cx="11163300" cy="6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13200"/>
              <a:buFont typeface="Arial"/>
              <a:buNone/>
              <a:defRPr sz="132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DBFC7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DBFC7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DBFC7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DBFC7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2">
  <p:cSld name="Tema 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9"/>
          <p:cNvSpPr/>
          <p:nvPr/>
        </p:nvSpPr>
        <p:spPr>
          <a:xfrm>
            <a:off x="4216927" y="-1130300"/>
            <a:ext cx="15965895" cy="15963900"/>
          </a:xfrm>
          <a:prstGeom prst="ellipse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9"/>
          <p:cNvSpPr/>
          <p:nvPr/>
        </p:nvSpPr>
        <p:spPr>
          <a:xfrm>
            <a:off x="18798350" y="-1130300"/>
            <a:ext cx="15965895" cy="15963900"/>
          </a:xfrm>
          <a:prstGeom prst="ellipse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9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39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9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02249" y="-8621"/>
            <a:ext cx="1568332" cy="1001005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9"/>
          <p:cNvSpPr txBox="1">
            <a:spLocks noGrp="1"/>
          </p:cNvSpPr>
          <p:nvPr>
            <p:ph type="body" idx="1"/>
          </p:nvPr>
        </p:nvSpPr>
        <p:spPr>
          <a:xfrm>
            <a:off x="431800" y="5135034"/>
            <a:ext cx="10833100" cy="80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8BEC"/>
              </a:buClr>
              <a:buSzPts val="13200"/>
              <a:buFont typeface="Arial"/>
              <a:buNone/>
              <a:defRPr sz="13200" b="0" i="0" u="none" strike="noStrike" cap="none">
                <a:solidFill>
                  <a:srgbClr val="5F8BEC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None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None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None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None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lateral 1">
  <p:cSld name="Imagem lateral 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0"/>
          <p:cNvSpPr/>
          <p:nvPr/>
        </p:nvSpPr>
        <p:spPr>
          <a:xfrm>
            <a:off x="23433139" y="406400"/>
            <a:ext cx="477061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4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0"/>
          <p:cNvSpPr>
            <a:spLocks noGrp="1"/>
          </p:cNvSpPr>
          <p:nvPr>
            <p:ph type="pic" idx="2"/>
          </p:nvPr>
        </p:nvSpPr>
        <p:spPr>
          <a:xfrm flipH="1">
            <a:off x="14403599" y="-518160"/>
            <a:ext cx="12266400" cy="14538960"/>
          </a:xfrm>
          <a:prstGeom prst="flowChartDelay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lateral 2">
  <p:cSld name="Imagem lateral 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>
            <a:spLocks noGrp="1"/>
          </p:cNvSpPr>
          <p:nvPr>
            <p:ph type="pic" idx="2"/>
          </p:nvPr>
        </p:nvSpPr>
        <p:spPr>
          <a:xfrm flipH="1">
            <a:off x="15109197" y="0"/>
            <a:ext cx="10752938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41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4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1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ção">
  <p:cSld name="Citação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2"/>
          <p:cNvSpPr/>
          <p:nvPr/>
        </p:nvSpPr>
        <p:spPr>
          <a:xfrm>
            <a:off x="1460683" y="-1130300"/>
            <a:ext cx="15965895" cy="15963900"/>
          </a:xfrm>
          <a:prstGeom prst="ellipse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2"/>
          <p:cNvSpPr/>
          <p:nvPr/>
        </p:nvSpPr>
        <p:spPr>
          <a:xfrm>
            <a:off x="16372346" y="-1130300"/>
            <a:ext cx="15965895" cy="15963900"/>
          </a:xfrm>
          <a:prstGeom prst="ellipse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2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4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2"/>
          <p:cNvSpPr/>
          <p:nvPr/>
        </p:nvSpPr>
        <p:spPr>
          <a:xfrm>
            <a:off x="4420152" y="5372100"/>
            <a:ext cx="15546743" cy="4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4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2330" y="4025900"/>
            <a:ext cx="1066933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4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9205" y="4311650"/>
            <a:ext cx="673184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2"/>
          <p:cNvSpPr txBox="1">
            <a:spLocks noGrp="1"/>
          </p:cNvSpPr>
          <p:nvPr>
            <p:ph type="body" idx="1"/>
          </p:nvPr>
        </p:nvSpPr>
        <p:spPr>
          <a:xfrm>
            <a:off x="4439205" y="5284064"/>
            <a:ext cx="15751175" cy="3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F4F6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F4F4F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2"/>
          </p:nvPr>
        </p:nvSpPr>
        <p:spPr>
          <a:xfrm>
            <a:off x="4465016" y="9191625"/>
            <a:ext cx="15965487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DBFC7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texto 2">
  <p:cSld name="Título + texto 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3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4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0265" y="462769"/>
            <a:ext cx="12791776" cy="1279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4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722" y="424672"/>
            <a:ext cx="12791776" cy="127904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3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4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3"/>
          <p:cNvSpPr/>
          <p:nvPr/>
        </p:nvSpPr>
        <p:spPr>
          <a:xfrm>
            <a:off x="3099187" y="-2235200"/>
            <a:ext cx="18201375" cy="18199100"/>
          </a:xfrm>
          <a:prstGeom prst="ellipse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28816" y="4051300"/>
            <a:ext cx="9742118" cy="56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 txBox="1">
            <a:spLocks noGrp="1"/>
          </p:cNvSpPr>
          <p:nvPr>
            <p:ph type="body" idx="1"/>
          </p:nvPr>
        </p:nvSpPr>
        <p:spPr>
          <a:xfrm>
            <a:off x="7161212" y="3915833"/>
            <a:ext cx="10064750" cy="265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body" idx="2"/>
          </p:nvPr>
        </p:nvSpPr>
        <p:spPr>
          <a:xfrm>
            <a:off x="6708775" y="6815348"/>
            <a:ext cx="10969625" cy="3522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+ título">
  <p:cSld name="Imagem + título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44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0265" y="462769"/>
            <a:ext cx="12791776" cy="1279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722" y="424669"/>
            <a:ext cx="10652539" cy="1279046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4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4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431854" y="13004800"/>
            <a:ext cx="296370" cy="34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868998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868998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sz="1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44"/>
          <p:cNvSpPr>
            <a:spLocks noGrp="1"/>
          </p:cNvSpPr>
          <p:nvPr>
            <p:ph type="pic" idx="2"/>
          </p:nvPr>
        </p:nvSpPr>
        <p:spPr>
          <a:xfrm>
            <a:off x="1993900" y="3098800"/>
            <a:ext cx="20399375" cy="88011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44"/>
          <p:cNvSpPr txBox="1">
            <a:spLocks noGrp="1"/>
          </p:cNvSpPr>
          <p:nvPr>
            <p:ph type="body" idx="1"/>
          </p:nvPr>
        </p:nvSpPr>
        <p:spPr>
          <a:xfrm>
            <a:off x="1993900" y="1437999"/>
            <a:ext cx="82169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4"/>
          <p:cNvSpPr txBox="1">
            <a:spLocks noGrp="1"/>
          </p:cNvSpPr>
          <p:nvPr>
            <p:ph type="body" idx="3"/>
          </p:nvPr>
        </p:nvSpPr>
        <p:spPr>
          <a:xfrm>
            <a:off x="16262350" y="1711566"/>
            <a:ext cx="6130925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imagens">
  <p:cSld name="Duas imagen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5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0265" y="462769"/>
            <a:ext cx="12791776" cy="1279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5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722" y="424669"/>
            <a:ext cx="10652539" cy="1279046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5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4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5"/>
          <p:cNvSpPr>
            <a:spLocks noGrp="1"/>
          </p:cNvSpPr>
          <p:nvPr>
            <p:ph type="pic" idx="2"/>
          </p:nvPr>
        </p:nvSpPr>
        <p:spPr>
          <a:xfrm>
            <a:off x="1148863" y="2222500"/>
            <a:ext cx="10480430" cy="92710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45"/>
          <p:cNvSpPr>
            <a:spLocks noGrp="1"/>
          </p:cNvSpPr>
          <p:nvPr>
            <p:ph type="pic" idx="3"/>
          </p:nvPr>
        </p:nvSpPr>
        <p:spPr>
          <a:xfrm>
            <a:off x="12757882" y="2205892"/>
            <a:ext cx="10480430" cy="9271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subtítulo">
  <p:cSld name="Título + subtítul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6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6"/>
          <p:cNvSpPr/>
          <p:nvPr/>
        </p:nvSpPr>
        <p:spPr>
          <a:xfrm>
            <a:off x="1994149" y="3302000"/>
            <a:ext cx="10415302" cy="71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6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46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46"/>
          <p:cNvGrpSpPr/>
          <p:nvPr/>
        </p:nvGrpSpPr>
        <p:grpSpPr>
          <a:xfrm>
            <a:off x="10809051" y="1676205"/>
            <a:ext cx="13578125" cy="12039795"/>
            <a:chOff x="10809051" y="1676205"/>
            <a:chExt cx="13578125" cy="12039795"/>
          </a:xfrm>
        </p:grpSpPr>
        <p:pic>
          <p:nvPicPr>
            <p:cNvPr id="101" name="Google Shape;101;p46" descr=" 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15365" y="1689100"/>
              <a:ext cx="13571683" cy="1202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46" descr="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809051" y="1739900"/>
              <a:ext cx="1574997" cy="1197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46" descr="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17319527" y="-3232246"/>
              <a:ext cx="2159198" cy="1197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46"/>
          <p:cNvSpPr txBox="1">
            <a:spLocks noGrp="1"/>
          </p:cNvSpPr>
          <p:nvPr>
            <p:ph type="body" idx="1"/>
          </p:nvPr>
        </p:nvSpPr>
        <p:spPr>
          <a:xfrm>
            <a:off x="1994149" y="3302000"/>
            <a:ext cx="11531600" cy="6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46"/>
          <p:cNvSpPr txBox="1">
            <a:spLocks noGrp="1"/>
          </p:cNvSpPr>
          <p:nvPr>
            <p:ph type="body" idx="2"/>
          </p:nvPr>
        </p:nvSpPr>
        <p:spPr>
          <a:xfrm>
            <a:off x="1994149" y="9550400"/>
            <a:ext cx="10618788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tópicos ">
  <p:cSld name="Título + tópicos 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7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47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7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6003" y="5537200"/>
            <a:ext cx="5004425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572" y="6635750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7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6879" y="5537200"/>
            <a:ext cx="5017127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89799" y="6635750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60457" y="5537200"/>
            <a:ext cx="5004425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7026" y="6635750"/>
            <a:ext cx="711289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7"/>
          <p:cNvSpPr/>
          <p:nvPr/>
        </p:nvSpPr>
        <p:spPr>
          <a:xfrm>
            <a:off x="2426003" y="1574800"/>
            <a:ext cx="11545743" cy="2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47"/>
          <p:cNvCxnSpPr/>
          <p:nvPr/>
        </p:nvCxnSpPr>
        <p:spPr>
          <a:xfrm>
            <a:off x="2551710" y="12520246"/>
            <a:ext cx="3365197" cy="0"/>
          </a:xfrm>
          <a:prstGeom prst="straightConnector1">
            <a:avLst/>
          </a:prstGeom>
          <a:noFill/>
          <a:ln w="28575" cap="flat" cmpd="sng">
            <a:solidFill>
              <a:srgbClr val="0C0C0E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9" name="Google Shape;119;p47"/>
          <p:cNvSpPr>
            <a:spLocks noGrp="1"/>
          </p:cNvSpPr>
          <p:nvPr>
            <p:ph type="pic" idx="2"/>
          </p:nvPr>
        </p:nvSpPr>
        <p:spPr>
          <a:xfrm>
            <a:off x="18670588" y="5537200"/>
            <a:ext cx="5716587" cy="5524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47"/>
          <p:cNvSpPr txBox="1">
            <a:spLocks noGrp="1"/>
          </p:cNvSpPr>
          <p:nvPr>
            <p:ph type="body" idx="1"/>
          </p:nvPr>
        </p:nvSpPr>
        <p:spPr>
          <a:xfrm>
            <a:off x="2426003" y="1502629"/>
            <a:ext cx="11868150" cy="156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47"/>
          <p:cNvSpPr txBox="1">
            <a:spLocks noGrp="1"/>
          </p:cNvSpPr>
          <p:nvPr>
            <p:ph type="body" idx="3"/>
          </p:nvPr>
        </p:nvSpPr>
        <p:spPr>
          <a:xfrm>
            <a:off x="2425876" y="3245935"/>
            <a:ext cx="11680825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47"/>
          <p:cNvSpPr txBox="1">
            <a:spLocks noGrp="1"/>
          </p:cNvSpPr>
          <p:nvPr>
            <p:ph type="body" idx="4"/>
          </p:nvPr>
        </p:nvSpPr>
        <p:spPr>
          <a:xfrm>
            <a:off x="3128963" y="8032750"/>
            <a:ext cx="3741737" cy="20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47"/>
          <p:cNvSpPr>
            <a:spLocks noGrp="1"/>
          </p:cNvSpPr>
          <p:nvPr>
            <p:ph type="pic" idx="5"/>
          </p:nvPr>
        </p:nvSpPr>
        <p:spPr>
          <a:xfrm>
            <a:off x="4657725" y="6662738"/>
            <a:ext cx="684213" cy="684212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47"/>
          <p:cNvSpPr txBox="1">
            <a:spLocks noGrp="1"/>
          </p:cNvSpPr>
          <p:nvPr>
            <p:ph type="body" idx="6"/>
          </p:nvPr>
        </p:nvSpPr>
        <p:spPr>
          <a:xfrm>
            <a:off x="8437323" y="8032750"/>
            <a:ext cx="3741737" cy="20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5" name="Google Shape;125;p47"/>
          <p:cNvSpPr>
            <a:spLocks noGrp="1"/>
          </p:cNvSpPr>
          <p:nvPr>
            <p:ph type="pic" idx="7"/>
          </p:nvPr>
        </p:nvSpPr>
        <p:spPr>
          <a:xfrm>
            <a:off x="9966085" y="6662738"/>
            <a:ext cx="684213" cy="684212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47"/>
          <p:cNvSpPr txBox="1">
            <a:spLocks noGrp="1"/>
          </p:cNvSpPr>
          <p:nvPr>
            <p:ph type="body" idx="8"/>
          </p:nvPr>
        </p:nvSpPr>
        <p:spPr>
          <a:xfrm>
            <a:off x="13927607" y="8032750"/>
            <a:ext cx="3741737" cy="20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47"/>
          <p:cNvSpPr>
            <a:spLocks noGrp="1"/>
          </p:cNvSpPr>
          <p:nvPr>
            <p:ph type="pic" idx="9"/>
          </p:nvPr>
        </p:nvSpPr>
        <p:spPr>
          <a:xfrm>
            <a:off x="15456369" y="6662738"/>
            <a:ext cx="684213" cy="6842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o escuro 1">
  <p:cSld name="Fundo escuro 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8"/>
          <p:cNvSpPr/>
          <p:nvPr/>
        </p:nvSpPr>
        <p:spPr>
          <a:xfrm>
            <a:off x="-1397175" y="-1117600"/>
            <a:ext cx="15965895" cy="15963900"/>
          </a:xfrm>
          <a:prstGeom prst="ellipse">
            <a:avLst/>
          </a:prstGeom>
          <a:solidFill>
            <a:srgbClr val="0C0C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8"/>
          <p:cNvSpPr/>
          <p:nvPr/>
        </p:nvSpPr>
        <p:spPr>
          <a:xfrm>
            <a:off x="13514489" y="-1117600"/>
            <a:ext cx="15965895" cy="15963900"/>
          </a:xfrm>
          <a:prstGeom prst="ellipse">
            <a:avLst/>
          </a:prstGeom>
          <a:solidFill>
            <a:srgbClr val="0C0C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o escuro 2">
  <p:cSld name="Fundo escuro 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9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9"/>
          <p:cNvSpPr/>
          <p:nvPr/>
        </p:nvSpPr>
        <p:spPr>
          <a:xfrm>
            <a:off x="-6109464" y="-1117600"/>
            <a:ext cx="15965895" cy="15963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9"/>
          <p:cNvSpPr/>
          <p:nvPr/>
        </p:nvSpPr>
        <p:spPr>
          <a:xfrm>
            <a:off x="8719640" y="-1117600"/>
            <a:ext cx="15965895" cy="15963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15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8.xml"/><Relationship Id="rId7" Type="http://schemas.openxmlformats.org/officeDocument/2006/relationships/image" Target="../media/image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2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10" Type="http://schemas.openxmlformats.org/officeDocument/2006/relationships/image" Target="../media/image15.png"/><Relationship Id="rId4" Type="http://schemas.openxmlformats.org/officeDocument/2006/relationships/tags" Target="../tags/tag18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15.png"/><Relationship Id="rId5" Type="http://schemas.openxmlformats.org/officeDocument/2006/relationships/tags" Target="../tags/tag25.xml"/><Relationship Id="rId10" Type="http://schemas.openxmlformats.org/officeDocument/2006/relationships/image" Target="../media/image4.png"/><Relationship Id="rId4" Type="http://schemas.openxmlformats.org/officeDocument/2006/relationships/tags" Target="../tags/tag2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15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4.png"/><Relationship Id="rId5" Type="http://schemas.openxmlformats.org/officeDocument/2006/relationships/tags" Target="../tags/tag32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31.xml"/><Relationship Id="rId9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image" Target="../media/image15.png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4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0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39.xml"/><Relationship Id="rId9" Type="http://schemas.openxmlformats.org/officeDocument/2006/relationships/tags" Target="../tags/tag4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2" Type="http://schemas.openxmlformats.org/officeDocument/2006/relationships/tags" Target="../tags/tag46.xml"/><Relationship Id="rId16" Type="http://schemas.openxmlformats.org/officeDocument/2006/relationships/image" Target="../media/image15.png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5" Type="http://schemas.openxmlformats.org/officeDocument/2006/relationships/image" Target="../media/image4.png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59.xml"/><Relationship Id="rId21" Type="http://schemas.openxmlformats.org/officeDocument/2006/relationships/image" Target="../media/image15.png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image" Target="../media/image4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10" Type="http://schemas.openxmlformats.org/officeDocument/2006/relationships/tags" Target="../tags/tag66.xml"/><Relationship Id="rId19" Type="http://schemas.openxmlformats.org/officeDocument/2006/relationships/notesSlide" Target="../notesSlides/notesSlide10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image" Target="../media/image15.png"/><Relationship Id="rId3" Type="http://schemas.openxmlformats.org/officeDocument/2006/relationships/tags" Target="../tags/tag76.xml"/><Relationship Id="rId21" Type="http://schemas.openxmlformats.org/officeDocument/2006/relationships/tags" Target="../tags/tag94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image" Target="../media/image4.png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24" Type="http://schemas.openxmlformats.org/officeDocument/2006/relationships/notesSlide" Target="../notesSlides/notesSlide11.xml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18" Type="http://schemas.openxmlformats.org/officeDocument/2006/relationships/tags" Target="../tags/tag113.xml"/><Relationship Id="rId26" Type="http://schemas.openxmlformats.org/officeDocument/2006/relationships/tags" Target="../tags/tag121.xml"/><Relationship Id="rId3" Type="http://schemas.openxmlformats.org/officeDocument/2006/relationships/tags" Target="../tags/tag98.xml"/><Relationship Id="rId21" Type="http://schemas.openxmlformats.org/officeDocument/2006/relationships/tags" Target="../tags/tag116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17" Type="http://schemas.openxmlformats.org/officeDocument/2006/relationships/tags" Target="../tags/tag112.xml"/><Relationship Id="rId25" Type="http://schemas.openxmlformats.org/officeDocument/2006/relationships/tags" Target="../tags/tag120.xml"/><Relationship Id="rId2" Type="http://schemas.openxmlformats.org/officeDocument/2006/relationships/tags" Target="../tags/tag97.xml"/><Relationship Id="rId16" Type="http://schemas.openxmlformats.org/officeDocument/2006/relationships/tags" Target="../tags/tag111.xml"/><Relationship Id="rId20" Type="http://schemas.openxmlformats.org/officeDocument/2006/relationships/tags" Target="../tags/tag115.xml"/><Relationship Id="rId29" Type="http://schemas.openxmlformats.org/officeDocument/2006/relationships/notesSlide" Target="../notesSlides/notesSlide12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24" Type="http://schemas.openxmlformats.org/officeDocument/2006/relationships/tags" Target="../tags/tag119.xml"/><Relationship Id="rId5" Type="http://schemas.openxmlformats.org/officeDocument/2006/relationships/tags" Target="../tags/tag100.xml"/><Relationship Id="rId15" Type="http://schemas.openxmlformats.org/officeDocument/2006/relationships/tags" Target="../tags/tag110.xml"/><Relationship Id="rId23" Type="http://schemas.openxmlformats.org/officeDocument/2006/relationships/tags" Target="../tags/tag118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105.xml"/><Relationship Id="rId19" Type="http://schemas.openxmlformats.org/officeDocument/2006/relationships/tags" Target="../tags/tag114.xml"/><Relationship Id="rId31" Type="http://schemas.openxmlformats.org/officeDocument/2006/relationships/image" Target="../media/image15.png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tags" Target="../tags/tag109.xml"/><Relationship Id="rId22" Type="http://schemas.openxmlformats.org/officeDocument/2006/relationships/tags" Target="../tags/tag117.xml"/><Relationship Id="rId27" Type="http://schemas.openxmlformats.org/officeDocument/2006/relationships/tags" Target="../tags/tag122.xml"/><Relationship Id="rId30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image" Target="../media/image4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image" Target="../media/image15.png"/><Relationship Id="rId5" Type="http://schemas.openxmlformats.org/officeDocument/2006/relationships/tags" Target="../tags/tag127.xml"/><Relationship Id="rId10" Type="http://schemas.openxmlformats.org/officeDocument/2006/relationships/image" Target="../media/image25.png"/><Relationship Id="rId4" Type="http://schemas.openxmlformats.org/officeDocument/2006/relationships/tags" Target="../tags/tag126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12" Type="http://schemas.openxmlformats.org/officeDocument/2006/relationships/tags" Target="../tags/tag141.xml"/><Relationship Id="rId17" Type="http://schemas.openxmlformats.org/officeDocument/2006/relationships/image" Target="../media/image4.png"/><Relationship Id="rId2" Type="http://schemas.openxmlformats.org/officeDocument/2006/relationships/tags" Target="../tags/tag131.xml"/><Relationship Id="rId16" Type="http://schemas.openxmlformats.org/officeDocument/2006/relationships/image" Target="../media/image15.png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tags" Target="../tags/tag140.xml"/><Relationship Id="rId5" Type="http://schemas.openxmlformats.org/officeDocument/2006/relationships/tags" Target="../tags/tag134.xml"/><Relationship Id="rId15" Type="http://schemas.openxmlformats.org/officeDocument/2006/relationships/image" Target="../media/image25.png"/><Relationship Id="rId10" Type="http://schemas.openxmlformats.org/officeDocument/2006/relationships/tags" Target="../tags/tag139.xml"/><Relationship Id="rId4" Type="http://schemas.openxmlformats.org/officeDocument/2006/relationships/tags" Target="../tags/tag133.xml"/><Relationship Id="rId9" Type="http://schemas.openxmlformats.org/officeDocument/2006/relationships/tags" Target="../tags/tag138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13" Type="http://schemas.openxmlformats.org/officeDocument/2006/relationships/tags" Target="../tags/tag154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44.xml"/><Relationship Id="rId21" Type="http://schemas.openxmlformats.org/officeDocument/2006/relationships/image" Target="../media/image15.png"/><Relationship Id="rId7" Type="http://schemas.openxmlformats.org/officeDocument/2006/relationships/tags" Target="../tags/tag148.xml"/><Relationship Id="rId12" Type="http://schemas.openxmlformats.org/officeDocument/2006/relationships/tags" Target="../tags/tag153.xml"/><Relationship Id="rId17" Type="http://schemas.openxmlformats.org/officeDocument/2006/relationships/tags" Target="../tags/tag158.xml"/><Relationship Id="rId2" Type="http://schemas.openxmlformats.org/officeDocument/2006/relationships/tags" Target="../tags/tag143.xml"/><Relationship Id="rId16" Type="http://schemas.openxmlformats.org/officeDocument/2006/relationships/tags" Target="../tags/tag157.xml"/><Relationship Id="rId20" Type="http://schemas.openxmlformats.org/officeDocument/2006/relationships/image" Target="../media/image25.png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tags" Target="../tags/tag152.xml"/><Relationship Id="rId5" Type="http://schemas.openxmlformats.org/officeDocument/2006/relationships/tags" Target="../tags/tag146.xml"/><Relationship Id="rId15" Type="http://schemas.openxmlformats.org/officeDocument/2006/relationships/tags" Target="../tags/tag156.xml"/><Relationship Id="rId10" Type="http://schemas.openxmlformats.org/officeDocument/2006/relationships/tags" Target="../tags/tag151.xml"/><Relationship Id="rId19" Type="http://schemas.openxmlformats.org/officeDocument/2006/relationships/notesSlide" Target="../notesSlides/notesSlide15.xml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4" Type="http://schemas.openxmlformats.org/officeDocument/2006/relationships/tags" Target="../tags/tag155.xml"/><Relationship Id="rId22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18" Type="http://schemas.openxmlformats.org/officeDocument/2006/relationships/tags" Target="../tags/tag176.xml"/><Relationship Id="rId3" Type="http://schemas.openxmlformats.org/officeDocument/2006/relationships/tags" Target="../tags/tag161.xml"/><Relationship Id="rId21" Type="http://schemas.openxmlformats.org/officeDocument/2006/relationships/image" Target="../media/image25.png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17" Type="http://schemas.openxmlformats.org/officeDocument/2006/relationships/tags" Target="../tags/tag175.xml"/><Relationship Id="rId2" Type="http://schemas.openxmlformats.org/officeDocument/2006/relationships/tags" Target="../tags/tag160.xml"/><Relationship Id="rId16" Type="http://schemas.openxmlformats.org/officeDocument/2006/relationships/tags" Target="../tags/tag174.xml"/><Relationship Id="rId20" Type="http://schemas.openxmlformats.org/officeDocument/2006/relationships/notesSlide" Target="../notesSlides/notesSlide16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tags" Target="../tags/tag173.xml"/><Relationship Id="rId23" Type="http://schemas.openxmlformats.org/officeDocument/2006/relationships/image" Target="../media/image4.png"/><Relationship Id="rId10" Type="http://schemas.openxmlformats.org/officeDocument/2006/relationships/tags" Target="../tags/tag168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Relationship Id="rId22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image" Target="../media/image15.png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image" Target="../media/image4.png"/><Relationship Id="rId5" Type="http://schemas.openxmlformats.org/officeDocument/2006/relationships/tags" Target="../tags/tag183.xml"/><Relationship Id="rId10" Type="http://schemas.openxmlformats.org/officeDocument/2006/relationships/notesSlide" Target="../notesSlides/notesSlide18.xml"/><Relationship Id="rId4" Type="http://schemas.openxmlformats.org/officeDocument/2006/relationships/tags" Target="../tags/tag182.xml"/><Relationship Id="rId9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13" Type="http://schemas.openxmlformats.org/officeDocument/2006/relationships/tags" Target="../tags/tag199.xml"/><Relationship Id="rId18" Type="http://schemas.openxmlformats.org/officeDocument/2006/relationships/image" Target="../media/image15.png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12" Type="http://schemas.openxmlformats.org/officeDocument/2006/relationships/tags" Target="../tags/tag198.xml"/><Relationship Id="rId17" Type="http://schemas.openxmlformats.org/officeDocument/2006/relationships/image" Target="../media/image4.png"/><Relationship Id="rId2" Type="http://schemas.openxmlformats.org/officeDocument/2006/relationships/tags" Target="../tags/tag188.xml"/><Relationship Id="rId16" Type="http://schemas.openxmlformats.org/officeDocument/2006/relationships/notesSlide" Target="../notesSlides/notesSlide19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11" Type="http://schemas.openxmlformats.org/officeDocument/2006/relationships/tags" Target="../tags/tag197.xml"/><Relationship Id="rId5" Type="http://schemas.openxmlformats.org/officeDocument/2006/relationships/tags" Target="../tags/tag191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96.xml"/><Relationship Id="rId4" Type="http://schemas.openxmlformats.org/officeDocument/2006/relationships/tags" Target="../tags/tag190.xml"/><Relationship Id="rId9" Type="http://schemas.openxmlformats.org/officeDocument/2006/relationships/tags" Target="../tags/tag195.xml"/><Relationship Id="rId14" Type="http://schemas.openxmlformats.org/officeDocument/2006/relationships/tags" Target="../tags/tag20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tags" Target="../tags/tag213.xml"/><Relationship Id="rId18" Type="http://schemas.openxmlformats.org/officeDocument/2006/relationships/tags" Target="../tags/tag218.xml"/><Relationship Id="rId3" Type="http://schemas.openxmlformats.org/officeDocument/2006/relationships/tags" Target="../tags/tag203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207.xml"/><Relationship Id="rId12" Type="http://schemas.openxmlformats.org/officeDocument/2006/relationships/tags" Target="../tags/tag212.xml"/><Relationship Id="rId17" Type="http://schemas.openxmlformats.org/officeDocument/2006/relationships/tags" Target="../tags/tag217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20" Type="http://schemas.openxmlformats.org/officeDocument/2006/relationships/tags" Target="../tags/tag220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24" Type="http://schemas.openxmlformats.org/officeDocument/2006/relationships/image" Target="../media/image15.png"/><Relationship Id="rId5" Type="http://schemas.openxmlformats.org/officeDocument/2006/relationships/tags" Target="../tags/tag205.xml"/><Relationship Id="rId15" Type="http://schemas.openxmlformats.org/officeDocument/2006/relationships/tags" Target="../tags/tag215.xml"/><Relationship Id="rId23" Type="http://schemas.openxmlformats.org/officeDocument/2006/relationships/image" Target="../media/image4.png"/><Relationship Id="rId10" Type="http://schemas.openxmlformats.org/officeDocument/2006/relationships/tags" Target="../tags/tag210.xml"/><Relationship Id="rId19" Type="http://schemas.openxmlformats.org/officeDocument/2006/relationships/tags" Target="../tags/tag219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tags" Target="../tags/tag214.xml"/><Relationship Id="rId2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3" Type="http://schemas.openxmlformats.org/officeDocument/2006/relationships/tags" Target="../tags/tag22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10" Type="http://schemas.openxmlformats.org/officeDocument/2006/relationships/image" Target="../media/image13.png"/><Relationship Id="rId4" Type="http://schemas.openxmlformats.org/officeDocument/2006/relationships/tags" Target="../tags/tag224.xml"/><Relationship Id="rId9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image" Target="../media/image13.png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image" Target="../media/image4.png"/><Relationship Id="rId5" Type="http://schemas.openxmlformats.org/officeDocument/2006/relationships/tags" Target="../tags/tag231.xml"/><Relationship Id="rId10" Type="http://schemas.openxmlformats.org/officeDocument/2006/relationships/notesSlide" Target="../notesSlides/notesSlide22.xml"/><Relationship Id="rId4" Type="http://schemas.openxmlformats.org/officeDocument/2006/relationships/tags" Target="../tags/tag230.xml"/><Relationship Id="rId9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image" Target="../media/image4.png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12" Type="http://schemas.openxmlformats.org/officeDocument/2006/relationships/notesSlide" Target="../notesSlides/notesSlide23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39.xml"/><Relationship Id="rId10" Type="http://schemas.openxmlformats.org/officeDocument/2006/relationships/tags" Target="../tags/tag244.xml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54.xml"/><Relationship Id="rId3" Type="http://schemas.openxmlformats.org/officeDocument/2006/relationships/tags" Target="../tags/tag249.xml"/><Relationship Id="rId7" Type="http://schemas.openxmlformats.org/officeDocument/2006/relationships/tags" Target="../tags/tag253.xml"/><Relationship Id="rId12" Type="http://schemas.openxmlformats.org/officeDocument/2006/relationships/image" Target="../media/image15.png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tags" Target="../tags/tag252.xml"/><Relationship Id="rId11" Type="http://schemas.openxmlformats.org/officeDocument/2006/relationships/image" Target="../media/image4.png"/><Relationship Id="rId5" Type="http://schemas.openxmlformats.org/officeDocument/2006/relationships/tags" Target="../tags/tag251.xml"/><Relationship Id="rId10" Type="http://schemas.openxmlformats.org/officeDocument/2006/relationships/notesSlide" Target="../notesSlides/notesSlide25.xml"/><Relationship Id="rId4" Type="http://schemas.openxmlformats.org/officeDocument/2006/relationships/tags" Target="../tags/tag250.xml"/><Relationship Id="rId9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62.xml"/><Relationship Id="rId13" Type="http://schemas.openxmlformats.org/officeDocument/2006/relationships/tags" Target="../tags/tag267.xml"/><Relationship Id="rId3" Type="http://schemas.openxmlformats.org/officeDocument/2006/relationships/tags" Target="../tags/tag257.xml"/><Relationship Id="rId7" Type="http://schemas.openxmlformats.org/officeDocument/2006/relationships/tags" Target="../tags/tag261.xml"/><Relationship Id="rId12" Type="http://schemas.openxmlformats.org/officeDocument/2006/relationships/tags" Target="../tags/tag266.xml"/><Relationship Id="rId17" Type="http://schemas.openxmlformats.org/officeDocument/2006/relationships/image" Target="../media/image15.png"/><Relationship Id="rId2" Type="http://schemas.openxmlformats.org/officeDocument/2006/relationships/tags" Target="../tags/tag256.xml"/><Relationship Id="rId16" Type="http://schemas.openxmlformats.org/officeDocument/2006/relationships/image" Target="../media/image4.png"/><Relationship Id="rId1" Type="http://schemas.openxmlformats.org/officeDocument/2006/relationships/tags" Target="../tags/tag255.xml"/><Relationship Id="rId6" Type="http://schemas.openxmlformats.org/officeDocument/2006/relationships/tags" Target="../tags/tag260.xml"/><Relationship Id="rId11" Type="http://schemas.openxmlformats.org/officeDocument/2006/relationships/tags" Target="../tags/tag265.xml"/><Relationship Id="rId5" Type="http://schemas.openxmlformats.org/officeDocument/2006/relationships/tags" Target="../tags/tag259.xml"/><Relationship Id="rId15" Type="http://schemas.openxmlformats.org/officeDocument/2006/relationships/notesSlide" Target="../notesSlides/notesSlide26.xml"/><Relationship Id="rId10" Type="http://schemas.openxmlformats.org/officeDocument/2006/relationships/tags" Target="../tags/tag264.xml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4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75.xml"/><Relationship Id="rId13" Type="http://schemas.openxmlformats.org/officeDocument/2006/relationships/tags" Target="../tags/tag280.xml"/><Relationship Id="rId18" Type="http://schemas.openxmlformats.org/officeDocument/2006/relationships/image" Target="../media/image15.png"/><Relationship Id="rId3" Type="http://schemas.openxmlformats.org/officeDocument/2006/relationships/tags" Target="../tags/tag270.xml"/><Relationship Id="rId7" Type="http://schemas.openxmlformats.org/officeDocument/2006/relationships/tags" Target="../tags/tag274.xml"/><Relationship Id="rId12" Type="http://schemas.openxmlformats.org/officeDocument/2006/relationships/tags" Target="../tags/tag279.xml"/><Relationship Id="rId17" Type="http://schemas.openxmlformats.org/officeDocument/2006/relationships/image" Target="../media/image4.png"/><Relationship Id="rId2" Type="http://schemas.openxmlformats.org/officeDocument/2006/relationships/tags" Target="../tags/tag269.xml"/><Relationship Id="rId16" Type="http://schemas.openxmlformats.org/officeDocument/2006/relationships/notesSlide" Target="../notesSlides/notesSlide27.xml"/><Relationship Id="rId1" Type="http://schemas.openxmlformats.org/officeDocument/2006/relationships/tags" Target="../tags/tag268.xml"/><Relationship Id="rId6" Type="http://schemas.openxmlformats.org/officeDocument/2006/relationships/tags" Target="../tags/tag273.xml"/><Relationship Id="rId11" Type="http://schemas.openxmlformats.org/officeDocument/2006/relationships/tags" Target="../tags/tag278.xml"/><Relationship Id="rId5" Type="http://schemas.openxmlformats.org/officeDocument/2006/relationships/tags" Target="../tags/tag272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277.xml"/><Relationship Id="rId4" Type="http://schemas.openxmlformats.org/officeDocument/2006/relationships/tags" Target="../tags/tag271.xml"/><Relationship Id="rId9" Type="http://schemas.openxmlformats.org/officeDocument/2006/relationships/tags" Target="../tags/tag276.xml"/><Relationship Id="rId14" Type="http://schemas.openxmlformats.org/officeDocument/2006/relationships/tags" Target="../tags/tag28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286.xml"/><Relationship Id="rId7" Type="http://schemas.openxmlformats.org/officeDocument/2006/relationships/notesSlide" Target="../notesSlides/notesSlide29.xml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88.xml"/><Relationship Id="rId10" Type="http://schemas.openxmlformats.org/officeDocument/2006/relationships/image" Target="../media/image4.png"/><Relationship Id="rId4" Type="http://schemas.openxmlformats.org/officeDocument/2006/relationships/tags" Target="../tags/tag287.xml"/><Relationship Id="rId9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96.xml"/><Relationship Id="rId13" Type="http://schemas.openxmlformats.org/officeDocument/2006/relationships/tags" Target="../tags/tag301.xml"/><Relationship Id="rId18" Type="http://schemas.openxmlformats.org/officeDocument/2006/relationships/image" Target="../media/image15.png"/><Relationship Id="rId3" Type="http://schemas.openxmlformats.org/officeDocument/2006/relationships/tags" Target="../tags/tag291.xml"/><Relationship Id="rId7" Type="http://schemas.openxmlformats.org/officeDocument/2006/relationships/tags" Target="../tags/tag295.xml"/><Relationship Id="rId12" Type="http://schemas.openxmlformats.org/officeDocument/2006/relationships/tags" Target="../tags/tag300.xml"/><Relationship Id="rId17" Type="http://schemas.openxmlformats.org/officeDocument/2006/relationships/image" Target="../media/image4.png"/><Relationship Id="rId2" Type="http://schemas.openxmlformats.org/officeDocument/2006/relationships/tags" Target="../tags/tag290.xml"/><Relationship Id="rId16" Type="http://schemas.openxmlformats.org/officeDocument/2006/relationships/notesSlide" Target="../notesSlides/notesSlide30.xml"/><Relationship Id="rId1" Type="http://schemas.openxmlformats.org/officeDocument/2006/relationships/tags" Target="../tags/tag289.xml"/><Relationship Id="rId6" Type="http://schemas.openxmlformats.org/officeDocument/2006/relationships/tags" Target="../tags/tag294.xml"/><Relationship Id="rId11" Type="http://schemas.openxmlformats.org/officeDocument/2006/relationships/tags" Target="../tags/tag299.xml"/><Relationship Id="rId5" Type="http://schemas.openxmlformats.org/officeDocument/2006/relationships/tags" Target="../tags/tag293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298.xml"/><Relationship Id="rId4" Type="http://schemas.openxmlformats.org/officeDocument/2006/relationships/tags" Target="../tags/tag292.xml"/><Relationship Id="rId9" Type="http://schemas.openxmlformats.org/officeDocument/2006/relationships/tags" Target="../tags/tag297.xml"/><Relationship Id="rId14" Type="http://schemas.openxmlformats.org/officeDocument/2006/relationships/tags" Target="../tags/tag30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10.xml"/><Relationship Id="rId13" Type="http://schemas.openxmlformats.org/officeDocument/2006/relationships/tags" Target="../tags/tag315.xml"/><Relationship Id="rId18" Type="http://schemas.openxmlformats.org/officeDocument/2006/relationships/image" Target="../media/image4.png"/><Relationship Id="rId3" Type="http://schemas.openxmlformats.org/officeDocument/2006/relationships/tags" Target="../tags/tag305.xml"/><Relationship Id="rId7" Type="http://schemas.openxmlformats.org/officeDocument/2006/relationships/tags" Target="../tags/tag309.xml"/><Relationship Id="rId12" Type="http://schemas.openxmlformats.org/officeDocument/2006/relationships/tags" Target="../tags/tag314.xml"/><Relationship Id="rId17" Type="http://schemas.openxmlformats.org/officeDocument/2006/relationships/notesSlide" Target="../notesSlides/notesSlide31.xml"/><Relationship Id="rId2" Type="http://schemas.openxmlformats.org/officeDocument/2006/relationships/tags" Target="../tags/tag304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303.xml"/><Relationship Id="rId6" Type="http://schemas.openxmlformats.org/officeDocument/2006/relationships/tags" Target="../tags/tag308.xml"/><Relationship Id="rId11" Type="http://schemas.openxmlformats.org/officeDocument/2006/relationships/tags" Target="../tags/tag313.xml"/><Relationship Id="rId5" Type="http://schemas.openxmlformats.org/officeDocument/2006/relationships/tags" Target="../tags/tag307.xml"/><Relationship Id="rId15" Type="http://schemas.openxmlformats.org/officeDocument/2006/relationships/tags" Target="../tags/tag317.xml"/><Relationship Id="rId10" Type="http://schemas.openxmlformats.org/officeDocument/2006/relationships/tags" Target="../tags/tag312.xml"/><Relationship Id="rId19" Type="http://schemas.openxmlformats.org/officeDocument/2006/relationships/image" Target="../media/image15.png"/><Relationship Id="rId4" Type="http://schemas.openxmlformats.org/officeDocument/2006/relationships/tags" Target="../tags/tag306.xml"/><Relationship Id="rId9" Type="http://schemas.openxmlformats.org/officeDocument/2006/relationships/tags" Target="../tags/tag311.xml"/><Relationship Id="rId14" Type="http://schemas.openxmlformats.org/officeDocument/2006/relationships/tags" Target="../tags/tag31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325.xml"/><Relationship Id="rId13" Type="http://schemas.openxmlformats.org/officeDocument/2006/relationships/tags" Target="../tags/tag330.xml"/><Relationship Id="rId18" Type="http://schemas.openxmlformats.org/officeDocument/2006/relationships/notesSlide" Target="../notesSlides/notesSlide32.xml"/><Relationship Id="rId3" Type="http://schemas.openxmlformats.org/officeDocument/2006/relationships/tags" Target="../tags/tag320.xml"/><Relationship Id="rId7" Type="http://schemas.openxmlformats.org/officeDocument/2006/relationships/tags" Target="../tags/tag324.xml"/><Relationship Id="rId12" Type="http://schemas.openxmlformats.org/officeDocument/2006/relationships/tags" Target="../tags/tag329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319.xml"/><Relationship Id="rId16" Type="http://schemas.openxmlformats.org/officeDocument/2006/relationships/tags" Target="../tags/tag333.xml"/><Relationship Id="rId20" Type="http://schemas.openxmlformats.org/officeDocument/2006/relationships/image" Target="../media/image15.png"/><Relationship Id="rId1" Type="http://schemas.openxmlformats.org/officeDocument/2006/relationships/tags" Target="../tags/tag318.xml"/><Relationship Id="rId6" Type="http://schemas.openxmlformats.org/officeDocument/2006/relationships/tags" Target="../tags/tag323.xml"/><Relationship Id="rId11" Type="http://schemas.openxmlformats.org/officeDocument/2006/relationships/tags" Target="../tags/tag328.xml"/><Relationship Id="rId5" Type="http://schemas.openxmlformats.org/officeDocument/2006/relationships/tags" Target="../tags/tag322.xml"/><Relationship Id="rId15" Type="http://schemas.openxmlformats.org/officeDocument/2006/relationships/tags" Target="../tags/tag332.xml"/><Relationship Id="rId10" Type="http://schemas.openxmlformats.org/officeDocument/2006/relationships/tags" Target="../tags/tag327.xml"/><Relationship Id="rId19" Type="http://schemas.openxmlformats.org/officeDocument/2006/relationships/image" Target="../media/image4.png"/><Relationship Id="rId4" Type="http://schemas.openxmlformats.org/officeDocument/2006/relationships/tags" Target="../tags/tag321.xml"/><Relationship Id="rId9" Type="http://schemas.openxmlformats.org/officeDocument/2006/relationships/tags" Target="../tags/tag326.xml"/><Relationship Id="rId14" Type="http://schemas.openxmlformats.org/officeDocument/2006/relationships/tags" Target="../tags/tag33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341.xml"/><Relationship Id="rId13" Type="http://schemas.openxmlformats.org/officeDocument/2006/relationships/tags" Target="../tags/tag346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336.xml"/><Relationship Id="rId21" Type="http://schemas.openxmlformats.org/officeDocument/2006/relationships/image" Target="../media/image15.png"/><Relationship Id="rId7" Type="http://schemas.openxmlformats.org/officeDocument/2006/relationships/tags" Target="../tags/tag340.xml"/><Relationship Id="rId12" Type="http://schemas.openxmlformats.org/officeDocument/2006/relationships/tags" Target="../tags/tag345.xml"/><Relationship Id="rId17" Type="http://schemas.openxmlformats.org/officeDocument/2006/relationships/tags" Target="../tags/tag350.xml"/><Relationship Id="rId2" Type="http://schemas.openxmlformats.org/officeDocument/2006/relationships/tags" Target="../tags/tag335.xml"/><Relationship Id="rId16" Type="http://schemas.openxmlformats.org/officeDocument/2006/relationships/tags" Target="../tags/tag349.xml"/><Relationship Id="rId20" Type="http://schemas.openxmlformats.org/officeDocument/2006/relationships/image" Target="../media/image4.png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11" Type="http://schemas.openxmlformats.org/officeDocument/2006/relationships/tags" Target="../tags/tag344.xml"/><Relationship Id="rId5" Type="http://schemas.openxmlformats.org/officeDocument/2006/relationships/tags" Target="../tags/tag338.xml"/><Relationship Id="rId15" Type="http://schemas.openxmlformats.org/officeDocument/2006/relationships/tags" Target="../tags/tag348.xml"/><Relationship Id="rId10" Type="http://schemas.openxmlformats.org/officeDocument/2006/relationships/tags" Target="../tags/tag343.xml"/><Relationship Id="rId19" Type="http://schemas.openxmlformats.org/officeDocument/2006/relationships/notesSlide" Target="../notesSlides/notesSlide33.xml"/><Relationship Id="rId4" Type="http://schemas.openxmlformats.org/officeDocument/2006/relationships/tags" Target="../tags/tag337.xml"/><Relationship Id="rId9" Type="http://schemas.openxmlformats.org/officeDocument/2006/relationships/tags" Target="../tags/tag342.xml"/><Relationship Id="rId14" Type="http://schemas.openxmlformats.org/officeDocument/2006/relationships/tags" Target="../tags/tag34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358.xml"/><Relationship Id="rId13" Type="http://schemas.openxmlformats.org/officeDocument/2006/relationships/tags" Target="../tags/tag363.xml"/><Relationship Id="rId18" Type="http://schemas.openxmlformats.org/officeDocument/2006/relationships/tags" Target="../tags/tag368.xml"/><Relationship Id="rId3" Type="http://schemas.openxmlformats.org/officeDocument/2006/relationships/tags" Target="../tags/tag353.xml"/><Relationship Id="rId21" Type="http://schemas.openxmlformats.org/officeDocument/2006/relationships/image" Target="../media/image4.png"/><Relationship Id="rId7" Type="http://schemas.openxmlformats.org/officeDocument/2006/relationships/tags" Target="../tags/tag357.xml"/><Relationship Id="rId12" Type="http://schemas.openxmlformats.org/officeDocument/2006/relationships/tags" Target="../tags/tag362.xml"/><Relationship Id="rId17" Type="http://schemas.openxmlformats.org/officeDocument/2006/relationships/tags" Target="../tags/tag367.xml"/><Relationship Id="rId2" Type="http://schemas.openxmlformats.org/officeDocument/2006/relationships/tags" Target="../tags/tag352.xml"/><Relationship Id="rId16" Type="http://schemas.openxmlformats.org/officeDocument/2006/relationships/tags" Target="../tags/tag366.xml"/><Relationship Id="rId20" Type="http://schemas.openxmlformats.org/officeDocument/2006/relationships/notesSlide" Target="../notesSlides/notesSlide34.xml"/><Relationship Id="rId1" Type="http://schemas.openxmlformats.org/officeDocument/2006/relationships/tags" Target="../tags/tag351.xml"/><Relationship Id="rId6" Type="http://schemas.openxmlformats.org/officeDocument/2006/relationships/tags" Target="../tags/tag356.xml"/><Relationship Id="rId11" Type="http://schemas.openxmlformats.org/officeDocument/2006/relationships/tags" Target="../tags/tag361.xml"/><Relationship Id="rId5" Type="http://schemas.openxmlformats.org/officeDocument/2006/relationships/tags" Target="../tags/tag355.xml"/><Relationship Id="rId15" Type="http://schemas.openxmlformats.org/officeDocument/2006/relationships/tags" Target="../tags/tag365.xml"/><Relationship Id="rId10" Type="http://schemas.openxmlformats.org/officeDocument/2006/relationships/tags" Target="../tags/tag360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54.xml"/><Relationship Id="rId9" Type="http://schemas.openxmlformats.org/officeDocument/2006/relationships/tags" Target="../tags/tag359.xml"/><Relationship Id="rId14" Type="http://schemas.openxmlformats.org/officeDocument/2006/relationships/tags" Target="../tags/tag364.xml"/><Relationship Id="rId22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3" Type="http://schemas.openxmlformats.org/officeDocument/2006/relationships/tags" Target="../tags/tag37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370.xml"/><Relationship Id="rId1" Type="http://schemas.openxmlformats.org/officeDocument/2006/relationships/tags" Target="../tags/tag369.xml"/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10" Type="http://schemas.openxmlformats.org/officeDocument/2006/relationships/image" Target="../media/image15.png"/><Relationship Id="rId4" Type="http://schemas.openxmlformats.org/officeDocument/2006/relationships/tags" Target="../tags/tag372.xml"/><Relationship Id="rId9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382.xml"/><Relationship Id="rId13" Type="http://schemas.openxmlformats.org/officeDocument/2006/relationships/image" Target="../media/image15.png"/><Relationship Id="rId3" Type="http://schemas.openxmlformats.org/officeDocument/2006/relationships/tags" Target="../tags/tag377.xml"/><Relationship Id="rId7" Type="http://schemas.openxmlformats.org/officeDocument/2006/relationships/tags" Target="../tags/tag381.xml"/><Relationship Id="rId12" Type="http://schemas.openxmlformats.org/officeDocument/2006/relationships/image" Target="../media/image4.png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6" Type="http://schemas.openxmlformats.org/officeDocument/2006/relationships/tags" Target="../tags/tag380.xml"/><Relationship Id="rId11" Type="http://schemas.openxmlformats.org/officeDocument/2006/relationships/notesSlide" Target="../notesSlides/notesSlide36.xml"/><Relationship Id="rId5" Type="http://schemas.openxmlformats.org/officeDocument/2006/relationships/tags" Target="../tags/tag379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378.xml"/><Relationship Id="rId9" Type="http://schemas.openxmlformats.org/officeDocument/2006/relationships/tags" Target="../tags/tag38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391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86.xml"/><Relationship Id="rId7" Type="http://schemas.openxmlformats.org/officeDocument/2006/relationships/tags" Target="../tags/tag390.xml"/><Relationship Id="rId12" Type="http://schemas.openxmlformats.org/officeDocument/2006/relationships/tags" Target="../tags/tag395.xml"/><Relationship Id="rId2" Type="http://schemas.openxmlformats.org/officeDocument/2006/relationships/tags" Target="../tags/tag385.xml"/><Relationship Id="rId16" Type="http://schemas.openxmlformats.org/officeDocument/2006/relationships/image" Target="../media/image15.png"/><Relationship Id="rId1" Type="http://schemas.openxmlformats.org/officeDocument/2006/relationships/tags" Target="../tags/tag384.xml"/><Relationship Id="rId6" Type="http://schemas.openxmlformats.org/officeDocument/2006/relationships/tags" Target="../tags/tag389.xml"/><Relationship Id="rId11" Type="http://schemas.openxmlformats.org/officeDocument/2006/relationships/tags" Target="../tags/tag394.xml"/><Relationship Id="rId5" Type="http://schemas.openxmlformats.org/officeDocument/2006/relationships/tags" Target="../tags/tag388.xml"/><Relationship Id="rId15" Type="http://schemas.openxmlformats.org/officeDocument/2006/relationships/image" Target="../media/image4.png"/><Relationship Id="rId10" Type="http://schemas.openxmlformats.org/officeDocument/2006/relationships/tags" Target="../tags/tag393.xml"/><Relationship Id="rId4" Type="http://schemas.openxmlformats.org/officeDocument/2006/relationships/tags" Target="../tags/tag387.xml"/><Relationship Id="rId9" Type="http://schemas.openxmlformats.org/officeDocument/2006/relationships/tags" Target="../tags/tag392.xml"/><Relationship Id="rId1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403.xml"/><Relationship Id="rId13" Type="http://schemas.openxmlformats.org/officeDocument/2006/relationships/tags" Target="../tags/tag408.xml"/><Relationship Id="rId3" Type="http://schemas.openxmlformats.org/officeDocument/2006/relationships/tags" Target="../tags/tag398.xml"/><Relationship Id="rId7" Type="http://schemas.openxmlformats.org/officeDocument/2006/relationships/tags" Target="../tags/tag402.xml"/><Relationship Id="rId12" Type="http://schemas.openxmlformats.org/officeDocument/2006/relationships/tags" Target="../tags/tag407.xml"/><Relationship Id="rId17" Type="http://schemas.openxmlformats.org/officeDocument/2006/relationships/image" Target="../media/image15.png"/><Relationship Id="rId2" Type="http://schemas.openxmlformats.org/officeDocument/2006/relationships/tags" Target="../tags/tag397.xml"/><Relationship Id="rId16" Type="http://schemas.openxmlformats.org/officeDocument/2006/relationships/image" Target="../media/image4.png"/><Relationship Id="rId1" Type="http://schemas.openxmlformats.org/officeDocument/2006/relationships/tags" Target="../tags/tag396.xml"/><Relationship Id="rId6" Type="http://schemas.openxmlformats.org/officeDocument/2006/relationships/tags" Target="../tags/tag401.xml"/><Relationship Id="rId11" Type="http://schemas.openxmlformats.org/officeDocument/2006/relationships/tags" Target="../tags/tag406.xml"/><Relationship Id="rId5" Type="http://schemas.openxmlformats.org/officeDocument/2006/relationships/tags" Target="../tags/tag400.xml"/><Relationship Id="rId15" Type="http://schemas.openxmlformats.org/officeDocument/2006/relationships/notesSlide" Target="../notesSlides/notesSlide38.xml"/><Relationship Id="rId10" Type="http://schemas.openxmlformats.org/officeDocument/2006/relationships/tags" Target="../tags/tag405.xml"/><Relationship Id="rId4" Type="http://schemas.openxmlformats.org/officeDocument/2006/relationships/tags" Target="../tags/tag399.xml"/><Relationship Id="rId9" Type="http://schemas.openxmlformats.org/officeDocument/2006/relationships/tags" Target="../tags/tag404.xml"/><Relationship Id="rId14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416.xml"/><Relationship Id="rId13" Type="http://schemas.openxmlformats.org/officeDocument/2006/relationships/tags" Target="../tags/tag421.xml"/><Relationship Id="rId18" Type="http://schemas.openxmlformats.org/officeDocument/2006/relationships/image" Target="../media/image15.png"/><Relationship Id="rId3" Type="http://schemas.openxmlformats.org/officeDocument/2006/relationships/tags" Target="../tags/tag411.xml"/><Relationship Id="rId7" Type="http://schemas.openxmlformats.org/officeDocument/2006/relationships/tags" Target="../tags/tag415.xml"/><Relationship Id="rId12" Type="http://schemas.openxmlformats.org/officeDocument/2006/relationships/tags" Target="../tags/tag420.xml"/><Relationship Id="rId17" Type="http://schemas.openxmlformats.org/officeDocument/2006/relationships/image" Target="../media/image4.png"/><Relationship Id="rId2" Type="http://schemas.openxmlformats.org/officeDocument/2006/relationships/tags" Target="../tags/tag410.xml"/><Relationship Id="rId16" Type="http://schemas.openxmlformats.org/officeDocument/2006/relationships/notesSlide" Target="../notesSlides/notesSlide39.xml"/><Relationship Id="rId1" Type="http://schemas.openxmlformats.org/officeDocument/2006/relationships/tags" Target="../tags/tag409.xml"/><Relationship Id="rId6" Type="http://schemas.openxmlformats.org/officeDocument/2006/relationships/tags" Target="../tags/tag414.xml"/><Relationship Id="rId11" Type="http://schemas.openxmlformats.org/officeDocument/2006/relationships/tags" Target="../tags/tag419.xml"/><Relationship Id="rId5" Type="http://schemas.openxmlformats.org/officeDocument/2006/relationships/tags" Target="../tags/tag413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418.xml"/><Relationship Id="rId4" Type="http://schemas.openxmlformats.org/officeDocument/2006/relationships/tags" Target="../tags/tag412.xml"/><Relationship Id="rId9" Type="http://schemas.openxmlformats.org/officeDocument/2006/relationships/tags" Target="../tags/tag417.xml"/><Relationship Id="rId14" Type="http://schemas.openxmlformats.org/officeDocument/2006/relationships/tags" Target="../tags/tag42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24.xml"/><Relationship Id="rId1" Type="http://schemas.openxmlformats.org/officeDocument/2006/relationships/tags" Target="../tags/tag42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432.xml"/><Relationship Id="rId3" Type="http://schemas.openxmlformats.org/officeDocument/2006/relationships/tags" Target="../tags/tag427.xml"/><Relationship Id="rId7" Type="http://schemas.openxmlformats.org/officeDocument/2006/relationships/tags" Target="../tags/tag431.xml"/><Relationship Id="rId12" Type="http://schemas.openxmlformats.org/officeDocument/2006/relationships/image" Target="../media/image15.png"/><Relationship Id="rId2" Type="http://schemas.openxmlformats.org/officeDocument/2006/relationships/tags" Target="../tags/tag426.xml"/><Relationship Id="rId1" Type="http://schemas.openxmlformats.org/officeDocument/2006/relationships/tags" Target="../tags/tag425.xml"/><Relationship Id="rId6" Type="http://schemas.openxmlformats.org/officeDocument/2006/relationships/tags" Target="../tags/tag430.xml"/><Relationship Id="rId11" Type="http://schemas.openxmlformats.org/officeDocument/2006/relationships/image" Target="../media/image4.png"/><Relationship Id="rId5" Type="http://schemas.openxmlformats.org/officeDocument/2006/relationships/tags" Target="../tags/tag429.xml"/><Relationship Id="rId10" Type="http://schemas.openxmlformats.org/officeDocument/2006/relationships/notesSlide" Target="../notesSlides/notesSlide41.xml"/><Relationship Id="rId4" Type="http://schemas.openxmlformats.org/officeDocument/2006/relationships/tags" Target="../tags/tag428.xml"/><Relationship Id="rId9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440.xml"/><Relationship Id="rId13" Type="http://schemas.openxmlformats.org/officeDocument/2006/relationships/image" Target="../media/image15.png"/><Relationship Id="rId3" Type="http://schemas.openxmlformats.org/officeDocument/2006/relationships/tags" Target="../tags/tag435.xml"/><Relationship Id="rId7" Type="http://schemas.openxmlformats.org/officeDocument/2006/relationships/tags" Target="../tags/tag439.xml"/><Relationship Id="rId12" Type="http://schemas.openxmlformats.org/officeDocument/2006/relationships/image" Target="../media/image4.png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6" Type="http://schemas.openxmlformats.org/officeDocument/2006/relationships/tags" Target="../tags/tag438.xml"/><Relationship Id="rId11" Type="http://schemas.openxmlformats.org/officeDocument/2006/relationships/notesSlide" Target="../notesSlides/notesSlide42.xml"/><Relationship Id="rId5" Type="http://schemas.openxmlformats.org/officeDocument/2006/relationships/tags" Target="../tags/tag437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36.xml"/><Relationship Id="rId9" Type="http://schemas.openxmlformats.org/officeDocument/2006/relationships/tags" Target="../tags/tag44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444.xml"/><Relationship Id="rId7" Type="http://schemas.openxmlformats.org/officeDocument/2006/relationships/notesSlide" Target="../notesSlides/notesSlide43.xml"/><Relationship Id="rId2" Type="http://schemas.openxmlformats.org/officeDocument/2006/relationships/tags" Target="../tags/tag443.xml"/><Relationship Id="rId1" Type="http://schemas.openxmlformats.org/officeDocument/2006/relationships/tags" Target="../tags/tag44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46.xml"/><Relationship Id="rId10" Type="http://schemas.openxmlformats.org/officeDocument/2006/relationships/image" Target="../media/image4.png"/><Relationship Id="rId4" Type="http://schemas.openxmlformats.org/officeDocument/2006/relationships/tags" Target="../tags/tag445.xml"/><Relationship Id="rId9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454.xml"/><Relationship Id="rId13" Type="http://schemas.openxmlformats.org/officeDocument/2006/relationships/image" Target="../media/image15.png"/><Relationship Id="rId3" Type="http://schemas.openxmlformats.org/officeDocument/2006/relationships/tags" Target="../tags/tag449.xml"/><Relationship Id="rId7" Type="http://schemas.openxmlformats.org/officeDocument/2006/relationships/tags" Target="../tags/tag453.xml"/><Relationship Id="rId12" Type="http://schemas.openxmlformats.org/officeDocument/2006/relationships/image" Target="../media/image25.png"/><Relationship Id="rId2" Type="http://schemas.openxmlformats.org/officeDocument/2006/relationships/tags" Target="../tags/tag448.xml"/><Relationship Id="rId1" Type="http://schemas.openxmlformats.org/officeDocument/2006/relationships/tags" Target="../tags/tag447.xml"/><Relationship Id="rId6" Type="http://schemas.openxmlformats.org/officeDocument/2006/relationships/tags" Target="../tags/tag452.xml"/><Relationship Id="rId11" Type="http://schemas.openxmlformats.org/officeDocument/2006/relationships/notesSlide" Target="../notesSlides/notesSlide44.xml"/><Relationship Id="rId5" Type="http://schemas.openxmlformats.org/officeDocument/2006/relationships/tags" Target="../tags/tag451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50.xml"/><Relationship Id="rId9" Type="http://schemas.openxmlformats.org/officeDocument/2006/relationships/tags" Target="../tags/tag455.xml"/><Relationship Id="rId1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463.xml"/><Relationship Id="rId13" Type="http://schemas.openxmlformats.org/officeDocument/2006/relationships/tags" Target="../tags/tag468.xml"/><Relationship Id="rId18" Type="http://schemas.openxmlformats.org/officeDocument/2006/relationships/image" Target="../media/image25.png"/><Relationship Id="rId3" Type="http://schemas.openxmlformats.org/officeDocument/2006/relationships/tags" Target="../tags/tag458.xml"/><Relationship Id="rId7" Type="http://schemas.openxmlformats.org/officeDocument/2006/relationships/tags" Target="../tags/tag462.xml"/><Relationship Id="rId12" Type="http://schemas.openxmlformats.org/officeDocument/2006/relationships/tags" Target="../tags/tag467.xml"/><Relationship Id="rId17" Type="http://schemas.openxmlformats.org/officeDocument/2006/relationships/notesSlide" Target="../notesSlides/notesSlide45.xml"/><Relationship Id="rId2" Type="http://schemas.openxmlformats.org/officeDocument/2006/relationships/tags" Target="../tags/tag457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4.png"/><Relationship Id="rId1" Type="http://schemas.openxmlformats.org/officeDocument/2006/relationships/tags" Target="../tags/tag456.xml"/><Relationship Id="rId6" Type="http://schemas.openxmlformats.org/officeDocument/2006/relationships/tags" Target="../tags/tag461.xml"/><Relationship Id="rId11" Type="http://schemas.openxmlformats.org/officeDocument/2006/relationships/tags" Target="../tags/tag466.xml"/><Relationship Id="rId5" Type="http://schemas.openxmlformats.org/officeDocument/2006/relationships/tags" Target="../tags/tag460.xml"/><Relationship Id="rId15" Type="http://schemas.openxmlformats.org/officeDocument/2006/relationships/tags" Target="../tags/tag470.xml"/><Relationship Id="rId10" Type="http://schemas.openxmlformats.org/officeDocument/2006/relationships/tags" Target="../tags/tag465.xml"/><Relationship Id="rId19" Type="http://schemas.openxmlformats.org/officeDocument/2006/relationships/image" Target="../media/image15.png"/><Relationship Id="rId4" Type="http://schemas.openxmlformats.org/officeDocument/2006/relationships/tags" Target="../tags/tag459.xml"/><Relationship Id="rId9" Type="http://schemas.openxmlformats.org/officeDocument/2006/relationships/tags" Target="../tags/tag464.xml"/><Relationship Id="rId14" Type="http://schemas.openxmlformats.org/officeDocument/2006/relationships/tags" Target="../tags/tag46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473.xml"/><Relationship Id="rId7" Type="http://schemas.openxmlformats.org/officeDocument/2006/relationships/tags" Target="../tags/tag477.xml"/><Relationship Id="rId2" Type="http://schemas.openxmlformats.org/officeDocument/2006/relationships/tags" Target="../tags/tag472.xml"/><Relationship Id="rId1" Type="http://schemas.openxmlformats.org/officeDocument/2006/relationships/tags" Target="../tags/tag471.xml"/><Relationship Id="rId6" Type="http://schemas.openxmlformats.org/officeDocument/2006/relationships/tags" Target="../tags/tag476.xml"/><Relationship Id="rId11" Type="http://schemas.openxmlformats.org/officeDocument/2006/relationships/image" Target="../media/image15.png"/><Relationship Id="rId5" Type="http://schemas.openxmlformats.org/officeDocument/2006/relationships/tags" Target="../tags/tag475.xml"/><Relationship Id="rId10" Type="http://schemas.openxmlformats.org/officeDocument/2006/relationships/image" Target="../media/image4.png"/><Relationship Id="rId4" Type="http://schemas.openxmlformats.org/officeDocument/2006/relationships/tags" Target="../tags/tag474.xml"/><Relationship Id="rId9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485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480.xml"/><Relationship Id="rId7" Type="http://schemas.openxmlformats.org/officeDocument/2006/relationships/tags" Target="../tags/tag484.xml"/><Relationship Id="rId12" Type="http://schemas.openxmlformats.org/officeDocument/2006/relationships/tags" Target="../tags/tag489.xml"/><Relationship Id="rId2" Type="http://schemas.openxmlformats.org/officeDocument/2006/relationships/tags" Target="../tags/tag479.xml"/><Relationship Id="rId16" Type="http://schemas.openxmlformats.org/officeDocument/2006/relationships/image" Target="../media/image15.png"/><Relationship Id="rId1" Type="http://schemas.openxmlformats.org/officeDocument/2006/relationships/tags" Target="../tags/tag478.xml"/><Relationship Id="rId6" Type="http://schemas.openxmlformats.org/officeDocument/2006/relationships/tags" Target="../tags/tag483.xml"/><Relationship Id="rId11" Type="http://schemas.openxmlformats.org/officeDocument/2006/relationships/tags" Target="../tags/tag488.xml"/><Relationship Id="rId5" Type="http://schemas.openxmlformats.org/officeDocument/2006/relationships/tags" Target="../tags/tag482.xml"/><Relationship Id="rId15" Type="http://schemas.openxmlformats.org/officeDocument/2006/relationships/image" Target="../media/image4.png"/><Relationship Id="rId10" Type="http://schemas.openxmlformats.org/officeDocument/2006/relationships/tags" Target="../tags/tag487.xml"/><Relationship Id="rId4" Type="http://schemas.openxmlformats.org/officeDocument/2006/relationships/tags" Target="../tags/tag481.xml"/><Relationship Id="rId9" Type="http://schemas.openxmlformats.org/officeDocument/2006/relationships/tags" Target="../tags/tag486.xml"/><Relationship Id="rId1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8.xml"/><Relationship Id="rId3" Type="http://schemas.openxmlformats.org/officeDocument/2006/relationships/tags" Target="../tags/tag492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491.xml"/><Relationship Id="rId1" Type="http://schemas.openxmlformats.org/officeDocument/2006/relationships/tags" Target="../tags/tag490.xml"/><Relationship Id="rId6" Type="http://schemas.openxmlformats.org/officeDocument/2006/relationships/tags" Target="../tags/tag495.xml"/><Relationship Id="rId5" Type="http://schemas.openxmlformats.org/officeDocument/2006/relationships/tags" Target="../tags/tag494.xml"/><Relationship Id="rId10" Type="http://schemas.openxmlformats.org/officeDocument/2006/relationships/image" Target="../media/image13.png"/><Relationship Id="rId4" Type="http://schemas.openxmlformats.org/officeDocument/2006/relationships/tags" Target="../tags/tag493.xml"/><Relationship Id="rId9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503.xml"/><Relationship Id="rId3" Type="http://schemas.openxmlformats.org/officeDocument/2006/relationships/tags" Target="../tags/tag498.xml"/><Relationship Id="rId7" Type="http://schemas.openxmlformats.org/officeDocument/2006/relationships/tags" Target="../tags/tag502.xml"/><Relationship Id="rId12" Type="http://schemas.openxmlformats.org/officeDocument/2006/relationships/image" Target="../media/image13.png"/><Relationship Id="rId2" Type="http://schemas.openxmlformats.org/officeDocument/2006/relationships/tags" Target="../tags/tag497.xml"/><Relationship Id="rId1" Type="http://schemas.openxmlformats.org/officeDocument/2006/relationships/tags" Target="../tags/tag496.xml"/><Relationship Id="rId6" Type="http://schemas.openxmlformats.org/officeDocument/2006/relationships/tags" Target="../tags/tag501.xml"/><Relationship Id="rId11" Type="http://schemas.openxmlformats.org/officeDocument/2006/relationships/image" Target="../media/image4.png"/><Relationship Id="rId5" Type="http://schemas.openxmlformats.org/officeDocument/2006/relationships/tags" Target="../tags/tag500.xml"/><Relationship Id="rId10" Type="http://schemas.openxmlformats.org/officeDocument/2006/relationships/notesSlide" Target="../notesSlides/notesSlide49.xml"/><Relationship Id="rId4" Type="http://schemas.openxmlformats.org/officeDocument/2006/relationships/tags" Target="../tags/tag499.xml"/><Relationship Id="rId9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511.xml"/><Relationship Id="rId13" Type="http://schemas.openxmlformats.org/officeDocument/2006/relationships/image" Target="../media/image4.png"/><Relationship Id="rId3" Type="http://schemas.openxmlformats.org/officeDocument/2006/relationships/tags" Target="../tags/tag506.xml"/><Relationship Id="rId7" Type="http://schemas.openxmlformats.org/officeDocument/2006/relationships/tags" Target="../tags/tag510.xml"/><Relationship Id="rId12" Type="http://schemas.openxmlformats.org/officeDocument/2006/relationships/notesSlide" Target="../notesSlides/notesSlide50.xml"/><Relationship Id="rId2" Type="http://schemas.openxmlformats.org/officeDocument/2006/relationships/tags" Target="../tags/tag505.xml"/><Relationship Id="rId1" Type="http://schemas.openxmlformats.org/officeDocument/2006/relationships/tags" Target="../tags/tag504.xml"/><Relationship Id="rId6" Type="http://schemas.openxmlformats.org/officeDocument/2006/relationships/tags" Target="../tags/tag509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08.xml"/><Relationship Id="rId10" Type="http://schemas.openxmlformats.org/officeDocument/2006/relationships/tags" Target="../tags/tag513.xml"/><Relationship Id="rId4" Type="http://schemas.openxmlformats.org/officeDocument/2006/relationships/tags" Target="../tags/tag507.xml"/><Relationship Id="rId9" Type="http://schemas.openxmlformats.org/officeDocument/2006/relationships/tags" Target="../tags/tag512.xml"/><Relationship Id="rId14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15.xml"/><Relationship Id="rId1" Type="http://schemas.openxmlformats.org/officeDocument/2006/relationships/tags" Target="../tags/tag51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523.xml"/><Relationship Id="rId13" Type="http://schemas.openxmlformats.org/officeDocument/2006/relationships/notesSlide" Target="../notesSlides/notesSlide52.xml"/><Relationship Id="rId3" Type="http://schemas.openxmlformats.org/officeDocument/2006/relationships/tags" Target="../tags/tag518.xml"/><Relationship Id="rId7" Type="http://schemas.openxmlformats.org/officeDocument/2006/relationships/tags" Target="../tags/tag522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517.xml"/><Relationship Id="rId16" Type="http://schemas.openxmlformats.org/officeDocument/2006/relationships/image" Target="../media/image4.png"/><Relationship Id="rId1" Type="http://schemas.openxmlformats.org/officeDocument/2006/relationships/tags" Target="../tags/tag516.xml"/><Relationship Id="rId6" Type="http://schemas.openxmlformats.org/officeDocument/2006/relationships/tags" Target="../tags/tag521.xml"/><Relationship Id="rId11" Type="http://schemas.openxmlformats.org/officeDocument/2006/relationships/tags" Target="../tags/tag526.xml"/><Relationship Id="rId5" Type="http://schemas.openxmlformats.org/officeDocument/2006/relationships/tags" Target="../tags/tag520.xml"/><Relationship Id="rId15" Type="http://schemas.openxmlformats.org/officeDocument/2006/relationships/image" Target="../media/image15.png"/><Relationship Id="rId10" Type="http://schemas.openxmlformats.org/officeDocument/2006/relationships/tags" Target="../tags/tag525.xml"/><Relationship Id="rId4" Type="http://schemas.openxmlformats.org/officeDocument/2006/relationships/tags" Target="../tags/tag519.xml"/><Relationship Id="rId9" Type="http://schemas.openxmlformats.org/officeDocument/2006/relationships/tags" Target="../tags/tag524.xml"/><Relationship Id="rId14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534.xml"/><Relationship Id="rId13" Type="http://schemas.openxmlformats.org/officeDocument/2006/relationships/tags" Target="../tags/tag539.xml"/><Relationship Id="rId18" Type="http://schemas.openxmlformats.org/officeDocument/2006/relationships/tags" Target="../tags/tag544.xml"/><Relationship Id="rId3" Type="http://schemas.openxmlformats.org/officeDocument/2006/relationships/tags" Target="../tags/tag529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533.xml"/><Relationship Id="rId12" Type="http://schemas.openxmlformats.org/officeDocument/2006/relationships/tags" Target="../tags/tag538.xml"/><Relationship Id="rId17" Type="http://schemas.openxmlformats.org/officeDocument/2006/relationships/tags" Target="../tags/tag543.xml"/><Relationship Id="rId25" Type="http://schemas.openxmlformats.org/officeDocument/2006/relationships/image" Target="../media/image4.png"/><Relationship Id="rId2" Type="http://schemas.openxmlformats.org/officeDocument/2006/relationships/tags" Target="../tags/tag528.xml"/><Relationship Id="rId16" Type="http://schemas.openxmlformats.org/officeDocument/2006/relationships/tags" Target="../tags/tag542.xml"/><Relationship Id="rId20" Type="http://schemas.openxmlformats.org/officeDocument/2006/relationships/tags" Target="../tags/tag546.xml"/><Relationship Id="rId1" Type="http://schemas.openxmlformats.org/officeDocument/2006/relationships/tags" Target="../tags/tag527.xml"/><Relationship Id="rId6" Type="http://schemas.openxmlformats.org/officeDocument/2006/relationships/tags" Target="../tags/tag532.xml"/><Relationship Id="rId11" Type="http://schemas.openxmlformats.org/officeDocument/2006/relationships/tags" Target="../tags/tag537.xml"/><Relationship Id="rId24" Type="http://schemas.openxmlformats.org/officeDocument/2006/relationships/image" Target="../media/image15.png"/><Relationship Id="rId5" Type="http://schemas.openxmlformats.org/officeDocument/2006/relationships/tags" Target="../tags/tag531.xml"/><Relationship Id="rId15" Type="http://schemas.openxmlformats.org/officeDocument/2006/relationships/tags" Target="../tags/tag541.xml"/><Relationship Id="rId23" Type="http://schemas.openxmlformats.org/officeDocument/2006/relationships/image" Target="../media/image25.png"/><Relationship Id="rId10" Type="http://schemas.openxmlformats.org/officeDocument/2006/relationships/tags" Target="../tags/tag536.xml"/><Relationship Id="rId19" Type="http://schemas.openxmlformats.org/officeDocument/2006/relationships/tags" Target="../tags/tag545.xml"/><Relationship Id="rId4" Type="http://schemas.openxmlformats.org/officeDocument/2006/relationships/tags" Target="../tags/tag530.xml"/><Relationship Id="rId9" Type="http://schemas.openxmlformats.org/officeDocument/2006/relationships/tags" Target="../tags/tag535.xml"/><Relationship Id="rId14" Type="http://schemas.openxmlformats.org/officeDocument/2006/relationships/tags" Target="../tags/tag540.xml"/><Relationship Id="rId2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549.xml"/><Relationship Id="rId7" Type="http://schemas.openxmlformats.org/officeDocument/2006/relationships/image" Target="../media/image15.png"/><Relationship Id="rId2" Type="http://schemas.openxmlformats.org/officeDocument/2006/relationships/tags" Target="../tags/tag548.xml"/><Relationship Id="rId1" Type="http://schemas.openxmlformats.org/officeDocument/2006/relationships/tags" Target="../tags/tag54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552.xml"/><Relationship Id="rId7" Type="http://schemas.openxmlformats.org/officeDocument/2006/relationships/image" Target="../media/image4.png"/><Relationship Id="rId2" Type="http://schemas.openxmlformats.org/officeDocument/2006/relationships/tags" Target="../tags/tag551.xml"/><Relationship Id="rId1" Type="http://schemas.openxmlformats.org/officeDocument/2006/relationships/tags" Target="../tags/tag550.xml"/><Relationship Id="rId6" Type="http://schemas.openxmlformats.org/officeDocument/2006/relationships/notesSlide" Target="../notesSlides/notesSlide5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53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56.xml"/><Relationship Id="rId7" Type="http://schemas.openxmlformats.org/officeDocument/2006/relationships/notesSlide" Target="../notesSlides/notesSlide56.xml"/><Relationship Id="rId2" Type="http://schemas.openxmlformats.org/officeDocument/2006/relationships/tags" Target="../tags/tag555.xml"/><Relationship Id="rId1" Type="http://schemas.openxmlformats.org/officeDocument/2006/relationships/tags" Target="../tags/tag55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58.xml"/><Relationship Id="rId4" Type="http://schemas.openxmlformats.org/officeDocument/2006/relationships/tags" Target="../tags/tag557.xml"/><Relationship Id="rId9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60.xml"/><Relationship Id="rId1" Type="http://schemas.openxmlformats.org/officeDocument/2006/relationships/tags" Target="../tags/tag55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2" Type="http://schemas.openxmlformats.org/officeDocument/2006/relationships/tags" Target="../tags/tag562.xml"/><Relationship Id="rId1" Type="http://schemas.openxmlformats.org/officeDocument/2006/relationships/tags" Target="../tags/tag56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565.xml"/><Relationship Id="rId7" Type="http://schemas.openxmlformats.org/officeDocument/2006/relationships/tags" Target="../tags/tag569.xml"/><Relationship Id="rId2" Type="http://schemas.openxmlformats.org/officeDocument/2006/relationships/tags" Target="../tags/tag564.xml"/><Relationship Id="rId1" Type="http://schemas.openxmlformats.org/officeDocument/2006/relationships/tags" Target="../tags/tag563.xml"/><Relationship Id="rId6" Type="http://schemas.openxmlformats.org/officeDocument/2006/relationships/tags" Target="../tags/tag568.xml"/><Relationship Id="rId11" Type="http://schemas.openxmlformats.org/officeDocument/2006/relationships/image" Target="../media/image15.png"/><Relationship Id="rId5" Type="http://schemas.openxmlformats.org/officeDocument/2006/relationships/tags" Target="../tags/tag567.xml"/><Relationship Id="rId10" Type="http://schemas.openxmlformats.org/officeDocument/2006/relationships/image" Target="../media/image4.png"/><Relationship Id="rId4" Type="http://schemas.openxmlformats.org/officeDocument/2006/relationships/tags" Target="../tags/tag566.xml"/><Relationship Id="rId9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577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572.xml"/><Relationship Id="rId7" Type="http://schemas.openxmlformats.org/officeDocument/2006/relationships/tags" Target="../tags/tag576.xml"/><Relationship Id="rId12" Type="http://schemas.openxmlformats.org/officeDocument/2006/relationships/tags" Target="../tags/tag581.xml"/><Relationship Id="rId2" Type="http://schemas.openxmlformats.org/officeDocument/2006/relationships/tags" Target="../tags/tag571.xml"/><Relationship Id="rId16" Type="http://schemas.openxmlformats.org/officeDocument/2006/relationships/image" Target="../media/image15.png"/><Relationship Id="rId1" Type="http://schemas.openxmlformats.org/officeDocument/2006/relationships/tags" Target="../tags/tag570.xml"/><Relationship Id="rId6" Type="http://schemas.openxmlformats.org/officeDocument/2006/relationships/tags" Target="../tags/tag575.xml"/><Relationship Id="rId11" Type="http://schemas.openxmlformats.org/officeDocument/2006/relationships/tags" Target="../tags/tag580.xml"/><Relationship Id="rId5" Type="http://schemas.openxmlformats.org/officeDocument/2006/relationships/tags" Target="../tags/tag574.xml"/><Relationship Id="rId15" Type="http://schemas.openxmlformats.org/officeDocument/2006/relationships/image" Target="../media/image4.png"/><Relationship Id="rId10" Type="http://schemas.openxmlformats.org/officeDocument/2006/relationships/tags" Target="../tags/tag579.xml"/><Relationship Id="rId4" Type="http://schemas.openxmlformats.org/officeDocument/2006/relationships/tags" Target="../tags/tag573.xml"/><Relationship Id="rId9" Type="http://schemas.openxmlformats.org/officeDocument/2006/relationships/tags" Target="../tags/tag578.xml"/><Relationship Id="rId1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589.xml"/><Relationship Id="rId13" Type="http://schemas.openxmlformats.org/officeDocument/2006/relationships/tags" Target="../tags/tag594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584.xml"/><Relationship Id="rId21" Type="http://schemas.openxmlformats.org/officeDocument/2006/relationships/image" Target="../media/image15.png"/><Relationship Id="rId7" Type="http://schemas.openxmlformats.org/officeDocument/2006/relationships/tags" Target="../tags/tag588.xml"/><Relationship Id="rId12" Type="http://schemas.openxmlformats.org/officeDocument/2006/relationships/tags" Target="../tags/tag593.xml"/><Relationship Id="rId17" Type="http://schemas.openxmlformats.org/officeDocument/2006/relationships/tags" Target="../tags/tag598.xml"/><Relationship Id="rId2" Type="http://schemas.openxmlformats.org/officeDocument/2006/relationships/tags" Target="../tags/tag583.xml"/><Relationship Id="rId16" Type="http://schemas.openxmlformats.org/officeDocument/2006/relationships/tags" Target="../tags/tag597.xml"/><Relationship Id="rId20" Type="http://schemas.openxmlformats.org/officeDocument/2006/relationships/image" Target="../media/image4.png"/><Relationship Id="rId1" Type="http://schemas.openxmlformats.org/officeDocument/2006/relationships/tags" Target="../tags/tag582.xml"/><Relationship Id="rId6" Type="http://schemas.openxmlformats.org/officeDocument/2006/relationships/tags" Target="../tags/tag587.xml"/><Relationship Id="rId11" Type="http://schemas.openxmlformats.org/officeDocument/2006/relationships/tags" Target="../tags/tag592.xml"/><Relationship Id="rId5" Type="http://schemas.openxmlformats.org/officeDocument/2006/relationships/tags" Target="../tags/tag586.xml"/><Relationship Id="rId15" Type="http://schemas.openxmlformats.org/officeDocument/2006/relationships/tags" Target="../tags/tag596.xml"/><Relationship Id="rId10" Type="http://schemas.openxmlformats.org/officeDocument/2006/relationships/tags" Target="../tags/tag591.xml"/><Relationship Id="rId19" Type="http://schemas.openxmlformats.org/officeDocument/2006/relationships/notesSlide" Target="../notesSlides/notesSlide61.xml"/><Relationship Id="rId4" Type="http://schemas.openxmlformats.org/officeDocument/2006/relationships/tags" Target="../tags/tag585.xml"/><Relationship Id="rId9" Type="http://schemas.openxmlformats.org/officeDocument/2006/relationships/tags" Target="../tags/tag590.xml"/><Relationship Id="rId14" Type="http://schemas.openxmlformats.org/officeDocument/2006/relationships/tags" Target="../tags/tag595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606.xml"/><Relationship Id="rId13" Type="http://schemas.openxmlformats.org/officeDocument/2006/relationships/tags" Target="../tags/tag611.xml"/><Relationship Id="rId18" Type="http://schemas.openxmlformats.org/officeDocument/2006/relationships/tags" Target="../tags/tag616.xml"/><Relationship Id="rId3" Type="http://schemas.openxmlformats.org/officeDocument/2006/relationships/tags" Target="../tags/tag601.xml"/><Relationship Id="rId21" Type="http://schemas.openxmlformats.org/officeDocument/2006/relationships/tags" Target="../tags/tag619.xml"/><Relationship Id="rId7" Type="http://schemas.openxmlformats.org/officeDocument/2006/relationships/tags" Target="../tags/tag605.xml"/><Relationship Id="rId12" Type="http://schemas.openxmlformats.org/officeDocument/2006/relationships/tags" Target="../tags/tag610.xml"/><Relationship Id="rId17" Type="http://schemas.openxmlformats.org/officeDocument/2006/relationships/tags" Target="../tags/tag615.xml"/><Relationship Id="rId25" Type="http://schemas.openxmlformats.org/officeDocument/2006/relationships/image" Target="../media/image15.png"/><Relationship Id="rId2" Type="http://schemas.openxmlformats.org/officeDocument/2006/relationships/tags" Target="../tags/tag600.xml"/><Relationship Id="rId16" Type="http://schemas.openxmlformats.org/officeDocument/2006/relationships/tags" Target="../tags/tag614.xml"/><Relationship Id="rId20" Type="http://schemas.openxmlformats.org/officeDocument/2006/relationships/tags" Target="../tags/tag618.xml"/><Relationship Id="rId1" Type="http://schemas.openxmlformats.org/officeDocument/2006/relationships/tags" Target="../tags/tag599.xml"/><Relationship Id="rId6" Type="http://schemas.openxmlformats.org/officeDocument/2006/relationships/tags" Target="../tags/tag604.xml"/><Relationship Id="rId11" Type="http://schemas.openxmlformats.org/officeDocument/2006/relationships/tags" Target="../tags/tag609.xml"/><Relationship Id="rId24" Type="http://schemas.openxmlformats.org/officeDocument/2006/relationships/image" Target="../media/image4.png"/><Relationship Id="rId5" Type="http://schemas.openxmlformats.org/officeDocument/2006/relationships/tags" Target="../tags/tag603.xml"/><Relationship Id="rId15" Type="http://schemas.openxmlformats.org/officeDocument/2006/relationships/tags" Target="../tags/tag613.xml"/><Relationship Id="rId23" Type="http://schemas.openxmlformats.org/officeDocument/2006/relationships/notesSlide" Target="../notesSlides/notesSlide62.xml"/><Relationship Id="rId10" Type="http://schemas.openxmlformats.org/officeDocument/2006/relationships/tags" Target="../tags/tag608.xml"/><Relationship Id="rId19" Type="http://schemas.openxmlformats.org/officeDocument/2006/relationships/tags" Target="../tags/tag617.xml"/><Relationship Id="rId4" Type="http://schemas.openxmlformats.org/officeDocument/2006/relationships/tags" Target="../tags/tag602.xml"/><Relationship Id="rId9" Type="http://schemas.openxmlformats.org/officeDocument/2006/relationships/tags" Target="../tags/tag607.xml"/><Relationship Id="rId14" Type="http://schemas.openxmlformats.org/officeDocument/2006/relationships/tags" Target="../tags/tag612.xml"/><Relationship Id="rId22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627.xml"/><Relationship Id="rId13" Type="http://schemas.openxmlformats.org/officeDocument/2006/relationships/tags" Target="../tags/tag632.xml"/><Relationship Id="rId18" Type="http://schemas.openxmlformats.org/officeDocument/2006/relationships/tags" Target="../tags/tag637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622.xml"/><Relationship Id="rId21" Type="http://schemas.openxmlformats.org/officeDocument/2006/relationships/tags" Target="../tags/tag640.xml"/><Relationship Id="rId7" Type="http://schemas.openxmlformats.org/officeDocument/2006/relationships/tags" Target="../tags/tag626.xml"/><Relationship Id="rId12" Type="http://schemas.openxmlformats.org/officeDocument/2006/relationships/tags" Target="../tags/tag631.xml"/><Relationship Id="rId17" Type="http://schemas.openxmlformats.org/officeDocument/2006/relationships/tags" Target="../tags/tag636.xml"/><Relationship Id="rId25" Type="http://schemas.openxmlformats.org/officeDocument/2006/relationships/tags" Target="../tags/tag644.xml"/><Relationship Id="rId2" Type="http://schemas.openxmlformats.org/officeDocument/2006/relationships/tags" Target="../tags/tag621.xml"/><Relationship Id="rId16" Type="http://schemas.openxmlformats.org/officeDocument/2006/relationships/tags" Target="../tags/tag635.xml"/><Relationship Id="rId20" Type="http://schemas.openxmlformats.org/officeDocument/2006/relationships/tags" Target="../tags/tag639.xml"/><Relationship Id="rId29" Type="http://schemas.openxmlformats.org/officeDocument/2006/relationships/image" Target="../media/image15.png"/><Relationship Id="rId1" Type="http://schemas.openxmlformats.org/officeDocument/2006/relationships/tags" Target="../tags/tag620.xml"/><Relationship Id="rId6" Type="http://schemas.openxmlformats.org/officeDocument/2006/relationships/tags" Target="../tags/tag625.xml"/><Relationship Id="rId11" Type="http://schemas.openxmlformats.org/officeDocument/2006/relationships/tags" Target="../tags/tag630.xml"/><Relationship Id="rId24" Type="http://schemas.openxmlformats.org/officeDocument/2006/relationships/tags" Target="../tags/tag643.xml"/><Relationship Id="rId5" Type="http://schemas.openxmlformats.org/officeDocument/2006/relationships/tags" Target="../tags/tag624.xml"/><Relationship Id="rId15" Type="http://schemas.openxmlformats.org/officeDocument/2006/relationships/tags" Target="../tags/tag634.xml"/><Relationship Id="rId23" Type="http://schemas.openxmlformats.org/officeDocument/2006/relationships/tags" Target="../tags/tag642.xml"/><Relationship Id="rId28" Type="http://schemas.openxmlformats.org/officeDocument/2006/relationships/image" Target="../media/image4.png"/><Relationship Id="rId10" Type="http://schemas.openxmlformats.org/officeDocument/2006/relationships/tags" Target="../tags/tag629.xml"/><Relationship Id="rId19" Type="http://schemas.openxmlformats.org/officeDocument/2006/relationships/tags" Target="../tags/tag638.xml"/><Relationship Id="rId4" Type="http://schemas.openxmlformats.org/officeDocument/2006/relationships/tags" Target="../tags/tag623.xml"/><Relationship Id="rId9" Type="http://schemas.openxmlformats.org/officeDocument/2006/relationships/tags" Target="../tags/tag628.xml"/><Relationship Id="rId14" Type="http://schemas.openxmlformats.org/officeDocument/2006/relationships/tags" Target="../tags/tag633.xml"/><Relationship Id="rId22" Type="http://schemas.openxmlformats.org/officeDocument/2006/relationships/tags" Target="../tags/tag641.xml"/><Relationship Id="rId27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4.xml"/><Relationship Id="rId3" Type="http://schemas.openxmlformats.org/officeDocument/2006/relationships/tags" Target="../tags/tag647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646.xml"/><Relationship Id="rId1" Type="http://schemas.openxmlformats.org/officeDocument/2006/relationships/tags" Target="../tags/tag645.xml"/><Relationship Id="rId6" Type="http://schemas.openxmlformats.org/officeDocument/2006/relationships/tags" Target="../tags/tag650.xml"/><Relationship Id="rId11" Type="http://schemas.openxmlformats.org/officeDocument/2006/relationships/image" Target="../media/image4.png"/><Relationship Id="rId5" Type="http://schemas.openxmlformats.org/officeDocument/2006/relationships/tags" Target="../tags/tag649.xml"/><Relationship Id="rId10" Type="http://schemas.openxmlformats.org/officeDocument/2006/relationships/image" Target="../media/image15.png"/><Relationship Id="rId4" Type="http://schemas.openxmlformats.org/officeDocument/2006/relationships/tags" Target="../tags/tag648.xml"/><Relationship Id="rId9" Type="http://schemas.openxmlformats.org/officeDocument/2006/relationships/image" Target="../media/image25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tags" Target="../tags/tag658.xml"/><Relationship Id="rId13" Type="http://schemas.openxmlformats.org/officeDocument/2006/relationships/image" Target="../media/image15.png"/><Relationship Id="rId3" Type="http://schemas.openxmlformats.org/officeDocument/2006/relationships/tags" Target="../tags/tag653.xml"/><Relationship Id="rId7" Type="http://schemas.openxmlformats.org/officeDocument/2006/relationships/tags" Target="../tags/tag657.xml"/><Relationship Id="rId12" Type="http://schemas.openxmlformats.org/officeDocument/2006/relationships/image" Target="../media/image25.png"/><Relationship Id="rId2" Type="http://schemas.openxmlformats.org/officeDocument/2006/relationships/tags" Target="../tags/tag652.xml"/><Relationship Id="rId1" Type="http://schemas.openxmlformats.org/officeDocument/2006/relationships/tags" Target="../tags/tag651.xml"/><Relationship Id="rId6" Type="http://schemas.openxmlformats.org/officeDocument/2006/relationships/tags" Target="../tags/tag656.xml"/><Relationship Id="rId11" Type="http://schemas.openxmlformats.org/officeDocument/2006/relationships/notesSlide" Target="../notesSlides/notesSlide65.xml"/><Relationship Id="rId5" Type="http://schemas.openxmlformats.org/officeDocument/2006/relationships/tags" Target="../tags/tag65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654.xml"/><Relationship Id="rId9" Type="http://schemas.openxmlformats.org/officeDocument/2006/relationships/tags" Target="../tags/tag659.xml"/><Relationship Id="rId1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tags" Target="../tags/tag667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662.xml"/><Relationship Id="rId7" Type="http://schemas.openxmlformats.org/officeDocument/2006/relationships/tags" Target="../tags/tag666.xml"/><Relationship Id="rId12" Type="http://schemas.openxmlformats.org/officeDocument/2006/relationships/tags" Target="../tags/tag671.xml"/><Relationship Id="rId17" Type="http://schemas.openxmlformats.org/officeDocument/2006/relationships/image" Target="../media/image4.png"/><Relationship Id="rId2" Type="http://schemas.openxmlformats.org/officeDocument/2006/relationships/tags" Target="../tags/tag661.xml"/><Relationship Id="rId16" Type="http://schemas.openxmlformats.org/officeDocument/2006/relationships/image" Target="../media/image15.png"/><Relationship Id="rId1" Type="http://schemas.openxmlformats.org/officeDocument/2006/relationships/tags" Target="../tags/tag660.xml"/><Relationship Id="rId6" Type="http://schemas.openxmlformats.org/officeDocument/2006/relationships/tags" Target="../tags/tag665.xml"/><Relationship Id="rId11" Type="http://schemas.openxmlformats.org/officeDocument/2006/relationships/tags" Target="../tags/tag670.xml"/><Relationship Id="rId5" Type="http://schemas.openxmlformats.org/officeDocument/2006/relationships/tags" Target="../tags/tag664.xml"/><Relationship Id="rId15" Type="http://schemas.openxmlformats.org/officeDocument/2006/relationships/image" Target="../media/image25.png"/><Relationship Id="rId10" Type="http://schemas.openxmlformats.org/officeDocument/2006/relationships/tags" Target="../tags/tag669.xml"/><Relationship Id="rId4" Type="http://schemas.openxmlformats.org/officeDocument/2006/relationships/tags" Target="../tags/tag663.xml"/><Relationship Id="rId9" Type="http://schemas.openxmlformats.org/officeDocument/2006/relationships/tags" Target="../tags/tag668.xml"/><Relationship Id="rId1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674.xml"/><Relationship Id="rId7" Type="http://schemas.openxmlformats.org/officeDocument/2006/relationships/tags" Target="../tags/tag678.xml"/><Relationship Id="rId2" Type="http://schemas.openxmlformats.org/officeDocument/2006/relationships/tags" Target="../tags/tag673.xml"/><Relationship Id="rId1" Type="http://schemas.openxmlformats.org/officeDocument/2006/relationships/tags" Target="../tags/tag672.xml"/><Relationship Id="rId6" Type="http://schemas.openxmlformats.org/officeDocument/2006/relationships/tags" Target="../tags/tag677.xml"/><Relationship Id="rId11" Type="http://schemas.openxmlformats.org/officeDocument/2006/relationships/image" Target="../media/image15.png"/><Relationship Id="rId5" Type="http://schemas.openxmlformats.org/officeDocument/2006/relationships/tags" Target="../tags/tag676.xml"/><Relationship Id="rId10" Type="http://schemas.openxmlformats.org/officeDocument/2006/relationships/image" Target="../media/image4.png"/><Relationship Id="rId4" Type="http://schemas.openxmlformats.org/officeDocument/2006/relationships/tags" Target="../tags/tag675.xml"/><Relationship Id="rId9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686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681.xml"/><Relationship Id="rId7" Type="http://schemas.openxmlformats.org/officeDocument/2006/relationships/tags" Target="../tags/tag685.xml"/><Relationship Id="rId12" Type="http://schemas.openxmlformats.org/officeDocument/2006/relationships/tags" Target="../tags/tag690.xml"/><Relationship Id="rId2" Type="http://schemas.openxmlformats.org/officeDocument/2006/relationships/tags" Target="../tags/tag680.xml"/><Relationship Id="rId16" Type="http://schemas.openxmlformats.org/officeDocument/2006/relationships/image" Target="../media/image15.png"/><Relationship Id="rId1" Type="http://schemas.openxmlformats.org/officeDocument/2006/relationships/tags" Target="../tags/tag679.xml"/><Relationship Id="rId6" Type="http://schemas.openxmlformats.org/officeDocument/2006/relationships/tags" Target="../tags/tag684.xml"/><Relationship Id="rId11" Type="http://schemas.openxmlformats.org/officeDocument/2006/relationships/tags" Target="../tags/tag689.xml"/><Relationship Id="rId5" Type="http://schemas.openxmlformats.org/officeDocument/2006/relationships/tags" Target="../tags/tag683.xml"/><Relationship Id="rId15" Type="http://schemas.openxmlformats.org/officeDocument/2006/relationships/image" Target="../media/image4.png"/><Relationship Id="rId10" Type="http://schemas.openxmlformats.org/officeDocument/2006/relationships/tags" Target="../tags/tag688.xml"/><Relationship Id="rId4" Type="http://schemas.openxmlformats.org/officeDocument/2006/relationships/tags" Target="../tags/tag682.xml"/><Relationship Id="rId9" Type="http://schemas.openxmlformats.org/officeDocument/2006/relationships/tags" Target="../tags/tag687.xml"/><Relationship Id="rId1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698.xml"/><Relationship Id="rId13" Type="http://schemas.openxmlformats.org/officeDocument/2006/relationships/tags" Target="../tags/tag703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693.xml"/><Relationship Id="rId21" Type="http://schemas.openxmlformats.org/officeDocument/2006/relationships/image" Target="../media/image15.png"/><Relationship Id="rId7" Type="http://schemas.openxmlformats.org/officeDocument/2006/relationships/tags" Target="../tags/tag697.xml"/><Relationship Id="rId12" Type="http://schemas.openxmlformats.org/officeDocument/2006/relationships/tags" Target="../tags/tag702.xml"/><Relationship Id="rId17" Type="http://schemas.openxmlformats.org/officeDocument/2006/relationships/tags" Target="../tags/tag707.xml"/><Relationship Id="rId2" Type="http://schemas.openxmlformats.org/officeDocument/2006/relationships/tags" Target="../tags/tag692.xml"/><Relationship Id="rId16" Type="http://schemas.openxmlformats.org/officeDocument/2006/relationships/tags" Target="../tags/tag706.xml"/><Relationship Id="rId20" Type="http://schemas.openxmlformats.org/officeDocument/2006/relationships/image" Target="../media/image4.png"/><Relationship Id="rId1" Type="http://schemas.openxmlformats.org/officeDocument/2006/relationships/tags" Target="../tags/tag691.xml"/><Relationship Id="rId6" Type="http://schemas.openxmlformats.org/officeDocument/2006/relationships/tags" Target="../tags/tag696.xml"/><Relationship Id="rId11" Type="http://schemas.openxmlformats.org/officeDocument/2006/relationships/tags" Target="../tags/tag701.xml"/><Relationship Id="rId5" Type="http://schemas.openxmlformats.org/officeDocument/2006/relationships/tags" Target="../tags/tag695.xml"/><Relationship Id="rId15" Type="http://schemas.openxmlformats.org/officeDocument/2006/relationships/tags" Target="../tags/tag705.xml"/><Relationship Id="rId10" Type="http://schemas.openxmlformats.org/officeDocument/2006/relationships/tags" Target="../tags/tag700.xml"/><Relationship Id="rId19" Type="http://schemas.openxmlformats.org/officeDocument/2006/relationships/notesSlide" Target="../notesSlides/notesSlide69.xml"/><Relationship Id="rId4" Type="http://schemas.openxmlformats.org/officeDocument/2006/relationships/tags" Target="../tags/tag694.xml"/><Relationship Id="rId9" Type="http://schemas.openxmlformats.org/officeDocument/2006/relationships/tags" Target="../tags/tag699.xml"/><Relationship Id="rId14" Type="http://schemas.openxmlformats.org/officeDocument/2006/relationships/tags" Target="../tags/tag70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9.xml"/><Relationship Id="rId1" Type="http://schemas.openxmlformats.org/officeDocument/2006/relationships/tags" Target="../tags/tag70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tags" Target="../tags/tag712.xml"/><Relationship Id="rId7" Type="http://schemas.openxmlformats.org/officeDocument/2006/relationships/image" Target="../media/image15.png"/><Relationship Id="rId2" Type="http://schemas.openxmlformats.org/officeDocument/2006/relationships/tags" Target="../tags/tag711.xml"/><Relationship Id="rId1" Type="http://schemas.openxmlformats.org/officeDocument/2006/relationships/tags" Target="../tags/tag71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71.xml"/><Relationship Id="rId4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715.xml"/><Relationship Id="rId7" Type="http://schemas.openxmlformats.org/officeDocument/2006/relationships/image" Target="../media/image4.png"/><Relationship Id="rId2" Type="http://schemas.openxmlformats.org/officeDocument/2006/relationships/tags" Target="../tags/tag714.xml"/><Relationship Id="rId1" Type="http://schemas.openxmlformats.org/officeDocument/2006/relationships/tags" Target="../tags/tag713.xml"/><Relationship Id="rId6" Type="http://schemas.openxmlformats.org/officeDocument/2006/relationships/notesSlide" Target="../notesSlides/notesSlide7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6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19.xml"/><Relationship Id="rId7" Type="http://schemas.openxmlformats.org/officeDocument/2006/relationships/notesSlide" Target="../notesSlides/notesSlide73.xml"/><Relationship Id="rId2" Type="http://schemas.openxmlformats.org/officeDocument/2006/relationships/tags" Target="../tags/tag718.xml"/><Relationship Id="rId1" Type="http://schemas.openxmlformats.org/officeDocument/2006/relationships/tags" Target="../tags/tag71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21.xml"/><Relationship Id="rId4" Type="http://schemas.openxmlformats.org/officeDocument/2006/relationships/tags" Target="../tags/tag720.xml"/><Relationship Id="rId9" Type="http://schemas.openxmlformats.org/officeDocument/2006/relationships/image" Target="../media/image15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4.xml"/><Relationship Id="rId3" Type="http://schemas.openxmlformats.org/officeDocument/2006/relationships/tags" Target="../tags/tag72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723.xml"/><Relationship Id="rId1" Type="http://schemas.openxmlformats.org/officeDocument/2006/relationships/tags" Target="../tags/tag722.xml"/><Relationship Id="rId6" Type="http://schemas.openxmlformats.org/officeDocument/2006/relationships/tags" Target="../tags/tag727.xml"/><Relationship Id="rId5" Type="http://schemas.openxmlformats.org/officeDocument/2006/relationships/tags" Target="../tags/tag726.xml"/><Relationship Id="rId10" Type="http://schemas.openxmlformats.org/officeDocument/2006/relationships/image" Target="../media/image15.png"/><Relationship Id="rId4" Type="http://schemas.openxmlformats.org/officeDocument/2006/relationships/tags" Target="../tags/tag725.xml"/><Relationship Id="rId9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730.xml"/><Relationship Id="rId7" Type="http://schemas.openxmlformats.org/officeDocument/2006/relationships/tags" Target="../tags/tag734.xml"/><Relationship Id="rId2" Type="http://schemas.openxmlformats.org/officeDocument/2006/relationships/tags" Target="../tags/tag729.xml"/><Relationship Id="rId1" Type="http://schemas.openxmlformats.org/officeDocument/2006/relationships/tags" Target="../tags/tag728.xml"/><Relationship Id="rId6" Type="http://schemas.openxmlformats.org/officeDocument/2006/relationships/tags" Target="../tags/tag733.xml"/><Relationship Id="rId11" Type="http://schemas.openxmlformats.org/officeDocument/2006/relationships/image" Target="../media/image15.png"/><Relationship Id="rId5" Type="http://schemas.openxmlformats.org/officeDocument/2006/relationships/tags" Target="../tags/tag732.xml"/><Relationship Id="rId10" Type="http://schemas.openxmlformats.org/officeDocument/2006/relationships/image" Target="../media/image4.png"/><Relationship Id="rId4" Type="http://schemas.openxmlformats.org/officeDocument/2006/relationships/tags" Target="../tags/tag731.xml"/><Relationship Id="rId9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737.xml"/><Relationship Id="rId7" Type="http://schemas.openxmlformats.org/officeDocument/2006/relationships/notesSlide" Target="../notesSlides/notesSlide76.xml"/><Relationship Id="rId2" Type="http://schemas.openxmlformats.org/officeDocument/2006/relationships/tags" Target="../tags/tag736.xml"/><Relationship Id="rId1" Type="http://schemas.openxmlformats.org/officeDocument/2006/relationships/tags" Target="../tags/tag73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9.xml"/><Relationship Id="rId10" Type="http://schemas.openxmlformats.org/officeDocument/2006/relationships/image" Target="../media/image4.png"/><Relationship Id="rId4" Type="http://schemas.openxmlformats.org/officeDocument/2006/relationships/tags" Target="../tags/tag738.xml"/><Relationship Id="rId9" Type="http://schemas.openxmlformats.org/officeDocument/2006/relationships/image" Target="../media/image15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tags" Target="../tags/tag747.xml"/><Relationship Id="rId13" Type="http://schemas.openxmlformats.org/officeDocument/2006/relationships/image" Target="../media/image4.png"/><Relationship Id="rId3" Type="http://schemas.openxmlformats.org/officeDocument/2006/relationships/tags" Target="../tags/tag742.xml"/><Relationship Id="rId7" Type="http://schemas.openxmlformats.org/officeDocument/2006/relationships/tags" Target="../tags/tag746.xml"/><Relationship Id="rId12" Type="http://schemas.openxmlformats.org/officeDocument/2006/relationships/image" Target="../media/image15.png"/><Relationship Id="rId2" Type="http://schemas.openxmlformats.org/officeDocument/2006/relationships/tags" Target="../tags/tag741.xml"/><Relationship Id="rId1" Type="http://schemas.openxmlformats.org/officeDocument/2006/relationships/tags" Target="../tags/tag740.xml"/><Relationship Id="rId6" Type="http://schemas.openxmlformats.org/officeDocument/2006/relationships/tags" Target="../tags/tag745.xml"/><Relationship Id="rId11" Type="http://schemas.openxmlformats.org/officeDocument/2006/relationships/image" Target="../media/image25.png"/><Relationship Id="rId5" Type="http://schemas.openxmlformats.org/officeDocument/2006/relationships/tags" Target="../tags/tag744.xml"/><Relationship Id="rId10" Type="http://schemas.openxmlformats.org/officeDocument/2006/relationships/notesSlide" Target="../notesSlides/notesSlide77.xml"/><Relationship Id="rId4" Type="http://schemas.openxmlformats.org/officeDocument/2006/relationships/tags" Target="../tags/tag743.xml"/><Relationship Id="rId9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755.xml"/><Relationship Id="rId13" Type="http://schemas.openxmlformats.org/officeDocument/2006/relationships/notesSlide" Target="../notesSlides/notesSlide78.xml"/><Relationship Id="rId3" Type="http://schemas.openxmlformats.org/officeDocument/2006/relationships/tags" Target="../tags/tag750.xml"/><Relationship Id="rId7" Type="http://schemas.openxmlformats.org/officeDocument/2006/relationships/tags" Target="../tags/tag754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749.xml"/><Relationship Id="rId16" Type="http://schemas.openxmlformats.org/officeDocument/2006/relationships/image" Target="../media/image4.png"/><Relationship Id="rId1" Type="http://schemas.openxmlformats.org/officeDocument/2006/relationships/tags" Target="../tags/tag748.xml"/><Relationship Id="rId6" Type="http://schemas.openxmlformats.org/officeDocument/2006/relationships/tags" Target="../tags/tag753.xml"/><Relationship Id="rId11" Type="http://schemas.openxmlformats.org/officeDocument/2006/relationships/tags" Target="../tags/tag758.xml"/><Relationship Id="rId5" Type="http://schemas.openxmlformats.org/officeDocument/2006/relationships/tags" Target="../tags/tag752.xml"/><Relationship Id="rId15" Type="http://schemas.openxmlformats.org/officeDocument/2006/relationships/image" Target="../media/image15.png"/><Relationship Id="rId10" Type="http://schemas.openxmlformats.org/officeDocument/2006/relationships/tags" Target="../tags/tag757.xml"/><Relationship Id="rId4" Type="http://schemas.openxmlformats.org/officeDocument/2006/relationships/tags" Target="../tags/tag751.xml"/><Relationship Id="rId9" Type="http://schemas.openxmlformats.org/officeDocument/2006/relationships/tags" Target="../tags/tag756.xml"/><Relationship Id="rId14" Type="http://schemas.openxmlformats.org/officeDocument/2006/relationships/image" Target="../media/image25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761.xml"/><Relationship Id="rId7" Type="http://schemas.openxmlformats.org/officeDocument/2006/relationships/notesSlide" Target="../notesSlides/notesSlide79.xml"/><Relationship Id="rId2" Type="http://schemas.openxmlformats.org/officeDocument/2006/relationships/tags" Target="../tags/tag760.xml"/><Relationship Id="rId1" Type="http://schemas.openxmlformats.org/officeDocument/2006/relationships/tags" Target="../tags/tag75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63.xml"/><Relationship Id="rId10" Type="http://schemas.openxmlformats.org/officeDocument/2006/relationships/image" Target="../media/image30.png"/><Relationship Id="rId4" Type="http://schemas.openxmlformats.org/officeDocument/2006/relationships/tags" Target="../tags/tag762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3de5a4e7f_0_43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3de5a4e7f_0_4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f3de5a4e7f_0_4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f3de5a4e7f_0_43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0419" y="-144842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6218801-4AA1-EB7C-3F49-315B885D186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78000" y="3505200"/>
            <a:ext cx="20828000" cy="635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4.2.1</a:t>
            </a:r>
          </a:p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O hambúrguer que sumiu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859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9F7A743-74C8-79C2-93B9-8F6863EACC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5646" y="822863"/>
            <a:ext cx="22532708" cy="15491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97">
                <a:solidFill>
                  <a:srgbClr val="FFFFFF"/>
                </a:solidFill>
                <a:latin typeface="Encode Sans SemiBold" pitchFamily="2" charset="0"/>
              </a:rPr>
              <a:t>14/09, 18h17. Quatro mensagens.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9ABDDF-E26B-4075-83A5-C4ACB2AD691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3799" y="3021665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O que vamos comer na sexta?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1182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9F7A743-74C8-79C2-93B9-8F6863EACC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5646" y="822863"/>
            <a:ext cx="22532708" cy="15491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97">
                <a:solidFill>
                  <a:srgbClr val="FFFFFF"/>
                </a:solidFill>
                <a:latin typeface="Encode Sans SemiBold" pitchFamily="2" charset="0"/>
              </a:rPr>
              <a:t>14/09, 18h17. Quatro mensagens.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9ABDDF-E26B-4075-83A5-C4ACB2AD691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3799" y="3021665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O que vamos comer na sexta?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1EA9E10-0507-46CF-2676-2329F50055D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03799" y="4364847"/>
            <a:ext cx="12674649" cy="1587675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Preparei hambúrguer de patinho, 220g pra mim e 160g pra esposa. Tá pronto no congelador, dois de cada.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705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9F7A743-74C8-79C2-93B9-8F6863EACC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5646" y="822863"/>
            <a:ext cx="22532708" cy="15491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97">
                <a:solidFill>
                  <a:srgbClr val="FFFFFF"/>
                </a:solidFill>
                <a:latin typeface="Encode Sans SemiBold" pitchFamily="2" charset="0"/>
              </a:rPr>
              <a:t>14/09, 18h17. Quatro mensagens.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9ABDDF-E26B-4075-83A5-C4ACB2AD691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3799" y="3021665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O que vamos comer na sexta?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1EA9E10-0507-46CF-2676-2329F50055D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03799" y="4364847"/>
            <a:ext cx="12674649" cy="1587675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Preparei hambúrguer de patinho, 220g pra mim e 160g pra esposa. Tá pronto no congelador, dois de cada.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9E4FC37-FC5C-6303-2533-0781F152CA4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05552" y="6262347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Quantas porções rendeu a hambúrguer de patinho?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9803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9F7A743-74C8-79C2-93B9-8F6863EACC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5646" y="822863"/>
            <a:ext cx="22532708" cy="15491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97">
                <a:solidFill>
                  <a:srgbClr val="FFFFFF"/>
                </a:solidFill>
                <a:latin typeface="Encode Sans SemiBold" pitchFamily="2" charset="0"/>
              </a:rPr>
              <a:t>14/09, 18h17. Quatro mensagens.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9ABDDF-E26B-4075-83A5-C4ACB2AD691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3799" y="3021665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O que vamos comer na sexta?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1EA9E10-0507-46CF-2676-2329F50055D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03799" y="4364847"/>
            <a:ext cx="12674649" cy="1587675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Preparei hambúrguer de patinho, 220g pra mim e 160g pra esposa. Tá pronto no congelador, dois de cada.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9E4FC37-FC5C-6303-2533-0781F152CA4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05552" y="6262347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Quantas porções rendeu a hambúrguer de patinho?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A613861-2F85-76EE-1B23-2BEC84508D9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403799" y="7605530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Porcionei em 2 unidades de 220g e 2 unidades de 160g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673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9F7A743-74C8-79C2-93B9-8F6863EACC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5646" y="822863"/>
            <a:ext cx="22532708" cy="15491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97">
                <a:solidFill>
                  <a:srgbClr val="FFFFFF"/>
                </a:solidFill>
                <a:latin typeface="Encode Sans SemiBold" pitchFamily="2" charset="0"/>
              </a:rPr>
              <a:t>14/09, 18h17. Quatro mensagens.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9ABDDF-E26B-4075-83A5-C4ACB2AD691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3799" y="3021665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O que vamos comer na sexta?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1EA9E10-0507-46CF-2676-2329F50055D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03799" y="4364847"/>
            <a:ext cx="12674649" cy="1587675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Preparei hambúrguer de patinho, 220g pra mim e 160g pra esposa. Tá pronto no congelador, dois de cada.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9E4FC37-FC5C-6303-2533-0781F152CA4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05552" y="6262347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Quantas porções rendeu a hambúrguer de patinho?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A613861-2F85-76EE-1B23-2BEC84508D9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403799" y="7605530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Porcionei em 2 unidades de 220g e 2 unidades de 160g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F440E5C-44AC-CCBB-B9F2-725A085EE84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305552" y="8948711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Porcionou o quê, e em quantas porções?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3181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9F7A743-74C8-79C2-93B9-8F6863EACC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5646" y="822863"/>
            <a:ext cx="22532708" cy="15491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97">
                <a:solidFill>
                  <a:srgbClr val="FFFFFF"/>
                </a:solidFill>
                <a:latin typeface="Encode Sans SemiBold" pitchFamily="2" charset="0"/>
              </a:rPr>
              <a:t>14/09, 18h17. Quatro mensagens.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9ABDDF-E26B-4075-83A5-C4ACB2AD691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3799" y="3021665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O que vamos comer na sexta?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1EA9E10-0507-46CF-2676-2329F50055D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03799" y="4364847"/>
            <a:ext cx="12674649" cy="1587675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Preparei hambúrguer de patinho, 220g pra mim e 160g pra esposa. Tá pronto no congelador, dois de cada.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9E4FC37-FC5C-6303-2533-0781F152CA4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05552" y="6262347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Quantas porções rendeu a hambúrguer de patinho?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A613861-2F85-76EE-1B23-2BEC84508D9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403799" y="7605530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Porcionei em 2 unidades de 220g e 2 unidades de 160g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F440E5C-44AC-CCBB-B9F2-725A085EE84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305552" y="8948711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Porcionou o quê, e em quantas porções?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5234102-7B53-8A00-2835-A7FED52FA2F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403799" y="10291894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O hambúrguer de patinho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4327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9F7A743-74C8-79C2-93B9-8F6863EACC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5646" y="822863"/>
            <a:ext cx="22532708" cy="15491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97">
                <a:solidFill>
                  <a:srgbClr val="FFFFFF"/>
                </a:solidFill>
                <a:latin typeface="Encode Sans SemiBold" pitchFamily="2" charset="0"/>
              </a:rPr>
              <a:t>14/09, 18h17. Quatro mensagens.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9ABDDF-E26B-4075-83A5-C4ACB2AD691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3799" y="3021665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O que vamos comer na sexta?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1EA9E10-0507-46CF-2676-2329F50055D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03799" y="4364847"/>
            <a:ext cx="12674649" cy="1587675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Preparei hambúrguer de patinho, 220g pra mim e 160g pra esposa. Tá pronto no congelador, dois de cada.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9E4FC37-FC5C-6303-2533-0781F152CA4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05552" y="6262347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Quantas porções rendeu a hambúrguer de patinho?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A613861-2F85-76EE-1B23-2BEC84508D9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403799" y="7605530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Porcionei em 2 unidades de 220g e 2 unidades de 160g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F440E5C-44AC-CCBB-B9F2-725A085EE84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305552" y="8948711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Porcionou o quê, e em quantas porções?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5234102-7B53-8A00-2835-A7FED52FA2F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403799" y="10291894"/>
            <a:ext cx="12674649" cy="1033358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2488" tIns="197161" rIns="422488" bIns="197161" rtlCol="0" anchor="ctr">
            <a:noAutofit/>
          </a:bodyPr>
          <a:lstStyle/>
          <a:p>
            <a:r>
              <a:rPr lang="pt-BR" sz="2994">
                <a:solidFill>
                  <a:srgbClr val="FFFFFF"/>
                </a:solidFill>
                <a:latin typeface="Roboto" panose="02000000000000000000" pitchFamily="2" charset="0"/>
              </a:rPr>
              <a:t>O hambúrguer de patinho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D9992D5-5424-F02B-166C-BA901155F05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333940" y="11775906"/>
            <a:ext cx="19716121" cy="98580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992">
                <a:solidFill>
                  <a:srgbClr val="F2A93B"/>
                </a:solidFill>
                <a:latin typeface="Encode Sans" pitchFamily="2" charset="0"/>
              </a:rPr>
              <a:t>Fim da conversa: uma reação 🤔. O prato nunca entrou no estoque.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5390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5BA0E60-EF81-4777-31B3-2C445156746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1818450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FFFFFF"/>
                </a:solidFill>
                <a:latin typeface="Encode Sans SemiBold" pitchFamily="2" charset="0"/>
              </a:rPr>
              <a:t>Cada mensagem, classificada certo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A04B7C-5F2D-8D6E-36E2-AF6C61DCF0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857500" y="3360229"/>
            <a:ext cx="18669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360">
                <a:solidFill>
                  <a:srgbClr val="8A8FA0"/>
                </a:solidFill>
                <a:latin typeface="Roboto" panose="02000000000000000000" pitchFamily="2" charset="0"/>
              </a:rPr>
              <a:t>Os quatro traces reais no Langfuse, 14/09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0099B7-1CAF-0108-FD6B-3DAF65B3715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4040" y="4560379"/>
            <a:ext cx="2933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#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73638A-40CA-0518-36F9-47FDBF3B13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777490" y="4560379"/>
            <a:ext cx="74942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MENSAGEM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47F6E8-AAF9-FBB6-326A-FE28FC15C9D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911840" y="4560379"/>
            <a:ext cx="56273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O MODELO ENTENDEU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B723AF-1F76-240A-C90D-41ECEF28571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7179289" y="4560379"/>
            <a:ext cx="53606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O QUE FICOU GRAVADO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FFD1155-2648-2A07-3407-FD368E16DAE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524000" y="5413820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4EF21D6-1C7A-F8C6-522A-B6F20FC2E4C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844040" y="55204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F8BBE3-4FA7-466B-7B9A-82A69A2A13F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77490" y="55204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“O que vamos comer na sexta?”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B346F2-3379-AF1B-E566-0C3B56BAE67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911840" y="55204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desejo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92226C-674C-5EE0-05D2-63ADE25846E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7179289" y="55204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633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5BA0E60-EF81-4777-31B3-2C445156746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1818450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FFFFFF"/>
                </a:solidFill>
                <a:latin typeface="Encode Sans SemiBold" pitchFamily="2" charset="0"/>
              </a:rPr>
              <a:t>Cada mensagem, classificada certo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A04B7C-5F2D-8D6E-36E2-AF6C61DCF0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857500" y="3360229"/>
            <a:ext cx="18669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360">
                <a:solidFill>
                  <a:srgbClr val="8A8FA0"/>
                </a:solidFill>
                <a:latin typeface="Roboto" panose="02000000000000000000" pitchFamily="2" charset="0"/>
              </a:rPr>
              <a:t>Os quatro traces reais no Langfuse, 14/09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0099B7-1CAF-0108-FD6B-3DAF65B3715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4040" y="4560379"/>
            <a:ext cx="2933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#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73638A-40CA-0518-36F9-47FDBF3B13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777490" y="4560379"/>
            <a:ext cx="74942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MENSAGEM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47F6E8-AAF9-FBB6-326A-FE28FC15C9D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911840" y="4560379"/>
            <a:ext cx="56273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O MODELO ENTENDEU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B723AF-1F76-240A-C90D-41ECEF28571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7179289" y="4560379"/>
            <a:ext cx="53606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O QUE FICOU GRAVADO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FFD1155-2648-2A07-3407-FD368E16DAE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524000" y="5413820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4EF21D6-1C7A-F8C6-522A-B6F20FC2E4C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844040" y="55204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F8BBE3-4FA7-466B-7B9A-82A69A2A13F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77490" y="55204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“O que vamos comer na sexta?”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B346F2-3379-AF1B-E566-0C3B56BAE67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911840" y="55204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desejo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92226C-674C-5EE0-05D2-63ADE25846E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7179289" y="55204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35022F1-50B7-B9A9-7B3B-A634217A923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524000" y="7014019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0801CF4-1FA3-CA73-0DA2-66F93EFDA3AF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844040" y="71206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1C3892C-2131-07EB-5D1E-099488AF4641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777490" y="71206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“Preparei hambúrguer de patinho…”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732462-3824-078C-A453-139DF8FB6CB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911840" y="71206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porcionamento, sem número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8C4F29B-897C-D2E3-E2E7-6CDCAFB49E7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7179289" y="71206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 (só a pergunta)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714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5BA0E60-EF81-4777-31B3-2C445156746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1818450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FFFFFF"/>
                </a:solidFill>
                <a:latin typeface="Encode Sans SemiBold" pitchFamily="2" charset="0"/>
              </a:rPr>
              <a:t>Cada mensagem, classificada certo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A04B7C-5F2D-8D6E-36E2-AF6C61DCF0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857500" y="3360229"/>
            <a:ext cx="18669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360">
                <a:solidFill>
                  <a:srgbClr val="8A8FA0"/>
                </a:solidFill>
                <a:latin typeface="Roboto" panose="02000000000000000000" pitchFamily="2" charset="0"/>
              </a:rPr>
              <a:t>Os quatro traces reais no Langfuse, 14/09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0099B7-1CAF-0108-FD6B-3DAF65B3715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4040" y="4560379"/>
            <a:ext cx="2933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#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73638A-40CA-0518-36F9-47FDBF3B13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777490" y="4560379"/>
            <a:ext cx="74942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MENSAGEM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47F6E8-AAF9-FBB6-326A-FE28FC15C9D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911840" y="4560379"/>
            <a:ext cx="56273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O MODELO ENTENDEU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B723AF-1F76-240A-C90D-41ECEF28571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7179289" y="4560379"/>
            <a:ext cx="53606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O QUE FICOU GRAVADO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FFD1155-2648-2A07-3407-FD368E16DAE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524000" y="5413820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4EF21D6-1C7A-F8C6-522A-B6F20FC2E4C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844040" y="55204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F8BBE3-4FA7-466B-7B9A-82A69A2A13F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77490" y="55204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“O que vamos comer na sexta?”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B346F2-3379-AF1B-E566-0C3B56BAE67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911840" y="55204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desejo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92226C-674C-5EE0-05D2-63ADE25846E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7179289" y="55204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35022F1-50B7-B9A9-7B3B-A634217A923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524000" y="7014019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0801CF4-1FA3-CA73-0DA2-66F93EFDA3AF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844040" y="71206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1C3892C-2131-07EB-5D1E-099488AF4641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777490" y="71206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“Preparei hambúrguer de patinho…”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732462-3824-078C-A453-139DF8FB6CB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911840" y="71206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porcionamento, sem número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8C4F29B-897C-D2E3-E2E7-6CDCAFB49E7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7179289" y="71206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 (só a pergunta)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2366DD6-F118-1FE8-9807-3E93D5CA728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524000" y="8614219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DECC413-2E46-72D2-7ABC-D97EBAC3C0B2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844040" y="87208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39699CB-51EF-6591-78FF-DD4E80A9BC50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2777490" y="87208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“Porcionei em 2 unidades de 220g…”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E575BDD-45B1-F375-5C27-071037F82FA4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0911840" y="87208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porcionamento, sem prato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EF2872D-56B4-BBB8-CA75-B6155B035229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179289" y="87208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 (outra pergunta)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3574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5BA0E60-EF81-4777-31B3-2C445156746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1818450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FFFFFF"/>
                </a:solidFill>
                <a:latin typeface="Encode Sans SemiBold" pitchFamily="2" charset="0"/>
              </a:rPr>
              <a:t>Cada mensagem, classificada certo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A04B7C-5F2D-8D6E-36E2-AF6C61DCF0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857500" y="3360229"/>
            <a:ext cx="18669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360">
                <a:solidFill>
                  <a:srgbClr val="8A8FA0"/>
                </a:solidFill>
                <a:latin typeface="Roboto" panose="02000000000000000000" pitchFamily="2" charset="0"/>
              </a:rPr>
              <a:t>Os quatro traces reais no Langfuse, 14/09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0099B7-1CAF-0108-FD6B-3DAF65B3715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4040" y="4560379"/>
            <a:ext cx="2933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#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73638A-40CA-0518-36F9-47FDBF3B13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777490" y="4560379"/>
            <a:ext cx="74942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MENSAGEM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47F6E8-AAF9-FBB6-326A-FE28FC15C9D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911840" y="4560379"/>
            <a:ext cx="56273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O MODELO ENTENDEU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B723AF-1F76-240A-C90D-41ECEF28571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7179289" y="4560379"/>
            <a:ext cx="5360670" cy="746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730" spc="200">
                <a:solidFill>
                  <a:srgbClr val="6F8BFF"/>
                </a:solidFill>
                <a:latin typeface="Encode Sans" pitchFamily="2" charset="0"/>
              </a:rPr>
              <a:t>O QUE FICOU GRAVADO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FFD1155-2648-2A07-3407-FD368E16DAE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524000" y="5413820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4EF21D6-1C7A-F8C6-522A-B6F20FC2E4C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844040" y="55204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F8BBE3-4FA7-466B-7B9A-82A69A2A13F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77490" y="55204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“O que vamos comer na sexta?”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B346F2-3379-AF1B-E566-0C3B56BAE67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911840" y="55204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desejo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92226C-674C-5EE0-05D2-63ADE25846E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7179289" y="55204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35022F1-50B7-B9A9-7B3B-A634217A923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524000" y="7014019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0801CF4-1FA3-CA73-0DA2-66F93EFDA3AF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844040" y="71206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1C3892C-2131-07EB-5D1E-099488AF4641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777490" y="71206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“Preparei hambúrguer de patinho…”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732462-3824-078C-A453-139DF8FB6CB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911840" y="71206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porcionamento, sem número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8C4F29B-897C-D2E3-E2E7-6CDCAFB49E7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7179289" y="71206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 (só a pergunta)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2366DD6-F118-1FE8-9807-3E93D5CA728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524000" y="8614219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DECC413-2E46-72D2-7ABC-D97EBAC3C0B2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844040" y="87208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39699CB-51EF-6591-78FF-DD4E80A9BC50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2777490" y="87208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“Porcionei em 2 unidades de 220g…”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E575BDD-45B1-F375-5C27-071037F82FA4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0911840" y="87208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porcionamento, sem prato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EF2872D-56B4-BBB8-CA75-B6155B035229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179289" y="87208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 (outra pergunta)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8484F6A-0893-3635-B9E2-46CED47B614C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1524000" y="10214419"/>
            <a:ext cx="21336000" cy="1386840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C9CBE6A-BDEE-3CC6-812F-1B1D8B41134B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844040" y="10321099"/>
            <a:ext cx="293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80">
                <a:solidFill>
                  <a:srgbClr val="6F8BFF"/>
                </a:solidFill>
                <a:latin typeface="Encode Sans SemiBold" pitchFamily="2" charset="0"/>
              </a:rPr>
              <a:t>4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63DEC16-4215-8B23-79A7-A72CE14846C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2777490" y="10321099"/>
            <a:ext cx="74942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FFFFFF"/>
                </a:solidFill>
                <a:latin typeface="Roboto" panose="02000000000000000000" pitchFamily="2" charset="0"/>
              </a:rPr>
              <a:t>“O hambúrguer de patinho”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72D524A-FCE4-DB65-3657-966BB54DA61B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10911840" y="10321099"/>
            <a:ext cx="56273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2FB36B"/>
                </a:solidFill>
                <a:latin typeface="Roboto" panose="02000000000000000000" pitchFamily="2" charset="0"/>
              </a:rPr>
              <a:t>desejo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7212A39-CC37-E241-B7D5-3B2A461D0E31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7179289" y="10321099"/>
            <a:ext cx="5360670" cy="11734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3780">
                <a:solidFill>
                  <a:srgbClr val="C9CCD6"/>
                </a:solidFill>
                <a:latin typeface="Roboto" panose="02000000000000000000" pitchFamily="2" charset="0"/>
              </a:rPr>
              <a:t>nada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1444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CBB9AAC-7A09-3DD3-F83D-5CB798F845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1490218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14161B"/>
                </a:solidFill>
                <a:latin typeface="Encode Sans SemiBold" pitchFamily="2" charset="0"/>
              </a:rPr>
              <a:t>Prompt, dados ou modelo?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9453368-4928-4F81-F2FE-BB5FF918413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28288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6670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1B6A43-88BB-A644-3896-DB5374ACFCA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3828288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C22529-F145-6D06-62B4-A6C53D291C5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7400" y="4495038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052FD3"/>
                </a:solidFill>
                <a:latin typeface="Encode Sans" pitchFamily="2" charset="0"/>
              </a:rPr>
              <a:t>PROMPT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A71958-C038-1221-C2DA-2CA2EB557BD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04060" y="5295138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2FB36B"/>
                </a:solidFill>
                <a:latin typeface="Encode Sans SemiBold" pitchFamily="2" charset="0"/>
              </a:rPr>
              <a:t>Correto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55F308-F860-F08B-97A7-E0128C954FB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04060" y="7162038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5B6070"/>
                </a:solidFill>
                <a:latin typeface="Roboto" panose="02000000000000000000" pitchFamily="2" charset="0"/>
              </a:rPr>
              <a:t>Pediu exatamente o que devia, nas quatro chamadas.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1317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CBB9AAC-7A09-3DD3-F83D-5CB798F845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1490218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14161B"/>
                </a:solidFill>
                <a:latin typeface="Encode Sans SemiBold" pitchFamily="2" charset="0"/>
              </a:rPr>
              <a:t>Prompt, dados ou modelo?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9453368-4928-4F81-F2FE-BB5FF918413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28288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6670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1B6A43-88BB-A644-3896-DB5374ACFCA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3828288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C22529-F145-6D06-62B4-A6C53D291C5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7400" y="4495038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052FD3"/>
                </a:solidFill>
                <a:latin typeface="Encode Sans" pitchFamily="2" charset="0"/>
              </a:rPr>
              <a:t>PROMPT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A71958-C038-1221-C2DA-2CA2EB557BD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04060" y="5295138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2FB36B"/>
                </a:solidFill>
                <a:latin typeface="Encode Sans SemiBold" pitchFamily="2" charset="0"/>
              </a:rPr>
              <a:t>Correto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55F308-F860-F08B-97A7-E0128C954FB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04060" y="7162038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5B6070"/>
                </a:solidFill>
                <a:latin typeface="Roboto" panose="02000000000000000000" pitchFamily="2" charset="0"/>
              </a:rPr>
              <a:t>Pediu exatamente o que devia, nas quatro chamadas.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0B99D49-4E73-1FFB-841C-61DB4B17CF9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858250" y="3828288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6670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ABB16DD-0A1C-7981-F5F4-D248F421656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858250" y="3828288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2D1D82-93DF-3276-8F87-F0095C6E5B59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391650" y="4495038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052FD3"/>
                </a:solidFill>
                <a:latin typeface="Encode Sans" pitchFamily="2" charset="0"/>
              </a:rPr>
              <a:t>DADOS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2CC57F-B456-1AF8-31AE-B5ACEF20D81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338310" y="5295138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2FB36B"/>
                </a:solidFill>
                <a:latin typeface="Encode Sans SemiBold" pitchFamily="2" charset="0"/>
              </a:rPr>
              <a:t>Corretos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3CF3CA-83A5-7CC5-0E7D-0061862D087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338310" y="7162038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5B6070"/>
                </a:solidFill>
                <a:latin typeface="Roboto" panose="02000000000000000000" pitchFamily="2" charset="0"/>
              </a:rPr>
              <a:t>O texto que chegou era claro. Uma pessoa entenderia.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3448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CBB9AAC-7A09-3DD3-F83D-5CB798F845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1490218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14161B"/>
                </a:solidFill>
                <a:latin typeface="Encode Sans SemiBold" pitchFamily="2" charset="0"/>
              </a:rPr>
              <a:t>Prompt, dados ou modelo?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9453368-4928-4F81-F2FE-BB5FF918413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28288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6670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1B6A43-88BB-A644-3896-DB5374ACFCA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3828288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C22529-F145-6D06-62B4-A6C53D291C5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7400" y="4495038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052FD3"/>
                </a:solidFill>
                <a:latin typeface="Encode Sans" pitchFamily="2" charset="0"/>
              </a:rPr>
              <a:t>PROMPT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A71958-C038-1221-C2DA-2CA2EB557BD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04060" y="5295138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2FB36B"/>
                </a:solidFill>
                <a:latin typeface="Encode Sans SemiBold" pitchFamily="2" charset="0"/>
              </a:rPr>
              <a:t>Correto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55F308-F860-F08B-97A7-E0128C954FB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04060" y="7162038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5B6070"/>
                </a:solidFill>
                <a:latin typeface="Roboto" panose="02000000000000000000" pitchFamily="2" charset="0"/>
              </a:rPr>
              <a:t>Pediu exatamente o que devia, nas quatro chamadas.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0B99D49-4E73-1FFB-841C-61DB4B17CF9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858250" y="3828288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6670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ABB16DD-0A1C-7981-F5F4-D248F421656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858250" y="3828288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2D1D82-93DF-3276-8F87-F0095C6E5B59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391650" y="4495038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052FD3"/>
                </a:solidFill>
                <a:latin typeface="Encode Sans" pitchFamily="2" charset="0"/>
              </a:rPr>
              <a:t>DADOS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2CC57F-B456-1AF8-31AE-B5ACEF20D81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338310" y="5295138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2FB36B"/>
                </a:solidFill>
                <a:latin typeface="Encode Sans SemiBold" pitchFamily="2" charset="0"/>
              </a:rPr>
              <a:t>Corretos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3CF3CA-83A5-7CC5-0E7D-0061862D087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338310" y="7162038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5B6070"/>
                </a:solidFill>
                <a:latin typeface="Roboto" panose="02000000000000000000" pitchFamily="2" charset="0"/>
              </a:rPr>
              <a:t>O texto que chegou era claro. Uma pessoa entenderia.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B7A7669-9C46-31CE-7317-82516A17D6D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6192500" y="3828288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6670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96C07A7-2A1C-6E32-3C17-DC18F248359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6192500" y="3828288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5551793-7A99-E083-D528-2F8459949D3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6725900" y="4495038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052FD3"/>
                </a:solidFill>
                <a:latin typeface="Encode Sans" pitchFamily="2" charset="0"/>
              </a:rPr>
              <a:t>MODELO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BB90B2D-86DA-D107-BDD9-50A558A3A1C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6672561" y="5295138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2FB36B"/>
                </a:solidFill>
                <a:latin typeface="Encode Sans SemiBold" pitchFamily="2" charset="0"/>
              </a:rPr>
              <a:t>Acertou 4 de 4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9B96B66-1DB9-6F70-74EE-FECF990E816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6672561" y="7162038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5B6070"/>
                </a:solidFill>
                <a:latin typeface="Roboto" panose="02000000000000000000" pitchFamily="2" charset="0"/>
              </a:rPr>
              <a:t>Nenhuma classificação errada na sequência inteira.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6728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CBB9AAC-7A09-3DD3-F83D-5CB798F845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1490218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14161B"/>
                </a:solidFill>
                <a:latin typeface="Encode Sans SemiBold" pitchFamily="2" charset="0"/>
              </a:rPr>
              <a:t>Prompt, dados ou modelo?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9453368-4928-4F81-F2FE-BB5FF918413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28288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6670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1B6A43-88BB-A644-3896-DB5374ACFCA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3828288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C22529-F145-6D06-62B4-A6C53D291C5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7400" y="4495038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052FD3"/>
                </a:solidFill>
                <a:latin typeface="Encode Sans" pitchFamily="2" charset="0"/>
              </a:rPr>
              <a:t>PROMPT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A71958-C038-1221-C2DA-2CA2EB557BD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04060" y="5295138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2FB36B"/>
                </a:solidFill>
                <a:latin typeface="Encode Sans SemiBold" pitchFamily="2" charset="0"/>
              </a:rPr>
              <a:t>Correto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55F308-F860-F08B-97A7-E0128C954FB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04060" y="7162038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5B6070"/>
                </a:solidFill>
                <a:latin typeface="Roboto" panose="02000000000000000000" pitchFamily="2" charset="0"/>
              </a:rPr>
              <a:t>Pediu exatamente o que devia, nas quatro chamadas.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0B99D49-4E73-1FFB-841C-61DB4B17CF9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858250" y="3828288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6670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ABB16DD-0A1C-7981-F5F4-D248F421656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858250" y="3828288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2D1D82-93DF-3276-8F87-F0095C6E5B59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391650" y="4495038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052FD3"/>
                </a:solidFill>
                <a:latin typeface="Encode Sans" pitchFamily="2" charset="0"/>
              </a:rPr>
              <a:t>DADOS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2CC57F-B456-1AF8-31AE-B5ACEF20D81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338310" y="5295138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2FB36B"/>
                </a:solidFill>
                <a:latin typeface="Encode Sans SemiBold" pitchFamily="2" charset="0"/>
              </a:rPr>
              <a:t>Corretos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3CF3CA-83A5-7CC5-0E7D-0061862D087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338310" y="7162038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5B6070"/>
                </a:solidFill>
                <a:latin typeface="Roboto" panose="02000000000000000000" pitchFamily="2" charset="0"/>
              </a:rPr>
              <a:t>O texto que chegou era claro. Uma pessoa entenderia.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B7A7669-9C46-31CE-7317-82516A17D6D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6192500" y="3828288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6670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96C07A7-2A1C-6E32-3C17-DC18F248359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6192500" y="3828288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5551793-7A99-E083-D528-2F8459949D3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6725900" y="4495038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052FD3"/>
                </a:solidFill>
                <a:latin typeface="Encode Sans" pitchFamily="2" charset="0"/>
              </a:rPr>
              <a:t>MODELO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BB90B2D-86DA-D107-BDD9-50A558A3A1C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6672561" y="5295138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2FB36B"/>
                </a:solidFill>
                <a:latin typeface="Encode Sans SemiBold" pitchFamily="2" charset="0"/>
              </a:rPr>
              <a:t>Acertou 4 de 4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9B96B66-1DB9-6F70-74EE-FECF990E816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6672561" y="7162038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5B6070"/>
                </a:solidFill>
                <a:latin typeface="Roboto" panose="02000000000000000000" pitchFamily="2" charset="0"/>
              </a:rPr>
              <a:t>Nenhuma classificação errada na sequência inteira.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1C59134-4066-9455-3B20-554CDD4038B3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2190750" y="11162538"/>
            <a:ext cx="20002500" cy="9334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990">
                <a:solidFill>
                  <a:srgbClr val="052FD3"/>
                </a:solidFill>
                <a:latin typeface="Encode Sans" pitchFamily="2" charset="0"/>
              </a:rPr>
              <a:t>Nenhum dos três. A causa é o produto em volta do modelo.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4200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3de5a4e7f_0_43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3de5a4e7f_0_4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f3de5a4e7f_0_4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f3de5a4e7f_0_43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0419" y="-144842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C6DFF1A-9F85-9BB8-3AB7-952637B8C92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78000" y="3505200"/>
            <a:ext cx="20828000" cy="635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4.2.2</a:t>
            </a:r>
          </a:p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Qual caminho, antes do código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5071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5456578-32E5-0B04-4D8A-31F95F9C16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2205165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FFFFFF"/>
                </a:solidFill>
                <a:latin typeface="Encode Sans SemiBold" pitchFamily="2" charset="0"/>
              </a:rPr>
              <a:t>Três caminhos no backlog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C23B2D3-0CA3-0559-6FE1-EC0AE3F1672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4547045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8D6AB5-EE87-916B-29B2-9A68C4D8ABD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4547045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BB65F1-B22C-98C4-8E4F-5C80CDACD42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7400" y="5213795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6F8BFF"/>
                </a:solidFill>
                <a:latin typeface="Encode Sans" pitchFamily="2" charset="0"/>
              </a:rPr>
              <a:t>P1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CE9E7B-2EEA-B835-3F20-41715F4EA9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04060" y="6013895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FFFFFF"/>
                </a:solidFill>
                <a:latin typeface="Encode Sans SemiBold" pitchFamily="2" charset="0"/>
              </a:rPr>
              <a:t>Guardar a pergunta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16BD6E-2624-ACCB-1889-647868A80B5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04060" y="7880794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C9CCD6"/>
                </a:solidFill>
                <a:latin typeface="Roboto" panose="02000000000000000000" pitchFamily="2" charset="0"/>
              </a:rPr>
              <a:t>Mesmo padrão do orçamento: persistir a pendência, só pro porcionamento.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849D393-9856-1718-D829-D3606F94DAC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004060" y="10334434"/>
            <a:ext cx="5707380" cy="5867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>
                <a:solidFill>
                  <a:srgbClr val="8A8FA0"/>
                </a:solidFill>
                <a:latin typeface="Roboto" panose="02000000000000000000" pitchFamily="2" charset="0"/>
              </a:rPr>
              <a:t>esforço baixo · risco baixo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0762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5456578-32E5-0B04-4D8A-31F95F9C16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2205165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FFFFFF"/>
                </a:solidFill>
                <a:latin typeface="Encode Sans SemiBold" pitchFamily="2" charset="0"/>
              </a:rPr>
              <a:t>Três caminhos no backlog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C23B2D3-0CA3-0559-6FE1-EC0AE3F1672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4547045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8D6AB5-EE87-916B-29B2-9A68C4D8ABD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4547045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BB65F1-B22C-98C4-8E4F-5C80CDACD42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7400" y="5213795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6F8BFF"/>
                </a:solidFill>
                <a:latin typeface="Encode Sans" pitchFamily="2" charset="0"/>
              </a:rPr>
              <a:t>P1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CE9E7B-2EEA-B835-3F20-41715F4EA9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04060" y="6013895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FFFFFF"/>
                </a:solidFill>
                <a:latin typeface="Encode Sans SemiBold" pitchFamily="2" charset="0"/>
              </a:rPr>
              <a:t>Guardar a pergunta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16BD6E-2624-ACCB-1889-647868A80B5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04060" y="7880794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C9CCD6"/>
                </a:solidFill>
                <a:latin typeface="Roboto" panose="02000000000000000000" pitchFamily="2" charset="0"/>
              </a:rPr>
              <a:t>Mesmo padrão do orçamento: persistir a pendência, só pro porcionamento.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849D393-9856-1718-D829-D3606F94DAC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004060" y="10334434"/>
            <a:ext cx="5707380" cy="5867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>
                <a:solidFill>
                  <a:srgbClr val="8A8FA0"/>
                </a:solidFill>
                <a:latin typeface="Roboto" panose="02000000000000000000" pitchFamily="2" charset="0"/>
              </a:rPr>
              <a:t>esforço baixo · risco baixo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9C65EB4-5697-1341-EC3E-1F6A9AADC8C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858250" y="4547045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63827CF-F0AB-3462-DBBD-A8248B0DC84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858250" y="4547045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25D3B93-82A5-4A6F-64D1-DFEB4589E66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391650" y="5213795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6F8BFF"/>
                </a:solidFill>
                <a:latin typeface="Encode Sans" pitchFamily="2" charset="0"/>
              </a:rPr>
              <a:t>P2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F5EAA01-5268-A0B8-316C-384FD44B9D6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338310" y="6013895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FFFFFF"/>
                </a:solidFill>
                <a:latin typeface="Encode Sans SemiBold" pitchFamily="2" charset="0"/>
              </a:rPr>
              <a:t>Generalizar P1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59BC69C-2674-7714-D052-6507CB37D6A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338310" y="7880794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C9CCD6"/>
                </a:solidFill>
                <a:latin typeface="Roboto" panose="02000000000000000000" pitchFamily="2" charset="0"/>
              </a:rPr>
              <a:t>Qualquer guardrail que pergunta passa a guardar a pendência.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C6E7B8-877C-2EDB-1226-506EDBACB1F0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9338310" y="10334434"/>
            <a:ext cx="5707380" cy="5867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>
                <a:solidFill>
                  <a:srgbClr val="8A8FA0"/>
                </a:solidFill>
                <a:latin typeface="Roboto" panose="02000000000000000000" pitchFamily="2" charset="0"/>
              </a:rPr>
              <a:t>esforço médio · sem 2º caso real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0636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5456578-32E5-0B04-4D8A-31F95F9C16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2205165"/>
            <a:ext cx="21336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20">
                <a:solidFill>
                  <a:srgbClr val="FFFFFF"/>
                </a:solidFill>
                <a:latin typeface="Encode Sans SemiBold" pitchFamily="2" charset="0"/>
              </a:rPr>
              <a:t>Três caminhos no backlog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C23B2D3-0CA3-0559-6FE1-EC0AE3F1672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4547045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8D6AB5-EE87-916B-29B2-9A68C4D8ABD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4547045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BB65F1-B22C-98C4-8E4F-5C80CDACD42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7400" y="5213795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6F8BFF"/>
                </a:solidFill>
                <a:latin typeface="Encode Sans" pitchFamily="2" charset="0"/>
              </a:rPr>
              <a:t>P1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CE9E7B-2EEA-B835-3F20-41715F4EA9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04060" y="6013895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FFFFFF"/>
                </a:solidFill>
                <a:latin typeface="Encode Sans SemiBold" pitchFamily="2" charset="0"/>
              </a:rPr>
              <a:t>Guardar a pergunta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16BD6E-2624-ACCB-1889-647868A80B5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04060" y="7880794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C9CCD6"/>
                </a:solidFill>
                <a:latin typeface="Roboto" panose="02000000000000000000" pitchFamily="2" charset="0"/>
              </a:rPr>
              <a:t>Mesmo padrão do orçamento: persistir a pendência, só pro porcionamento.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849D393-9856-1718-D829-D3606F94DAC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004060" y="10334434"/>
            <a:ext cx="5707380" cy="5867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>
                <a:solidFill>
                  <a:srgbClr val="8A8FA0"/>
                </a:solidFill>
                <a:latin typeface="Roboto" panose="02000000000000000000" pitchFamily="2" charset="0"/>
              </a:rPr>
              <a:t>esforço baixo · risco baixo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9C65EB4-5697-1341-EC3E-1F6A9AADC8C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858250" y="4547045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63827CF-F0AB-3462-DBBD-A8248B0DC84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858250" y="4547045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25D3B93-82A5-4A6F-64D1-DFEB4589E66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391650" y="5213795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6F8BFF"/>
                </a:solidFill>
                <a:latin typeface="Encode Sans" pitchFamily="2" charset="0"/>
              </a:rPr>
              <a:t>P2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F5EAA01-5268-A0B8-316C-384FD44B9D6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338310" y="6013895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FFFFFF"/>
                </a:solidFill>
                <a:latin typeface="Encode Sans SemiBold" pitchFamily="2" charset="0"/>
              </a:rPr>
              <a:t>Generalizar P1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59BC69C-2674-7714-D052-6507CB37D6A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338310" y="7880794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C9CCD6"/>
                </a:solidFill>
                <a:latin typeface="Roboto" panose="02000000000000000000" pitchFamily="2" charset="0"/>
              </a:rPr>
              <a:t>Qualquer guardrail que pergunta passa a guardar a pendência.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C6E7B8-877C-2EDB-1226-506EDBACB1F0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9338310" y="10334434"/>
            <a:ext cx="5707380" cy="5867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>
                <a:solidFill>
                  <a:srgbClr val="8A8FA0"/>
                </a:solidFill>
                <a:latin typeface="Roboto" panose="02000000000000000000" pitchFamily="2" charset="0"/>
              </a:rPr>
              <a:t>esforço médio · sem 2º caso real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57B8977-0A97-1A72-BA41-F4223CD3C0B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6192500" y="4547045"/>
            <a:ext cx="6667500" cy="6667500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667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CEA6D5B-80EE-0897-7639-50B2ABDB801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6192500" y="4547045"/>
            <a:ext cx="6667500" cy="133350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" tIns="48006" rIns="96012" bIns="48006"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612D537-7FFE-8A91-25F5-DA3D7C8F54C0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6725900" y="5213795"/>
            <a:ext cx="5600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 b="1" spc="300">
                <a:solidFill>
                  <a:srgbClr val="6F8BFF"/>
                </a:solidFill>
                <a:latin typeface="Encode Sans" pitchFamily="2" charset="0"/>
              </a:rPr>
              <a:t>P3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BC5B3F6-5F67-0CD0-E8D3-F40C3B0DA329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672561" y="6013895"/>
            <a:ext cx="570738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250">
                <a:solidFill>
                  <a:srgbClr val="FFFFFF"/>
                </a:solidFill>
                <a:latin typeface="Encode Sans SemiBold" pitchFamily="2" charset="0"/>
              </a:rPr>
              <a:t>Memória de conversa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E79204F-C6DA-E458-74C1-82CF52FBB0FB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6672561" y="7880794"/>
            <a:ext cx="5707380" cy="226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70">
                <a:solidFill>
                  <a:srgbClr val="C9CCD6"/>
                </a:solidFill>
                <a:latin typeface="Roboto" panose="02000000000000000000" pitchFamily="2" charset="0"/>
              </a:rPr>
              <a:t>O classificador recebe as últimas N mensagens.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28A1700-97D1-684C-CB3A-DC78A9D52025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6672561" y="10334434"/>
            <a:ext cx="5707380" cy="5867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940">
                <a:solidFill>
                  <a:srgbClr val="8A8FA0"/>
                </a:solidFill>
                <a:latin typeface="Roboto" panose="02000000000000000000" pitchFamily="2" charset="0"/>
              </a:rPr>
              <a:t>esforço médio · risco alto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2025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f8342f7686_0_102" descr="Ícone&#10;&#10;O conteúdo gerado por IA pode estar incorreto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89;g3f3dd40fd11_1_233">
            <a:extLst>
              <a:ext uri="{FF2B5EF4-FFF2-40B4-BE49-F238E27FC236}">
                <a16:creationId xmlns:a16="http://schemas.microsoft.com/office/drawing/2014/main" id="{B10402B1-9C83-974D-8A05-1C4951792A36}"/>
              </a:ext>
            </a:extLst>
          </p:cNvPr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90;g3f3dd40fd11_1_233" descr=" ">
            <a:extLst>
              <a:ext uri="{FF2B5EF4-FFF2-40B4-BE49-F238E27FC236}">
                <a16:creationId xmlns:a16="http://schemas.microsoft.com/office/drawing/2014/main" id="{AC25A756-7848-2209-FA35-C81E6BC68BD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2339FC0-6E36-BDE7-E8C4-50ACDFABB16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4986000" y="0"/>
            <a:ext cx="9398000" cy="13716000"/>
          </a:xfrm>
          <a:prstGeom prst="rect">
            <a:avLst/>
          </a:prstGeom>
          <a:solidFill>
            <a:srgbClr val="1E2129"/>
          </a:solidFill>
          <a:ln w="25400">
            <a:solidFill>
              <a:srgbClr val="5B607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501DEB-6E1B-C7AD-8D18-94F80D327C8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748000" y="5969000"/>
            <a:ext cx="78740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200">
                <a:solidFill>
                  <a:srgbClr val="8A8FA0"/>
                </a:solidFill>
                <a:latin typeface="Encode Sans" pitchFamily="2" charset="0"/>
              </a:rPr>
              <a:t>IMAGEM — pessoa conversando com IA / chat na tela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D3F53E-2450-9658-7C54-5A0473E9918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16247" y="2280982"/>
            <a:ext cx="11169506" cy="279237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795">
                <a:solidFill>
                  <a:srgbClr val="FFFFFF"/>
                </a:solidFill>
                <a:latin typeface="Encode Sans" pitchFamily="2" charset="0"/>
              </a:rPr>
              <a:t>O que eu levo</a:t>
            </a:r>
          </a:p>
          <a:p>
            <a:pPr algn="ctr"/>
            <a:r>
              <a:rPr lang="pt-BR" sz="8795">
                <a:solidFill>
                  <a:srgbClr val="FFFFFF"/>
                </a:solidFill>
                <a:latin typeface="Encode Sans" pitchFamily="2" charset="0"/>
              </a:rPr>
              <a:t>pro Claude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7E10161-DFB8-7880-BDEB-01A98B8F167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540000" y="5961901"/>
            <a:ext cx="279238" cy="279238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7" tIns="45693" rIns="91387" bIns="45693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8FC868-6E89-0276-4DAE-4A0C461BD9D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74631" y="5682663"/>
            <a:ext cx="10407949" cy="16500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98">
                <a:solidFill>
                  <a:srgbClr val="FFFFFF"/>
                </a:solidFill>
                <a:latin typeface="Roboto" panose="02000000000000000000" pitchFamily="2" charset="0"/>
              </a:rPr>
              <a:t>O código real: intencao-efeitos.js e telegram.js.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5662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f8342f7686_0_102" descr="Ícone&#10;&#10;O conteúdo gerado por IA pode estar incorreto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89;g3f3dd40fd11_1_233">
            <a:extLst>
              <a:ext uri="{FF2B5EF4-FFF2-40B4-BE49-F238E27FC236}">
                <a16:creationId xmlns:a16="http://schemas.microsoft.com/office/drawing/2014/main" id="{B10402B1-9C83-974D-8A05-1C4951792A36}"/>
              </a:ext>
            </a:extLst>
          </p:cNvPr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90;g3f3dd40fd11_1_233" descr=" ">
            <a:extLst>
              <a:ext uri="{FF2B5EF4-FFF2-40B4-BE49-F238E27FC236}">
                <a16:creationId xmlns:a16="http://schemas.microsoft.com/office/drawing/2014/main" id="{AC25A756-7848-2209-FA35-C81E6BC68BD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2339FC0-6E36-BDE7-E8C4-50ACDFABB16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4986000" y="0"/>
            <a:ext cx="9398000" cy="13716000"/>
          </a:xfrm>
          <a:prstGeom prst="rect">
            <a:avLst/>
          </a:prstGeom>
          <a:solidFill>
            <a:srgbClr val="1E2129"/>
          </a:solidFill>
          <a:ln w="25400">
            <a:solidFill>
              <a:srgbClr val="5B607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501DEB-6E1B-C7AD-8D18-94F80D327C8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748000" y="5969000"/>
            <a:ext cx="78740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200">
                <a:solidFill>
                  <a:srgbClr val="8A8FA0"/>
                </a:solidFill>
                <a:latin typeface="Encode Sans" pitchFamily="2" charset="0"/>
              </a:rPr>
              <a:t>IMAGEM — pessoa conversando com IA / chat na tela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D3F53E-2450-9658-7C54-5A0473E9918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16247" y="2280982"/>
            <a:ext cx="11169506" cy="279237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795">
                <a:solidFill>
                  <a:srgbClr val="FFFFFF"/>
                </a:solidFill>
                <a:latin typeface="Encode Sans" pitchFamily="2" charset="0"/>
              </a:rPr>
              <a:t>O que eu levo</a:t>
            </a:r>
          </a:p>
          <a:p>
            <a:pPr algn="ctr"/>
            <a:r>
              <a:rPr lang="pt-BR" sz="8795">
                <a:solidFill>
                  <a:srgbClr val="FFFFFF"/>
                </a:solidFill>
                <a:latin typeface="Encode Sans" pitchFamily="2" charset="0"/>
              </a:rPr>
              <a:t>pro Claude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7E10161-DFB8-7880-BDEB-01A98B8F167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540000" y="5961901"/>
            <a:ext cx="279238" cy="279238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7" tIns="45693" rIns="91387" bIns="45693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8FC868-6E89-0276-4DAE-4A0C461BD9D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74631" y="5682663"/>
            <a:ext cx="10407949" cy="16500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98">
                <a:solidFill>
                  <a:srgbClr val="FFFFFF"/>
                </a:solidFill>
                <a:latin typeface="Roboto" panose="02000000000000000000" pitchFamily="2" charset="0"/>
              </a:rPr>
              <a:t>O código real: intencao-efeitos.js e telegram.js.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D06328-3FA2-A173-6ECC-2A5FC6B75E7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540000" y="8119646"/>
            <a:ext cx="279238" cy="279238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7" tIns="45693" rIns="91387" bIns="45693"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CD6165-4117-A0B7-3652-E99321C9DBB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174631" y="7840409"/>
            <a:ext cx="10407949" cy="16500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98">
                <a:solidFill>
                  <a:srgbClr val="FFFFFF"/>
                </a:solidFill>
                <a:latin typeface="Roboto" panose="02000000000000000000" pitchFamily="2" charset="0"/>
              </a:rPr>
              <a:t>A regra de ouro: a LLM não decide o que é verificável.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0219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f8342f7686_0_102" descr="Ícone&#10;&#10;O conteúdo gerado por IA pode estar incorreto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89;g3f3dd40fd11_1_233">
            <a:extLst>
              <a:ext uri="{FF2B5EF4-FFF2-40B4-BE49-F238E27FC236}">
                <a16:creationId xmlns:a16="http://schemas.microsoft.com/office/drawing/2014/main" id="{B10402B1-9C83-974D-8A05-1C4951792A36}"/>
              </a:ext>
            </a:extLst>
          </p:cNvPr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90;g3f3dd40fd11_1_233" descr=" ">
            <a:extLst>
              <a:ext uri="{FF2B5EF4-FFF2-40B4-BE49-F238E27FC236}">
                <a16:creationId xmlns:a16="http://schemas.microsoft.com/office/drawing/2014/main" id="{AC25A756-7848-2209-FA35-C81E6BC68BD6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2339FC0-6E36-BDE7-E8C4-50ACDFABB16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4986000" y="0"/>
            <a:ext cx="9398000" cy="13716000"/>
          </a:xfrm>
          <a:prstGeom prst="rect">
            <a:avLst/>
          </a:prstGeom>
          <a:solidFill>
            <a:srgbClr val="1E2129"/>
          </a:solidFill>
          <a:ln w="25400">
            <a:solidFill>
              <a:srgbClr val="5B607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501DEB-6E1B-C7AD-8D18-94F80D327C8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748000" y="5969000"/>
            <a:ext cx="78740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200">
                <a:solidFill>
                  <a:srgbClr val="8A8FA0"/>
                </a:solidFill>
                <a:latin typeface="Encode Sans" pitchFamily="2" charset="0"/>
              </a:rPr>
              <a:t>IMAGEM — pessoa conversando com IA / chat na tela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D3F53E-2450-9658-7C54-5A0473E9918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16247" y="2280982"/>
            <a:ext cx="11169506" cy="279237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795">
                <a:solidFill>
                  <a:srgbClr val="FFFFFF"/>
                </a:solidFill>
                <a:latin typeface="Encode Sans" pitchFamily="2" charset="0"/>
              </a:rPr>
              <a:t>O que eu levo</a:t>
            </a:r>
          </a:p>
          <a:p>
            <a:pPr algn="ctr"/>
            <a:r>
              <a:rPr lang="pt-BR" sz="8795">
                <a:solidFill>
                  <a:srgbClr val="FFFFFF"/>
                </a:solidFill>
                <a:latin typeface="Encode Sans" pitchFamily="2" charset="0"/>
              </a:rPr>
              <a:t>pro Claude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7E10161-DFB8-7880-BDEB-01A98B8F167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540000" y="5961901"/>
            <a:ext cx="279238" cy="279238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7" tIns="45693" rIns="91387" bIns="45693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8FC868-6E89-0276-4DAE-4A0C461BD9D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74631" y="5682663"/>
            <a:ext cx="10407949" cy="16500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98">
                <a:solidFill>
                  <a:srgbClr val="FFFFFF"/>
                </a:solidFill>
                <a:latin typeface="Roboto" panose="02000000000000000000" pitchFamily="2" charset="0"/>
              </a:rPr>
              <a:t>O código real: intencao-efeitos.js e telegram.js.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D06328-3FA2-A173-6ECC-2A5FC6B75E7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540000" y="8119646"/>
            <a:ext cx="279238" cy="279238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7" tIns="45693" rIns="91387" bIns="45693"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CD6165-4117-A0B7-3652-E99321C9DBB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174631" y="7840409"/>
            <a:ext cx="10407949" cy="16500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98">
                <a:solidFill>
                  <a:srgbClr val="FFFFFF"/>
                </a:solidFill>
                <a:latin typeface="Roboto" panose="02000000000000000000" pitchFamily="2" charset="0"/>
              </a:rPr>
              <a:t>A regra de ouro: a LLM não decide o que é verificável.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DCC61DB-250F-2A3B-FE69-D06F642CCC2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540000" y="10277392"/>
            <a:ext cx="279238" cy="279238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7" tIns="45693" rIns="91387" bIns="45693"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8B6C8FD-785F-B306-C647-FC2C7EA641C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174631" y="9998154"/>
            <a:ext cx="10407949" cy="16500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98">
                <a:solidFill>
                  <a:srgbClr val="FFFFFF"/>
                </a:solidFill>
                <a:latin typeface="Roboto" panose="02000000000000000000" pitchFamily="2" charset="0"/>
              </a:rPr>
              <a:t>A pergunta que importa: quanto custa o P3 de verdade?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9752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342f7686_0_44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f8342f7686_0_4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70252" y="462769"/>
            <a:ext cx="12791764" cy="1279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f8342f7686_0_44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4734" y="424672"/>
            <a:ext cx="12791764" cy="1279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8342f7686_0_44"/>
          <p:cNvSpPr/>
          <p:nvPr/>
        </p:nvSpPr>
        <p:spPr>
          <a:xfrm>
            <a:off x="3099187" y="-2235200"/>
            <a:ext cx="18201300" cy="1819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8342f7686_0_44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f8342f7686_0_44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f8342f7686_0_44" descr="Ícone&#10;&#10;O conteúdo gerado por IA pode estar incorreto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E108B44-A41C-B263-59A4-51EF29D28DE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77000" y="2990850"/>
            <a:ext cx="11430000" cy="736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2000">
                <a:solidFill>
                  <a:srgbClr val="FFFFFF"/>
                </a:solidFill>
                <a:latin typeface="Encode Sans" pitchFamily="2" charset="0"/>
              </a:rPr>
              <a:t>Perguntar não basta. Precisa lembrar que perguntou.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902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FD32D3-715C-24D2-8C4E-3702BC2DCAE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5824" y="820949"/>
            <a:ext cx="22472352" cy="154497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78">
                <a:solidFill>
                  <a:srgbClr val="FFFFFF"/>
                </a:solidFill>
                <a:latin typeface="Encode Sans SemiBold" pitchFamily="2" charset="0"/>
              </a:rPr>
              <a:t>E se ninguém responder?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1234D45-12F8-2B2E-EC21-E6BA961BE2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78434" y="3297537"/>
            <a:ext cx="8427132" cy="1685426"/>
          </a:xfrm>
          <a:prstGeom prst="roundRect">
            <a:avLst>
              <a:gd name="adj" fmla="val 5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7085" tIns="140452" rIns="337085" bIns="140452" rtlCol="0" anchor="ctr"/>
          <a:lstStyle/>
          <a:p>
            <a:pPr algn="ctr"/>
            <a:r>
              <a:rPr lang="pt-BR" sz="4424">
                <a:solidFill>
                  <a:srgbClr val="FFFFFF"/>
                </a:solidFill>
                <a:latin typeface="Encode Sans SemiBold" pitchFamily="2" charset="0"/>
              </a:rPr>
              <a:t>Pergunta guardada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3D204DD-DE32-DCD6-4F6E-F31B356308C5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flipH="1">
            <a:off x="6573912" y="4982963"/>
            <a:ext cx="5618088" cy="1825879"/>
          </a:xfrm>
          <a:prstGeom prst="line">
            <a:avLst/>
          </a:prstGeom>
          <a:ln w="56181">
            <a:solidFill>
              <a:srgbClr val="2FB3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270F427-2DF2-A8F8-5D5D-576304CC6FC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798537" y="6949294"/>
            <a:ext cx="9550750" cy="4213566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090">
            <a:solidFill>
              <a:srgbClr val="2FB3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126" tIns="50563" rIns="101126" bIns="5056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7C5D781-AF6F-85DB-F565-12DB7201D31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124465" y="7342560"/>
            <a:ext cx="898894" cy="89889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539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9AD626-D6BD-E440-612A-9E271C38F42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360346" y="8494268"/>
            <a:ext cx="8427132" cy="98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866">
                <a:solidFill>
                  <a:srgbClr val="2FB36B"/>
                </a:solidFill>
                <a:latin typeface="Encode Sans SemiBold" pitchFamily="2" charset="0"/>
              </a:rPr>
              <a:t>Resolve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C606567-91E5-0517-4C78-35139016F01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360346" y="9547660"/>
            <a:ext cx="8427132" cy="14045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9">
                <a:solidFill>
                  <a:srgbClr val="C9CCD6"/>
                </a:solidFill>
                <a:latin typeface="Roboto" panose="02000000000000000000" pitchFamily="2" charset="0"/>
              </a:rPr>
              <a:t>A resposta chega e o prato entra no estoque.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5119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FD32D3-715C-24D2-8C4E-3702BC2DCAE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5824" y="820949"/>
            <a:ext cx="22472352" cy="154497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78">
                <a:solidFill>
                  <a:srgbClr val="FFFFFF"/>
                </a:solidFill>
                <a:latin typeface="Encode Sans SemiBold" pitchFamily="2" charset="0"/>
              </a:rPr>
              <a:t>E se ninguém responder?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1234D45-12F8-2B2E-EC21-E6BA961BE2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78434" y="3297537"/>
            <a:ext cx="8427132" cy="1685426"/>
          </a:xfrm>
          <a:prstGeom prst="roundRect">
            <a:avLst>
              <a:gd name="adj" fmla="val 5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7085" tIns="140452" rIns="337085" bIns="140452" rtlCol="0" anchor="ctr"/>
          <a:lstStyle/>
          <a:p>
            <a:pPr algn="ctr"/>
            <a:r>
              <a:rPr lang="pt-BR" sz="4424">
                <a:solidFill>
                  <a:srgbClr val="FFFFFF"/>
                </a:solidFill>
                <a:latin typeface="Encode Sans SemiBold" pitchFamily="2" charset="0"/>
              </a:rPr>
              <a:t>Pergunta guardada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3D204DD-DE32-DCD6-4F6E-F31B356308C5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flipH="1">
            <a:off x="6573912" y="4982963"/>
            <a:ext cx="5618088" cy="1825879"/>
          </a:xfrm>
          <a:prstGeom prst="line">
            <a:avLst/>
          </a:prstGeom>
          <a:ln w="56181">
            <a:solidFill>
              <a:srgbClr val="2FB3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270F427-2DF2-A8F8-5D5D-576304CC6FC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798537" y="6949294"/>
            <a:ext cx="9550750" cy="4213566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090">
            <a:solidFill>
              <a:srgbClr val="2FB3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126" tIns="50563" rIns="101126" bIns="5056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7C5D781-AF6F-85DB-F565-12DB7201D31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124465" y="7342560"/>
            <a:ext cx="898894" cy="89889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539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9AD626-D6BD-E440-612A-9E271C38F42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360346" y="8494268"/>
            <a:ext cx="8427132" cy="98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866">
                <a:solidFill>
                  <a:srgbClr val="2FB36B"/>
                </a:solidFill>
                <a:latin typeface="Encode Sans SemiBold" pitchFamily="2" charset="0"/>
              </a:rPr>
              <a:t>Resolve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C606567-91E5-0517-4C78-35139016F01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360346" y="9547660"/>
            <a:ext cx="8427132" cy="14045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9">
                <a:solidFill>
                  <a:srgbClr val="C9CCD6"/>
                </a:solidFill>
                <a:latin typeface="Roboto" panose="02000000000000000000" pitchFamily="2" charset="0"/>
              </a:rPr>
              <a:t>A resposta chega e o prato entra no estoque.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BA062BB-C86E-2247-C3E6-611FCD60502B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12192000" y="4982963"/>
            <a:ext cx="5618088" cy="1825879"/>
          </a:xfrm>
          <a:prstGeom prst="line">
            <a:avLst/>
          </a:prstGeom>
          <a:ln w="56181">
            <a:solidFill>
              <a:srgbClr val="F2A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EE1258A-7025-613F-0F36-5A69AE777BD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3034713" y="6949294"/>
            <a:ext cx="9550750" cy="4213566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090">
            <a:solidFill>
              <a:srgbClr val="F2A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126" tIns="50563" rIns="101126" bIns="5056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ADB2E25-189C-C2B9-2071-E44704BE4D6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7360641" y="7342560"/>
            <a:ext cx="898894" cy="898894"/>
          </a:xfrm>
          <a:prstGeom prst="ellipse">
            <a:avLst/>
          </a:prstGeom>
          <a:solidFill>
            <a:srgbClr val="F2A93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539" b="1">
                <a:solidFill>
                  <a:srgbClr val="FFFFFF"/>
                </a:solidFill>
                <a:latin typeface="Segoe UI Symbol" panose="020B0502040204020203" pitchFamily="34" charset="0"/>
              </a:rPr>
              <a:t>!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1A6738-7DC8-D367-14D0-2EA2E5F440C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3596522" y="8494268"/>
            <a:ext cx="8427132" cy="98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866">
                <a:solidFill>
                  <a:srgbClr val="F2A93B"/>
                </a:solidFill>
                <a:latin typeface="Encode Sans SemiBold" pitchFamily="2" charset="0"/>
              </a:rPr>
              <a:t>Expira, com aviso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954C451-732C-341D-28EF-27048BA8F85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3596522" y="9547660"/>
            <a:ext cx="8427132" cy="14045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9">
                <a:solidFill>
                  <a:srgbClr val="C9CCD6"/>
                </a:solidFill>
                <a:latin typeface="Roboto" panose="02000000000000000000" pitchFamily="2" charset="0"/>
              </a:rPr>
              <a:t>“Ingestão não concluída por falta de porções.”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0254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FD32D3-715C-24D2-8C4E-3702BC2DCAE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5824" y="820949"/>
            <a:ext cx="22472352" cy="154497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78">
                <a:solidFill>
                  <a:srgbClr val="FFFFFF"/>
                </a:solidFill>
                <a:latin typeface="Encode Sans SemiBold" pitchFamily="2" charset="0"/>
              </a:rPr>
              <a:t>E se ninguém responder?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1234D45-12F8-2B2E-EC21-E6BA961BE2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78434" y="3297537"/>
            <a:ext cx="8427132" cy="1685426"/>
          </a:xfrm>
          <a:prstGeom prst="roundRect">
            <a:avLst>
              <a:gd name="adj" fmla="val 5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7085" tIns="140452" rIns="337085" bIns="140452" rtlCol="0" anchor="ctr"/>
          <a:lstStyle/>
          <a:p>
            <a:pPr algn="ctr"/>
            <a:r>
              <a:rPr lang="pt-BR" sz="4424">
                <a:solidFill>
                  <a:srgbClr val="FFFFFF"/>
                </a:solidFill>
                <a:latin typeface="Encode Sans SemiBold" pitchFamily="2" charset="0"/>
              </a:rPr>
              <a:t>Pergunta guardada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3D204DD-DE32-DCD6-4F6E-F31B356308C5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flipH="1">
            <a:off x="6573912" y="4982963"/>
            <a:ext cx="5618088" cy="1825879"/>
          </a:xfrm>
          <a:prstGeom prst="line">
            <a:avLst/>
          </a:prstGeom>
          <a:ln w="56181">
            <a:solidFill>
              <a:srgbClr val="2FB3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270F427-2DF2-A8F8-5D5D-576304CC6FC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798537" y="6949294"/>
            <a:ext cx="9550750" cy="4213566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090">
            <a:solidFill>
              <a:srgbClr val="2FB3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126" tIns="50563" rIns="101126" bIns="5056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7C5D781-AF6F-85DB-F565-12DB7201D31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124465" y="7342560"/>
            <a:ext cx="898894" cy="89889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539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9AD626-D6BD-E440-612A-9E271C38F42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360346" y="8494268"/>
            <a:ext cx="8427132" cy="98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866">
                <a:solidFill>
                  <a:srgbClr val="2FB36B"/>
                </a:solidFill>
                <a:latin typeface="Encode Sans SemiBold" pitchFamily="2" charset="0"/>
              </a:rPr>
              <a:t>Resolve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C606567-91E5-0517-4C78-35139016F01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360346" y="9547660"/>
            <a:ext cx="8427132" cy="14045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9">
                <a:solidFill>
                  <a:srgbClr val="C9CCD6"/>
                </a:solidFill>
                <a:latin typeface="Roboto" panose="02000000000000000000" pitchFamily="2" charset="0"/>
              </a:rPr>
              <a:t>A resposta chega e o prato entra no estoque.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BA062BB-C86E-2247-C3E6-611FCD60502B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12192000" y="4982963"/>
            <a:ext cx="5618088" cy="1825879"/>
          </a:xfrm>
          <a:prstGeom prst="line">
            <a:avLst/>
          </a:prstGeom>
          <a:ln w="56181">
            <a:solidFill>
              <a:srgbClr val="F2A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EE1258A-7025-613F-0F36-5A69AE777BD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3034713" y="6949294"/>
            <a:ext cx="9550750" cy="4213566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090">
            <a:solidFill>
              <a:srgbClr val="F2A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126" tIns="50563" rIns="101126" bIns="5056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ADB2E25-189C-C2B9-2071-E44704BE4D6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7360641" y="7342560"/>
            <a:ext cx="898894" cy="898894"/>
          </a:xfrm>
          <a:prstGeom prst="ellipse">
            <a:avLst/>
          </a:prstGeom>
          <a:solidFill>
            <a:srgbClr val="F2A93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539" b="1">
                <a:solidFill>
                  <a:srgbClr val="FFFFFF"/>
                </a:solidFill>
                <a:latin typeface="Segoe UI Symbol" panose="020B0502040204020203" pitchFamily="34" charset="0"/>
              </a:rPr>
              <a:t>!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1A6738-7DC8-D367-14D0-2EA2E5F440C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3596522" y="8494268"/>
            <a:ext cx="8427132" cy="98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866">
                <a:solidFill>
                  <a:srgbClr val="F2A93B"/>
                </a:solidFill>
                <a:latin typeface="Encode Sans SemiBold" pitchFamily="2" charset="0"/>
              </a:rPr>
              <a:t>Expira, com aviso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954C451-732C-341D-28EF-27048BA8F85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3596522" y="9547660"/>
            <a:ext cx="8427132" cy="14045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9">
                <a:solidFill>
                  <a:srgbClr val="C9CCD6"/>
                </a:solidFill>
                <a:latin typeface="Roboto" panose="02000000000000000000" pitchFamily="2" charset="0"/>
              </a:rPr>
              <a:t>“Ingestão não concluída por falta de porções.”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BD59200-8F30-F108-1FB9-F12B1349043B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360346" y="11865122"/>
            <a:ext cx="19663308" cy="84271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60">
                <a:solidFill>
                  <a:srgbClr val="F2A93B"/>
                </a:solidFill>
                <a:latin typeface="Encode Sans" pitchFamily="2" charset="0"/>
              </a:rPr>
              <a:t>Sem um fim visível, é o bug de 14/09 de novo, um passo depois.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6688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3de5a4e7f_0_43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3de5a4e7f_0_4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f3de5a4e7f_0_4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f3de5a4e7f_0_43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0419" y="-144842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9B1952C-CE74-F336-6DAE-70FE74AE6DE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78000" y="3505200"/>
            <a:ext cx="20828000" cy="635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4.2.3</a:t>
            </a:r>
          </a:p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A SDD e quatro decisões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779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28E2815-AFD9-3E76-9E83-5E1A8240565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133156" y="1187574"/>
            <a:ext cx="24650311" cy="13865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852">
                <a:solidFill>
                  <a:srgbClr val="052FD3"/>
                </a:solidFill>
                <a:latin typeface="Encode Sans SemiBold" pitchFamily="2" charset="0"/>
              </a:rPr>
              <a:t>SDD §11.7 — restrição derivada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BD481E-9442-B55E-E745-6477019229D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545437" y="2613525"/>
            <a:ext cx="3081289" cy="24650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6256">
                <a:solidFill>
                  <a:srgbClr val="052FD3"/>
                </a:solidFill>
                <a:latin typeface="Encode Sans SemiBold" pitchFamily="2" charset="0"/>
              </a:rPr>
              <a:t>“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7F3BF2-6B25-DFD9-8542-0A24853E5E0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1570" y="5078556"/>
            <a:ext cx="21569023" cy="508412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93">
                <a:solidFill>
                  <a:srgbClr val="14161B"/>
                </a:solidFill>
                <a:latin typeface="Encode Sans" pitchFamily="2" charset="0"/>
              </a:rPr>
              <a:t>Toda pergunta de guardrail precisa guardar a pendência antes de perguntar. E toda pendência precisa de um fim visível: resolvida ou expirada com aviso.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5C61A65-94D4-D42B-8F1F-72CCD378F98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693826" y="10778941"/>
            <a:ext cx="10784511" cy="1386580"/>
          </a:xfrm>
          <a:prstGeom prst="roundRect">
            <a:avLst>
              <a:gd name="adj" fmla="val 5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9755" tIns="154064" rIns="369755" bIns="154064" rtlCol="0" anchor="ctr"/>
          <a:lstStyle/>
          <a:p>
            <a:pPr algn="ctr"/>
            <a:r>
              <a:rPr lang="pt-BR" sz="4125">
                <a:solidFill>
                  <a:srgbClr val="FFFFFF"/>
                </a:solidFill>
                <a:latin typeface="Encode Sans SemiBold" pitchFamily="2" charset="0"/>
              </a:rPr>
              <a:t>Nunca “esquecida sem sinal”.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5370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7738760-5E04-E9C2-7806-0B3F6593EC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59027" y="1347195"/>
            <a:ext cx="23065946" cy="158578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65">
                <a:solidFill>
                  <a:srgbClr val="FFFFFF"/>
                </a:solidFill>
                <a:latin typeface="Encode Sans SemiBold" pitchFamily="2" charset="0"/>
              </a:rPr>
              <a:t>Quatro decisões, uma casa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6971D20-351C-A976-E641-09F5DE3889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55102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Nome do status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3C801F-2150-FAED-EF62-6F783826F7F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173729" y="3855102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7D336D-9BAF-6653-25C5-E22F900B720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173729" y="3855102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72CE85F-DDEF-98F7-DCC3-89E7014C605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524000" y="6017535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Onde guardar o prato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9D0713E-07A6-A020-8319-8CC4BDEB824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0173729" y="6017535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87FEED-956D-F0C9-74EC-8B87C690492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0173729" y="6017535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B211C6A-C5D8-A5E6-E633-A34678C4AD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524000" y="8179967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Janela de expiração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FB08C83-5BCE-CFE1-6C42-C4823C8CFF8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173729" y="8179967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06D7E7-B770-A725-7F74-E27AB200584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173729" y="8179967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489CB0-5F5C-7912-27D0-A1391B0580FF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524000" y="10342400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Escopo do fix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3A3D49A-18EF-AE04-B8C9-94904546A13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173729" y="10342400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102EF1-8DB3-833A-D183-BA9EE4E140F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0173729" y="10342400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0273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7738760-5E04-E9C2-7806-0B3F6593EC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59027" y="1347195"/>
            <a:ext cx="23065946" cy="158578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65">
                <a:solidFill>
                  <a:srgbClr val="FFFFFF"/>
                </a:solidFill>
                <a:latin typeface="Encode Sans SemiBold" pitchFamily="2" charset="0"/>
              </a:rPr>
              <a:t>Quatro decisões, uma casa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6971D20-351C-A976-E641-09F5DE3889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55102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Nome do status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3C801F-2150-FAED-EF62-6F783826F7F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173729" y="3855102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7D336D-9BAF-6653-25C5-E22F900B720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173729" y="3855102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080723-EF48-9552-F1A4-2AB58A02A50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173729" y="3855102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995">
                <a:solidFill>
                  <a:srgbClr val="FFFFFF"/>
                </a:solidFill>
                <a:latin typeface="Ubuntu Mono" panose="020B0309030602030204" pitchFamily="49" charset="0"/>
              </a:rPr>
              <a:t>aguardando_porcoes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72CE85F-DDEF-98F7-DCC3-89E7014C605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524000" y="6017535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Onde guardar o prato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9D0713E-07A6-A020-8319-8CC4BDEB824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173729" y="6017535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87FEED-956D-F0C9-74EC-8B87C690492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0173729" y="6017535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B211C6A-C5D8-A5E6-E633-A34678C4ADEF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524000" y="8179967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Janela de expiração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FB08C83-5BCE-CFE1-6C42-C4823C8CFF8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0173729" y="8179967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06D7E7-B770-A725-7F74-E27AB2005846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173729" y="8179967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489CB0-5F5C-7912-27D0-A1391B0580F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524000" y="10342400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Escopo do fix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3A3D49A-18EF-AE04-B8C9-94904546A13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173729" y="10342400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102EF1-8DB3-833A-D183-BA9EE4E140F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173729" y="10342400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0659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7738760-5E04-E9C2-7806-0B3F6593EC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59027" y="1347195"/>
            <a:ext cx="23065946" cy="158578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65">
                <a:solidFill>
                  <a:srgbClr val="FFFFFF"/>
                </a:solidFill>
                <a:latin typeface="Encode Sans SemiBold" pitchFamily="2" charset="0"/>
              </a:rPr>
              <a:t>Quatro decisões, uma casa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6971D20-351C-A976-E641-09F5DE3889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55102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Nome do status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3C801F-2150-FAED-EF62-6F783826F7F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173729" y="3855102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7D336D-9BAF-6653-25C5-E22F900B720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173729" y="3855102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080723-EF48-9552-F1A4-2AB58A02A50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173729" y="3855102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995">
                <a:solidFill>
                  <a:srgbClr val="FFFFFF"/>
                </a:solidFill>
                <a:latin typeface="Ubuntu Mono" panose="020B0309030602030204" pitchFamily="49" charset="0"/>
              </a:rPr>
              <a:t>aguardando_porcoes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72CE85F-DDEF-98F7-DCC3-89E7014C605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524000" y="6017535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Onde guardar o prato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9D0713E-07A6-A020-8319-8CC4BDEB824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173729" y="6017535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87FEED-956D-F0C9-74EC-8B87C690492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0173729" y="6017535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CC25EB2-714D-7EAA-B1A5-C6E2C0F7CBC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173729" y="6017535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995">
                <a:solidFill>
                  <a:srgbClr val="FFFFFF"/>
                </a:solidFill>
                <a:latin typeface="Ubuntu Mono" panose="020B0309030602030204" pitchFamily="49" charset="0"/>
              </a:rPr>
              <a:t>coluna nova item_pendente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B211C6A-C5D8-A5E6-E633-A34678C4ADE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524000" y="8179967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Janela de expiração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FB08C83-5BCE-CFE1-6C42-C4823C8CFF8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0173729" y="8179967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06D7E7-B770-A725-7F74-E27AB200584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173729" y="8179967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489CB0-5F5C-7912-27D0-A1391B0580F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524000" y="10342400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Escopo do fix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3A3D49A-18EF-AE04-B8C9-94904546A13C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0173729" y="10342400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102EF1-8DB3-833A-D183-BA9EE4E140F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173729" y="10342400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6027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7738760-5E04-E9C2-7806-0B3F6593EC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59027" y="1347195"/>
            <a:ext cx="23065946" cy="158578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65">
                <a:solidFill>
                  <a:srgbClr val="FFFFFF"/>
                </a:solidFill>
                <a:latin typeface="Encode Sans SemiBold" pitchFamily="2" charset="0"/>
              </a:rPr>
              <a:t>Quatro decisões, uma casa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6971D20-351C-A976-E641-09F5DE3889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55102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Nome do status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3C801F-2150-FAED-EF62-6F783826F7F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173729" y="3855102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7D336D-9BAF-6653-25C5-E22F900B720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173729" y="3855102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080723-EF48-9552-F1A4-2AB58A02A50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173729" y="3855102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995">
                <a:solidFill>
                  <a:srgbClr val="FFFFFF"/>
                </a:solidFill>
                <a:latin typeface="Ubuntu Mono" panose="020B0309030602030204" pitchFamily="49" charset="0"/>
              </a:rPr>
              <a:t>aguardando_porcoes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72CE85F-DDEF-98F7-DCC3-89E7014C605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524000" y="6017535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Onde guardar o prato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9D0713E-07A6-A020-8319-8CC4BDEB824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173729" y="6017535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87FEED-956D-F0C9-74EC-8B87C690492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0173729" y="6017535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CC25EB2-714D-7EAA-B1A5-C6E2C0F7CBC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173729" y="6017535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995">
                <a:solidFill>
                  <a:srgbClr val="FFFFFF"/>
                </a:solidFill>
                <a:latin typeface="Ubuntu Mono" panose="020B0309030602030204" pitchFamily="49" charset="0"/>
              </a:rPr>
              <a:t>coluna nova item_pendente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B211C6A-C5D8-A5E6-E633-A34678C4ADE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524000" y="8179967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Janela de expiração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FB08C83-5BCE-CFE1-6C42-C4823C8CFF8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0173729" y="8179967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06D7E7-B770-A725-7F74-E27AB200584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173729" y="8179967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8BE3AD6-C1F4-A039-2866-6529189139DB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173729" y="8179967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F2A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314">
                <a:solidFill>
                  <a:srgbClr val="FFFFFF"/>
                </a:solidFill>
                <a:latin typeface="Roboto" panose="02000000000000000000" pitchFamily="2" charset="0"/>
              </a:rPr>
              <a:t>20 minutos — em aberto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489CB0-5F5C-7912-27D0-A1391B0580FF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524000" y="10342400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Escopo do fix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3A3D49A-18EF-AE04-B8C9-94904546A13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0173729" y="10342400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102EF1-8DB3-833A-D183-BA9EE4E140F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173729" y="10342400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3683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7738760-5E04-E9C2-7806-0B3F6593EC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59027" y="1347195"/>
            <a:ext cx="23065946" cy="158578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65">
                <a:solidFill>
                  <a:srgbClr val="FFFFFF"/>
                </a:solidFill>
                <a:latin typeface="Encode Sans SemiBold" pitchFamily="2" charset="0"/>
              </a:rPr>
              <a:t>Quatro decisões, uma casa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6971D20-351C-A976-E641-09F5DE3889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55102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Nome do status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3C801F-2150-FAED-EF62-6F783826F7F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173729" y="3855102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7D336D-9BAF-6653-25C5-E22F900B720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173729" y="3855102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080723-EF48-9552-F1A4-2AB58A02A50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173729" y="3855102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995">
                <a:solidFill>
                  <a:srgbClr val="FFFFFF"/>
                </a:solidFill>
                <a:latin typeface="Ubuntu Mono" panose="020B0309030602030204" pitchFamily="49" charset="0"/>
              </a:rPr>
              <a:t>aguardando_porcoes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72CE85F-DDEF-98F7-DCC3-89E7014C605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524000" y="6017535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Onde guardar o prato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9D0713E-07A6-A020-8319-8CC4BDEB824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173729" y="6017535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87FEED-956D-F0C9-74EC-8B87C690492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0173729" y="6017535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CC25EB2-714D-7EAA-B1A5-C6E2C0F7CBC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173729" y="6017535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995">
                <a:solidFill>
                  <a:srgbClr val="FFFFFF"/>
                </a:solidFill>
                <a:latin typeface="Ubuntu Mono" panose="020B0309030602030204" pitchFamily="49" charset="0"/>
              </a:rPr>
              <a:t>coluna nova item_pendente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B211C6A-C5D8-A5E6-E633-A34678C4ADE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524000" y="8179967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Janela de expiração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FB08C83-5BCE-CFE1-6C42-C4823C8CFF8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0173729" y="8179967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06D7E7-B770-A725-7F74-E27AB200584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173729" y="8179967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8BE3AD6-C1F4-A039-2866-6529189139DB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173729" y="8179967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F2A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314">
                <a:solidFill>
                  <a:srgbClr val="FFFFFF"/>
                </a:solidFill>
                <a:latin typeface="Roboto" panose="02000000000000000000" pitchFamily="2" charset="0"/>
              </a:rPr>
              <a:t>20 minutos — em aberto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489CB0-5F5C-7912-27D0-A1391B0580FF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524000" y="10342400"/>
            <a:ext cx="8073081" cy="1729946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8832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5989" tIns="144162" rIns="576649" bIns="144162" rtlCol="0" anchor="ctr">
            <a:noAutofit/>
          </a:bodyPr>
          <a:lstStyle/>
          <a:p>
            <a:pPr algn="r"/>
            <a:r>
              <a:rPr lang="pt-BR" sz="4086">
                <a:solidFill>
                  <a:srgbClr val="FFFFFF"/>
                </a:solidFill>
                <a:latin typeface="Encode Sans SemiBold" pitchFamily="2" charset="0"/>
              </a:rPr>
              <a:t>Escopo do fix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3A3D49A-18EF-AE04-B8C9-94904546A13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0173729" y="10342400"/>
            <a:ext cx="12686271" cy="1729946"/>
          </a:xfrm>
          <a:prstGeom prst="roundRect">
            <a:avLst>
              <a:gd name="adj" fmla="val 10000"/>
            </a:avLst>
          </a:prstGeom>
          <a:noFill/>
          <a:ln w="28832" cap="flat" cmpd="sng" algn="ctr">
            <a:solidFill>
              <a:srgbClr val="5B6070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797" tIns="51898" rIns="103797" bIns="51898"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102EF1-8DB3-833A-D183-BA9EE4E140F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173729" y="10342400"/>
            <a:ext cx="12686271" cy="172994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357">
                <a:solidFill>
                  <a:srgbClr val="5B6070"/>
                </a:solidFill>
                <a:latin typeface="Encode Sans" pitchFamily="2" charset="0"/>
              </a:rPr>
              <a:t>?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A4B4597-5AF3-54BD-405C-D5C1648862A9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0173729" y="10342400"/>
            <a:ext cx="12686271" cy="1729946"/>
          </a:xfrm>
          <a:prstGeom prst="roundRect">
            <a:avLst>
              <a:gd name="adj" fmla="val 10000"/>
            </a:avLst>
          </a:prstGeom>
          <a:solidFill>
            <a:srgbClr val="14161B"/>
          </a:solidFill>
          <a:ln w="28832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4314" tIns="144162" rIns="345989" bIns="144162" rtlCol="0" anchor="ctr">
            <a:noAutofit/>
          </a:bodyPr>
          <a:lstStyle/>
          <a:p>
            <a:r>
              <a:rPr lang="pt-BR" sz="4314">
                <a:solidFill>
                  <a:srgbClr val="FFFFFF"/>
                </a:solidFill>
                <a:latin typeface="Roboto" panose="02000000000000000000" pitchFamily="2" charset="0"/>
              </a:rPr>
              <a:t>só porcionamento, por enquanto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3724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6536553-F2DD-C385-B167-2009F8949A6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72013" y="1102039"/>
            <a:ext cx="23639974" cy="162524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446">
                <a:solidFill>
                  <a:srgbClr val="FFFFFF"/>
                </a:solidFill>
                <a:latin typeface="Encode Sans SemiBold" pitchFamily="2" charset="0"/>
              </a:rPr>
              <a:t>20 minutos é uma aposta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3A55D6D-9AC9-7509-32F4-5692928F028E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1524000" y="7104742"/>
            <a:ext cx="20684978" cy="0"/>
          </a:xfrm>
          <a:prstGeom prst="line">
            <a:avLst/>
          </a:prstGeom>
          <a:ln w="88650">
            <a:solidFill>
              <a:srgbClr val="5B6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955DCC43-363A-5A60-3F68-544CE735DC4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384292" y="6691043"/>
            <a:ext cx="827399" cy="827399"/>
          </a:xfrm>
          <a:prstGeom prst="ellipse">
            <a:avLst/>
          </a:prstGeom>
          <a:solidFill>
            <a:srgbClr val="052FD3"/>
          </a:solidFill>
          <a:ln w="295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2E8A23-C789-26F3-19EA-143C2480E33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842994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9307">
                <a:solidFill>
                  <a:srgbClr val="FFFFFF"/>
                </a:solidFill>
                <a:latin typeface="Encode Sans SemiBold" pitchFamily="2" charset="0"/>
              </a:rPr>
              <a:t>20 min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E40F6D-F6BB-2A80-243B-BD7A7508E37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842994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hoje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8466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6536553-F2DD-C385-B167-2009F8949A6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72013" y="1102039"/>
            <a:ext cx="23639974" cy="162524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446">
                <a:solidFill>
                  <a:srgbClr val="FFFFFF"/>
                </a:solidFill>
                <a:latin typeface="Encode Sans SemiBold" pitchFamily="2" charset="0"/>
              </a:rPr>
              <a:t>20 minutos é uma aposta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3A55D6D-9AC9-7509-32F4-5692928F028E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1524000" y="7104742"/>
            <a:ext cx="20684978" cy="0"/>
          </a:xfrm>
          <a:prstGeom prst="line">
            <a:avLst/>
          </a:prstGeom>
          <a:ln w="88650">
            <a:solidFill>
              <a:srgbClr val="5B6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0998A1F6-5BDF-2473-8B92-0727430A1B8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740248" y="6838793"/>
            <a:ext cx="531899" cy="531899"/>
          </a:xfrm>
          <a:prstGeom prst="ellipse">
            <a:avLst/>
          </a:prstGeom>
          <a:solidFill>
            <a:srgbClr val="8A8FA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FABCDB-8B4B-097A-F363-103CB1E5653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51200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515">
                <a:solidFill>
                  <a:srgbClr val="C9CCD6"/>
                </a:solidFill>
                <a:latin typeface="Encode Sans SemiBold" pitchFamily="2" charset="0"/>
              </a:rPr>
              <a:t>10 min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6022BE-78FC-2011-BC4E-00AF125D80D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51200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primeira versão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55DCC43-363A-5A60-3F68-544CE735DC4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384292" y="6691043"/>
            <a:ext cx="827399" cy="827399"/>
          </a:xfrm>
          <a:prstGeom prst="ellipse">
            <a:avLst/>
          </a:prstGeom>
          <a:solidFill>
            <a:srgbClr val="052FD3"/>
          </a:solidFill>
          <a:ln w="295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2E8A23-C789-26F3-19EA-143C2480E33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842994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9307">
                <a:solidFill>
                  <a:srgbClr val="FFFFFF"/>
                </a:solidFill>
                <a:latin typeface="Encode Sans SemiBold" pitchFamily="2" charset="0"/>
              </a:rPr>
              <a:t>20 min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E40F6D-F6BB-2A80-243B-BD7A7508E37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842994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hoje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5499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6536553-F2DD-C385-B167-2009F8949A6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72013" y="1102039"/>
            <a:ext cx="23639974" cy="162524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446">
                <a:solidFill>
                  <a:srgbClr val="FFFFFF"/>
                </a:solidFill>
                <a:latin typeface="Encode Sans SemiBold" pitchFamily="2" charset="0"/>
              </a:rPr>
              <a:t>20 minutos é uma aposta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3A55D6D-9AC9-7509-32F4-5692928F028E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1524000" y="7104742"/>
            <a:ext cx="20684978" cy="0"/>
          </a:xfrm>
          <a:prstGeom prst="line">
            <a:avLst/>
          </a:prstGeom>
          <a:ln w="88650">
            <a:solidFill>
              <a:srgbClr val="5B6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0998A1F6-5BDF-2473-8B92-0727430A1B8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740248" y="6838793"/>
            <a:ext cx="531899" cy="531899"/>
          </a:xfrm>
          <a:prstGeom prst="ellipse">
            <a:avLst/>
          </a:prstGeom>
          <a:solidFill>
            <a:srgbClr val="8A8FA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FABCDB-8B4B-097A-F363-103CB1E5653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51200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515">
                <a:solidFill>
                  <a:srgbClr val="C9CCD6"/>
                </a:solidFill>
                <a:latin typeface="Encode Sans SemiBold" pitchFamily="2" charset="0"/>
              </a:rPr>
              <a:t>10 min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6022BE-78FC-2011-BC4E-00AF125D80D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51200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primeira versão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55DCC43-363A-5A60-3F68-544CE735DC4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384292" y="6691043"/>
            <a:ext cx="827399" cy="827399"/>
          </a:xfrm>
          <a:prstGeom prst="ellipse">
            <a:avLst/>
          </a:prstGeom>
          <a:solidFill>
            <a:srgbClr val="052FD3"/>
          </a:solidFill>
          <a:ln w="295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2E8A23-C789-26F3-19EA-143C2480E33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842994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9307">
                <a:solidFill>
                  <a:srgbClr val="FFFFFF"/>
                </a:solidFill>
                <a:latin typeface="Encode Sans SemiBold" pitchFamily="2" charset="0"/>
              </a:rPr>
              <a:t>20 min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E40F6D-F6BB-2A80-243B-BD7A7508E37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842994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hoje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854F0EC-8B81-D4D3-CB61-9B2DC20D1E3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0288230" y="6838793"/>
            <a:ext cx="531899" cy="531899"/>
          </a:xfrm>
          <a:prstGeom prst="ellipse">
            <a:avLst/>
          </a:prstGeom>
          <a:solidFill>
            <a:srgbClr val="8A8FA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0682CD6-59F8-6750-19BD-F1533F0A7A7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7599183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515">
                <a:solidFill>
                  <a:srgbClr val="C9CCD6"/>
                </a:solidFill>
                <a:latin typeface="Encode Sans SemiBold" pitchFamily="2" charset="0"/>
              </a:rPr>
              <a:t>120 min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90BEB9-7047-1AA9-BF8B-0B06B6EC56E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7599183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cheguei a considerar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80153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6536553-F2DD-C385-B167-2009F8949A6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72013" y="1102039"/>
            <a:ext cx="23639974" cy="162524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446">
                <a:solidFill>
                  <a:srgbClr val="FFFFFF"/>
                </a:solidFill>
                <a:latin typeface="Encode Sans SemiBold" pitchFamily="2" charset="0"/>
              </a:rPr>
              <a:t>20 minutos é uma aposta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3A55D6D-9AC9-7509-32F4-5692928F028E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1524000" y="7104742"/>
            <a:ext cx="20684978" cy="0"/>
          </a:xfrm>
          <a:prstGeom prst="line">
            <a:avLst/>
          </a:prstGeom>
          <a:ln w="88650">
            <a:solidFill>
              <a:srgbClr val="5B6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0998A1F6-5BDF-2473-8B92-0727430A1B8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740248" y="6838793"/>
            <a:ext cx="531899" cy="531899"/>
          </a:xfrm>
          <a:prstGeom prst="ellipse">
            <a:avLst/>
          </a:prstGeom>
          <a:solidFill>
            <a:srgbClr val="8A8FA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FABCDB-8B4B-097A-F363-103CB1E5653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51200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515">
                <a:solidFill>
                  <a:srgbClr val="C9CCD6"/>
                </a:solidFill>
                <a:latin typeface="Encode Sans SemiBold" pitchFamily="2" charset="0"/>
              </a:rPr>
              <a:t>10 min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6022BE-78FC-2011-BC4E-00AF125D80D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51200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primeira versão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55DCC43-363A-5A60-3F68-544CE735DC4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384292" y="6691043"/>
            <a:ext cx="827399" cy="827399"/>
          </a:xfrm>
          <a:prstGeom prst="ellipse">
            <a:avLst/>
          </a:prstGeom>
          <a:solidFill>
            <a:srgbClr val="052FD3"/>
          </a:solidFill>
          <a:ln w="295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2E8A23-C789-26F3-19EA-143C2480E33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842994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9307">
                <a:solidFill>
                  <a:srgbClr val="FFFFFF"/>
                </a:solidFill>
                <a:latin typeface="Encode Sans SemiBold" pitchFamily="2" charset="0"/>
              </a:rPr>
              <a:t>20 min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E40F6D-F6BB-2A80-243B-BD7A7508E37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842994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hoje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854F0EC-8B81-D4D3-CB61-9B2DC20D1E3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0288230" y="6838793"/>
            <a:ext cx="531899" cy="531899"/>
          </a:xfrm>
          <a:prstGeom prst="ellipse">
            <a:avLst/>
          </a:prstGeom>
          <a:solidFill>
            <a:srgbClr val="8A8FA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0682CD6-59F8-6750-19BD-F1533F0A7A7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7599183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515">
                <a:solidFill>
                  <a:srgbClr val="C9CCD6"/>
                </a:solidFill>
                <a:latin typeface="Encode Sans SemiBold" pitchFamily="2" charset="0"/>
              </a:rPr>
              <a:t>120 min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90BEB9-7047-1AA9-BF8B-0B06B6EC56E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7599183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cheguei a considerar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5AB56E3-2FA9-28F5-1E71-E89028F9C98E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524000" y="9468740"/>
            <a:ext cx="10046989" cy="2807247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955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4600" tIns="147750" rIns="354600" bIns="147750" rtlCol="0" anchor="ctr">
            <a:noAutofit/>
          </a:bodyPr>
          <a:lstStyle/>
          <a:p>
            <a:pPr algn="ctr"/>
            <a:r>
              <a:rPr lang="pt-BR" sz="3956">
                <a:solidFill>
                  <a:srgbClr val="C9CCD6"/>
                </a:solidFill>
                <a:latin typeface="Roboto" panose="02000000000000000000" pitchFamily="2" charset="0"/>
              </a:rPr>
              <a:t>Curta demais: frustra quem demora pra responder.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6057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6536553-F2DD-C385-B167-2009F8949A6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72013" y="1102039"/>
            <a:ext cx="23639974" cy="162524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446">
                <a:solidFill>
                  <a:srgbClr val="FFFFFF"/>
                </a:solidFill>
                <a:latin typeface="Encode Sans SemiBold" pitchFamily="2" charset="0"/>
              </a:rPr>
              <a:t>20 minutos é uma aposta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3A55D6D-9AC9-7509-32F4-5692928F028E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1524000" y="7104742"/>
            <a:ext cx="20684978" cy="0"/>
          </a:xfrm>
          <a:prstGeom prst="line">
            <a:avLst/>
          </a:prstGeom>
          <a:ln w="88650">
            <a:solidFill>
              <a:srgbClr val="5B6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0998A1F6-5BDF-2473-8B92-0727430A1B8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740248" y="6838793"/>
            <a:ext cx="531899" cy="531899"/>
          </a:xfrm>
          <a:prstGeom prst="ellipse">
            <a:avLst/>
          </a:prstGeom>
          <a:solidFill>
            <a:srgbClr val="8A8FA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FABCDB-8B4B-097A-F363-103CB1E5653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51200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515">
                <a:solidFill>
                  <a:srgbClr val="C9CCD6"/>
                </a:solidFill>
                <a:latin typeface="Encode Sans SemiBold" pitchFamily="2" charset="0"/>
              </a:rPr>
              <a:t>10 min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6022BE-78FC-2011-BC4E-00AF125D80D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51200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primeira versão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55DCC43-363A-5A60-3F68-544CE735DC4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384292" y="6691043"/>
            <a:ext cx="827399" cy="827399"/>
          </a:xfrm>
          <a:prstGeom prst="ellipse">
            <a:avLst/>
          </a:prstGeom>
          <a:solidFill>
            <a:srgbClr val="052FD3"/>
          </a:solidFill>
          <a:ln w="295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2E8A23-C789-26F3-19EA-143C2480E33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842994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9307">
                <a:solidFill>
                  <a:srgbClr val="FFFFFF"/>
                </a:solidFill>
                <a:latin typeface="Encode Sans SemiBold" pitchFamily="2" charset="0"/>
              </a:rPr>
              <a:t>20 min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E40F6D-F6BB-2A80-243B-BD7A7508E37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842994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hoje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854F0EC-8B81-D4D3-CB61-9B2DC20D1E3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0288230" y="6838793"/>
            <a:ext cx="531899" cy="531899"/>
          </a:xfrm>
          <a:prstGeom prst="ellipse">
            <a:avLst/>
          </a:prstGeom>
          <a:solidFill>
            <a:srgbClr val="8A8FA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380" tIns="53190" rIns="106380" bIns="53190"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0682CD6-59F8-6750-19BD-F1533F0A7A7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7599183" y="4592995"/>
            <a:ext cx="5909994" cy="1477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515">
                <a:solidFill>
                  <a:srgbClr val="C9CCD6"/>
                </a:solidFill>
                <a:latin typeface="Encode Sans SemiBold" pitchFamily="2" charset="0"/>
              </a:rPr>
              <a:t>120 min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90BEB9-7047-1AA9-BF8B-0B06B6EC56E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7599183" y="7843492"/>
            <a:ext cx="5909994" cy="738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23">
                <a:solidFill>
                  <a:srgbClr val="8A8FA0"/>
                </a:solidFill>
                <a:latin typeface="Roboto" panose="02000000000000000000" pitchFamily="2" charset="0"/>
              </a:rPr>
              <a:t>cheguei a considerar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5AB56E3-2FA9-28F5-1E71-E89028F9C98E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524000" y="9468740"/>
            <a:ext cx="10046989" cy="2807247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9550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4600" tIns="147750" rIns="354600" bIns="147750" rtlCol="0" anchor="ctr">
            <a:noAutofit/>
          </a:bodyPr>
          <a:lstStyle/>
          <a:p>
            <a:pPr algn="ctr"/>
            <a:r>
              <a:rPr lang="pt-BR" sz="3956">
                <a:solidFill>
                  <a:srgbClr val="C9CCD6"/>
                </a:solidFill>
                <a:latin typeface="Roboto" panose="02000000000000000000" pitchFamily="2" charset="0"/>
              </a:rPr>
              <a:t>Curta demais: frustra quem demora pra responder.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D7511ED-FEFC-B2F2-E1D7-D6159461CA70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2161989" y="9468740"/>
            <a:ext cx="10046989" cy="2807247"/>
          </a:xfrm>
          <a:prstGeom prst="roundRect">
            <a:avLst>
              <a:gd name="adj" fmla="val 10000"/>
            </a:avLst>
          </a:prstGeom>
          <a:solidFill>
            <a:srgbClr val="15171D"/>
          </a:solidFill>
          <a:ln w="29550">
            <a:solidFill>
              <a:srgbClr val="E548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4600" tIns="147750" rIns="354600" bIns="147750" rtlCol="0" anchor="ctr">
            <a:noAutofit/>
          </a:bodyPr>
          <a:lstStyle/>
          <a:p>
            <a:pPr algn="ctr"/>
            <a:r>
              <a:rPr lang="pt-BR" sz="3956">
                <a:solidFill>
                  <a:srgbClr val="FFFFFF"/>
                </a:solidFill>
                <a:latin typeface="Roboto" panose="02000000000000000000" pitchFamily="2" charset="0"/>
              </a:rPr>
              <a:t>Longa demais: dois pratos pendentes, a porção cai no prato errado. Em silêncio.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9904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3de5a4e7f_0_43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3de5a4e7f_0_4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f3de5a4e7f_0_4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f3de5a4e7f_0_43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0419" y="-144842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1D52CC2-9316-B957-6F83-05C81A62EE9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78000" y="3505200"/>
            <a:ext cx="20828000" cy="635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4.2.4</a:t>
            </a:r>
          </a:p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O que subiu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08868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D47BB35-AE77-D1BA-5D70-F28D1D49E28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2800" y="2183181"/>
            <a:ext cx="22758400" cy="15646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168">
                <a:solidFill>
                  <a:srgbClr val="FFFFFF"/>
                </a:solidFill>
                <a:latin typeface="Encode Sans SemiBold" pitchFamily="2" charset="0"/>
              </a:rPr>
              <a:t>Uma coluna, uma restrição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DEDE65-97A8-CF7F-8417-B4AC9531D0B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235200" y="3824021"/>
            <a:ext cx="19913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84">
                <a:solidFill>
                  <a:srgbClr val="8A8FA0"/>
                </a:solidFill>
                <a:latin typeface="Roboto" panose="02000000000000000000" pitchFamily="2" charset="0"/>
              </a:rPr>
              <a:t>Migração Fase 7 — SQL Editor do Supabase, produção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9ABF637-56DC-27E2-63BE-74538081F4D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4961941"/>
            <a:ext cx="21336000" cy="6258560"/>
          </a:xfrm>
          <a:prstGeom prst="roundRect">
            <a:avLst>
              <a:gd name="adj" fmla="val 3000"/>
            </a:avLst>
          </a:prstGeom>
          <a:solidFill>
            <a:srgbClr val="0B0D12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2FF8FEF-D43C-F31C-17FF-648655C8445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092960" y="5417109"/>
            <a:ext cx="256032" cy="256032"/>
          </a:xfrm>
          <a:prstGeom prst="ellipse">
            <a:avLst/>
          </a:prstGeom>
          <a:solidFill>
            <a:srgbClr val="E5484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EEE8F76-7115-1A7B-E013-221DA77AE1D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5024" y="5417109"/>
            <a:ext cx="256032" cy="256032"/>
          </a:xfrm>
          <a:prstGeom prst="ellipse">
            <a:avLst/>
          </a:prstGeom>
          <a:solidFill>
            <a:srgbClr val="F2A93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8A23D09-B6D9-180F-49B9-B1945192CB2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17088" y="5417109"/>
            <a:ext cx="256032" cy="256032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0187E45-14AA-2255-E0D6-6710E9D48DC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377440" y="6242101"/>
            <a:ext cx="19629120" cy="14792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480">
                <a:solidFill>
                  <a:srgbClr val="C9CCD6"/>
                </a:solidFill>
                <a:latin typeface="Ubuntu Mono" panose="020B0309030602030204" pitchFamily="49" charset="0"/>
              </a:rPr>
              <a:t>alter table pensamentos</a:t>
            </a:r>
          </a:p>
          <a:p>
            <a:r>
              <a:rPr lang="en-US" sz="4480">
                <a:solidFill>
                  <a:srgbClr val="C9CCD6"/>
                </a:solidFill>
                <a:latin typeface="Ubuntu Mono" panose="020B0309030602030204" pitchFamily="49" charset="0"/>
              </a:rPr>
              <a:t>  add column if not exists item_pendente text;</a:t>
            </a:r>
            <a:endParaRPr lang="pt-BR" sz="4480">
              <a:solidFill>
                <a:srgbClr val="C9CCD6"/>
              </a:solidFill>
              <a:latin typeface="Ubuntu Mono" panose="020B0309030602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16772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D47BB35-AE77-D1BA-5D70-F28D1D49E28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2800" y="2183181"/>
            <a:ext cx="22758400" cy="15646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168">
                <a:solidFill>
                  <a:srgbClr val="FFFFFF"/>
                </a:solidFill>
                <a:latin typeface="Encode Sans SemiBold" pitchFamily="2" charset="0"/>
              </a:rPr>
              <a:t>Uma coluna, uma restrição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DEDE65-97A8-CF7F-8417-B4AC9531D0B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235200" y="3824021"/>
            <a:ext cx="19913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84">
                <a:solidFill>
                  <a:srgbClr val="8A8FA0"/>
                </a:solidFill>
                <a:latin typeface="Roboto" panose="02000000000000000000" pitchFamily="2" charset="0"/>
              </a:rPr>
              <a:t>Migração Fase 7 — SQL Editor do Supabase, produção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9ABF637-56DC-27E2-63BE-74538081F4D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4961941"/>
            <a:ext cx="21336000" cy="6258560"/>
          </a:xfrm>
          <a:prstGeom prst="roundRect">
            <a:avLst>
              <a:gd name="adj" fmla="val 3000"/>
            </a:avLst>
          </a:prstGeom>
          <a:solidFill>
            <a:srgbClr val="0B0D12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2FF8FEF-D43C-F31C-17FF-648655C8445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092960" y="5417109"/>
            <a:ext cx="256032" cy="256032"/>
          </a:xfrm>
          <a:prstGeom prst="ellipse">
            <a:avLst/>
          </a:prstGeom>
          <a:solidFill>
            <a:srgbClr val="E5484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EEE8F76-7115-1A7B-E013-221DA77AE1D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5024" y="5417109"/>
            <a:ext cx="256032" cy="256032"/>
          </a:xfrm>
          <a:prstGeom prst="ellipse">
            <a:avLst/>
          </a:prstGeom>
          <a:solidFill>
            <a:srgbClr val="F2A93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8A23D09-B6D9-180F-49B9-B1945192CB2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17088" y="5417109"/>
            <a:ext cx="256032" cy="256032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0187E45-14AA-2255-E0D6-6710E9D48DC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377440" y="6242101"/>
            <a:ext cx="19629120" cy="14792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480">
                <a:solidFill>
                  <a:srgbClr val="C9CCD6"/>
                </a:solidFill>
                <a:latin typeface="Ubuntu Mono" panose="020B0309030602030204" pitchFamily="49" charset="0"/>
              </a:rPr>
              <a:t>alter table pensamentos</a:t>
            </a:r>
          </a:p>
          <a:p>
            <a:r>
              <a:rPr lang="en-US" sz="4480">
                <a:solidFill>
                  <a:srgbClr val="C9CCD6"/>
                </a:solidFill>
                <a:latin typeface="Ubuntu Mono" panose="020B0309030602030204" pitchFamily="49" charset="0"/>
              </a:rPr>
              <a:t>  add column if not exists item_pendente text;</a:t>
            </a:r>
            <a:endParaRPr lang="pt-BR" sz="4480">
              <a:solidFill>
                <a:srgbClr val="C9CCD6"/>
              </a:solidFill>
              <a:latin typeface="Ubuntu Mono" panose="020B0309030602030204" pitchFamily="49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21553E5-6787-DBB1-774E-59C4075A3FF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377440" y="8290357"/>
            <a:ext cx="19629120" cy="22189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256">
                <a:solidFill>
                  <a:srgbClr val="C9CCD6"/>
                </a:solidFill>
                <a:latin typeface="Ubuntu Mono" panose="020B0309030602030204" pitchFamily="49" charset="0"/>
              </a:rPr>
              <a:t>alter table pensamentos add constraint pensamentos_status_check</a:t>
            </a:r>
          </a:p>
          <a:p>
            <a:r>
              <a:rPr lang="pt-BR" sz="4256">
                <a:solidFill>
                  <a:srgbClr val="C9CCD6"/>
                </a:solidFill>
                <a:latin typeface="Ubuntu Mono" panose="020B0309030602030204" pitchFamily="49" charset="0"/>
              </a:rPr>
              <a:t>  check (status in ('completo', 'aguardando_categoria',</a:t>
            </a:r>
          </a:p>
          <a:p>
            <a:r>
              <a:rPr lang="pt-BR" sz="4256">
                <a:solidFill>
                  <a:srgbClr val="C9CCD6"/>
                </a:solidFill>
                <a:latin typeface="Ubuntu Mono" panose="020B0309030602030204" pitchFamily="49" charset="0"/>
              </a:rPr>
              <a:t>                    'aguardando_porcoes', 'expirada'));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3297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5E383A9-6DFD-91D7-AB62-6A87F3213F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2526" y="2094430"/>
            <a:ext cx="22458947" cy="15440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74">
                <a:solidFill>
                  <a:srgbClr val="14161B"/>
                </a:solidFill>
                <a:latin typeface="Encode Sans SemiBold" pitchFamily="2" charset="0"/>
              </a:rPr>
              <a:t>O padrão já existia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DC83C7F-CCA7-9C8C-124B-1883732895F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4706152"/>
            <a:ext cx="9264316" cy="33688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074">
            <a:solidFill>
              <a:srgbClr val="5B6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FFF106-B489-8A8F-CC2B-2A7DE70962C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45105" y="5267626"/>
            <a:ext cx="8422105" cy="112294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084">
                <a:solidFill>
                  <a:srgbClr val="5B6070"/>
                </a:solidFill>
                <a:latin typeface="Ubuntu Mono" panose="020B0309030602030204" pitchFamily="49" charset="0"/>
              </a:rPr>
              <a:t>aguardando_categoria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4D345D-6AFF-F75E-4FF8-74160F8C88D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45105" y="6460757"/>
            <a:ext cx="8422105" cy="9825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7">
                <a:solidFill>
                  <a:srgbClr val="5B6070"/>
                </a:solidFill>
                <a:latin typeface="Roboto" panose="02000000000000000000" pitchFamily="2" charset="0"/>
              </a:rPr>
              <a:t>orçamento — já em produção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1165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5E383A9-6DFD-91D7-AB62-6A87F3213F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2526" y="2094430"/>
            <a:ext cx="22458947" cy="15440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74">
                <a:solidFill>
                  <a:srgbClr val="14161B"/>
                </a:solidFill>
                <a:latin typeface="Encode Sans SemiBold" pitchFamily="2" charset="0"/>
              </a:rPr>
              <a:t>O padrão já existia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DC83C7F-CCA7-9C8C-124B-1883732895F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4706152"/>
            <a:ext cx="9264316" cy="33688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074">
            <a:solidFill>
              <a:srgbClr val="5B6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FFF106-B489-8A8F-CC2B-2A7DE70962C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45105" y="5267626"/>
            <a:ext cx="8422105" cy="112294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084">
                <a:solidFill>
                  <a:srgbClr val="5B6070"/>
                </a:solidFill>
                <a:latin typeface="Ubuntu Mono" panose="020B0309030602030204" pitchFamily="49" charset="0"/>
              </a:rPr>
              <a:t>aguardando_categoria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4D345D-6AFF-F75E-4FF8-74160F8C88D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45105" y="6460757"/>
            <a:ext cx="8422105" cy="9825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7">
                <a:solidFill>
                  <a:srgbClr val="5B6070"/>
                </a:solidFill>
                <a:latin typeface="Roboto" panose="02000000000000000000" pitchFamily="2" charset="0"/>
              </a:rPr>
              <a:t>orçamento — já em produção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D11B96-B9C2-5C95-FC8F-40311A35EFC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3595685" y="4706152"/>
            <a:ext cx="9264316" cy="33688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074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21ED51-F207-2039-3674-AC9CE228D0D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4016789" y="5267626"/>
            <a:ext cx="8422105" cy="112294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084">
                <a:solidFill>
                  <a:srgbClr val="052FD3"/>
                </a:solidFill>
                <a:latin typeface="Ubuntu Mono" panose="020B0309030602030204" pitchFamily="49" charset="0"/>
              </a:rPr>
              <a:t>aguardando_porcoes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97B1F0-0897-DF72-082D-245E37D0C78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4016789" y="6460757"/>
            <a:ext cx="8422105" cy="9825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7">
                <a:solidFill>
                  <a:srgbClr val="5B6070"/>
                </a:solidFill>
                <a:latin typeface="Roboto" panose="02000000000000000000" pitchFamily="2" charset="0"/>
              </a:rPr>
              <a:t>porcionamento — novo, mesmo molde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ACCB615C-5868-C6F9-FDA9-A449253D74B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1209421" y="5829100"/>
            <a:ext cx="1965158" cy="1122947"/>
          </a:xfrm>
          <a:prstGeom prst="rightArrow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17513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5E383A9-6DFD-91D7-AB62-6A87F3213F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2526" y="2094430"/>
            <a:ext cx="22458947" cy="15440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74">
                <a:solidFill>
                  <a:srgbClr val="14161B"/>
                </a:solidFill>
                <a:latin typeface="Encode Sans SemiBold" pitchFamily="2" charset="0"/>
              </a:rPr>
              <a:t>O padrão já existia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DC83C7F-CCA7-9C8C-124B-1883732895F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4706152"/>
            <a:ext cx="9264316" cy="33688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074">
            <a:solidFill>
              <a:srgbClr val="5B6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FFF106-B489-8A8F-CC2B-2A7DE70962C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45105" y="5267626"/>
            <a:ext cx="8422105" cy="112294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084">
                <a:solidFill>
                  <a:srgbClr val="5B6070"/>
                </a:solidFill>
                <a:latin typeface="Ubuntu Mono" panose="020B0309030602030204" pitchFamily="49" charset="0"/>
              </a:rPr>
              <a:t>aguardando_categoria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4D345D-6AFF-F75E-4FF8-74160F8C88D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45105" y="6460757"/>
            <a:ext cx="8422105" cy="9825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7">
                <a:solidFill>
                  <a:srgbClr val="5B6070"/>
                </a:solidFill>
                <a:latin typeface="Roboto" panose="02000000000000000000" pitchFamily="2" charset="0"/>
              </a:rPr>
              <a:t>orçamento — já em produção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D11B96-B9C2-5C95-FC8F-40311A35EFC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3595685" y="4706152"/>
            <a:ext cx="9264316" cy="33688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074">
            <a:solidFill>
              <a:srgbClr val="05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21ED51-F207-2039-3674-AC9CE228D0D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4016789" y="5267626"/>
            <a:ext cx="8422105" cy="112294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084">
                <a:solidFill>
                  <a:srgbClr val="052FD3"/>
                </a:solidFill>
                <a:latin typeface="Ubuntu Mono" panose="020B0309030602030204" pitchFamily="49" charset="0"/>
              </a:rPr>
              <a:t>aguardando_porcoes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97B1F0-0897-DF72-082D-245E37D0C78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4016789" y="6460757"/>
            <a:ext cx="8422105" cy="9825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537">
                <a:solidFill>
                  <a:srgbClr val="5B6070"/>
                </a:solidFill>
                <a:latin typeface="Roboto" panose="02000000000000000000" pitchFamily="2" charset="0"/>
              </a:rPr>
              <a:t>porcionamento — novo, mesmo molde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ACCB615C-5868-C6F9-FDA9-A449253D74B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1209421" y="5829100"/>
            <a:ext cx="1965158" cy="1122947"/>
          </a:xfrm>
          <a:prstGeom prst="rightArrow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FC29FE2-57E7-D293-1827-7148A205AE7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366211" y="8847020"/>
            <a:ext cx="19651579" cy="6176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95" spc="300">
                <a:solidFill>
                  <a:srgbClr val="8A8FA0"/>
                </a:solidFill>
                <a:latin typeface="Encode Sans" pitchFamily="2" charset="0"/>
              </a:rPr>
              <a:t>MESMO MOLDE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917CFC2-9CB5-40CA-94C9-0585344683B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664368" y="9759415"/>
            <a:ext cx="6176211" cy="1544053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6884" tIns="140368" rIns="336884" bIns="140368" rtlCol="0" anchor="ctr"/>
          <a:lstStyle/>
          <a:p>
            <a:pPr algn="ctr"/>
            <a:r>
              <a:rPr lang="pt-BR" sz="3758">
                <a:solidFill>
                  <a:srgbClr val="FFFFFF"/>
                </a:solidFill>
                <a:latin typeface="Encode Sans SemiBold" pitchFamily="2" charset="0"/>
              </a:rPr>
              <a:t>pergunta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C34CDC3-E8B1-6782-0FB6-7AFAD1BDAD74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8037095" y="10531442"/>
            <a:ext cx="870284" cy="0"/>
          </a:xfrm>
          <a:prstGeom prst="line">
            <a:avLst/>
          </a:prstGeom>
          <a:ln w="56147">
            <a:solidFill>
              <a:srgbClr val="052F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C94ADF1-2A06-1B62-A607-4EEC24CB0A6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103895" y="9759415"/>
            <a:ext cx="6176211" cy="1544053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6884" tIns="140368" rIns="336884" bIns="140368" rtlCol="0" anchor="ctr"/>
          <a:lstStyle/>
          <a:p>
            <a:pPr algn="ctr"/>
            <a:r>
              <a:rPr lang="pt-BR" sz="3758">
                <a:solidFill>
                  <a:srgbClr val="FFFFFF"/>
                </a:solidFill>
                <a:latin typeface="Encode Sans SemiBold" pitchFamily="2" charset="0"/>
              </a:rPr>
              <a:t>guarda a pendência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FF0C172-33D1-272C-6BE1-2480EC8435D0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15476621" y="10531442"/>
            <a:ext cx="870284" cy="0"/>
          </a:xfrm>
          <a:prstGeom prst="line">
            <a:avLst/>
          </a:prstGeom>
          <a:ln w="56147">
            <a:solidFill>
              <a:srgbClr val="052F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E62C538-31E1-549C-7180-7BDC67FC7D6F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6543421" y="9759415"/>
            <a:ext cx="6176211" cy="1544053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6884" tIns="140368" rIns="336884" bIns="140368" rtlCol="0" anchor="ctr"/>
          <a:lstStyle/>
          <a:p>
            <a:pPr algn="ctr"/>
            <a:r>
              <a:rPr lang="pt-BR" sz="3758">
                <a:solidFill>
                  <a:srgbClr val="FFFFFF"/>
                </a:solidFill>
                <a:latin typeface="Encode Sans SemiBold" pitchFamily="2" charset="0"/>
              </a:rPr>
              <a:t>a resposta resolve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11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860E7FE-CE8E-E4F6-6755-AF1C0B4630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2526" y="2062012"/>
            <a:ext cx="22458947" cy="15440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74">
                <a:solidFill>
                  <a:srgbClr val="FFFFFF"/>
                </a:solidFill>
                <a:latin typeface="Encode Sans SemiBold" pitchFamily="2" charset="0"/>
              </a:rPr>
              <a:t>Persistir não basta. Precisa de um fim.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D925FF2-0915-6091-CF79-583C7583695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4425415"/>
            <a:ext cx="10106527" cy="7018421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8074">
            <a:solidFill>
              <a:srgbClr val="2FB3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8F89DF2-500A-D2B0-2E75-56F4873A4DB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71937" y="5043036"/>
            <a:ext cx="1010653" cy="1010653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979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71DCA1-79E9-326D-AB29-F80E7D7D379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85474" y="6390573"/>
            <a:ext cx="8983579" cy="70184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95" b="1" spc="400">
                <a:solidFill>
                  <a:srgbClr val="2FB36B"/>
                </a:solidFill>
                <a:latin typeface="Encode Sans" pitchFamily="2" charset="0"/>
              </a:rPr>
              <a:t>RESOLVIDA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B1D82D-F825-3622-A264-F20027C68CA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85474" y="7232783"/>
            <a:ext cx="8983579" cy="112294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305">
                <a:solidFill>
                  <a:srgbClr val="FFFFFF"/>
                </a:solidFill>
                <a:latin typeface="Ubuntu Mono" panose="020B0309030602030204" pitchFamily="49" charset="0"/>
              </a:rPr>
              <a:t>status = completo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471D8B1-E0E3-8C44-8514-8A6BBA2B908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85474" y="8566283"/>
            <a:ext cx="8983579" cy="2667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58">
                <a:solidFill>
                  <a:srgbClr val="C9CCD6"/>
                </a:solidFill>
                <a:latin typeface="Roboto" panose="02000000000000000000" pitchFamily="2" charset="0"/>
              </a:rPr>
              <a:t>A resposta chegou dentro da janela. O prato entrou no estoque.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50718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860E7FE-CE8E-E4F6-6755-AF1C0B4630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2526" y="2062012"/>
            <a:ext cx="22458947" cy="15440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074">
                <a:solidFill>
                  <a:srgbClr val="FFFFFF"/>
                </a:solidFill>
                <a:latin typeface="Encode Sans SemiBold" pitchFamily="2" charset="0"/>
              </a:rPr>
              <a:t>Persistir não basta. Precisa de um fim.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D925FF2-0915-6091-CF79-583C7583695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4425415"/>
            <a:ext cx="10106527" cy="7018421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8074">
            <a:solidFill>
              <a:srgbClr val="2FB3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8F89DF2-500A-D2B0-2E75-56F4873A4DB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71937" y="5043036"/>
            <a:ext cx="1010653" cy="1010653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979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71DCA1-79E9-326D-AB29-F80E7D7D379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85474" y="6390573"/>
            <a:ext cx="8983579" cy="70184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95" b="1" spc="400">
                <a:solidFill>
                  <a:srgbClr val="2FB36B"/>
                </a:solidFill>
                <a:latin typeface="Encode Sans" pitchFamily="2" charset="0"/>
              </a:rPr>
              <a:t>RESOLVIDA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B1D82D-F825-3622-A264-F20027C68CA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85474" y="7232783"/>
            <a:ext cx="8983579" cy="112294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305">
                <a:solidFill>
                  <a:srgbClr val="FFFFFF"/>
                </a:solidFill>
                <a:latin typeface="Ubuntu Mono" panose="020B0309030602030204" pitchFamily="49" charset="0"/>
              </a:rPr>
              <a:t>status = completo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471D8B1-E0E3-8C44-8514-8A6BBA2B908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85474" y="8566283"/>
            <a:ext cx="8983579" cy="2667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58">
                <a:solidFill>
                  <a:srgbClr val="C9CCD6"/>
                </a:solidFill>
                <a:latin typeface="Roboto" panose="02000000000000000000" pitchFamily="2" charset="0"/>
              </a:rPr>
              <a:t>A resposta chegou dentro da janela. O prato entrou no estoque.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5BA1C7F-79FB-C449-DEB5-D91B9CFB416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2753473" y="4425415"/>
            <a:ext cx="10106527" cy="7018421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8074">
            <a:solidFill>
              <a:srgbClr val="F2A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065" tIns="50533" rIns="101065" bIns="50533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85E39A6-6F2D-FC9F-A42E-5E0C3B836D7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7301411" y="5043036"/>
            <a:ext cx="1010653" cy="1010653"/>
          </a:xfrm>
          <a:prstGeom prst="ellipse">
            <a:avLst/>
          </a:prstGeom>
          <a:solidFill>
            <a:srgbClr val="F2A93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979" b="1">
                <a:solidFill>
                  <a:srgbClr val="FFFFFF"/>
                </a:solidFill>
                <a:latin typeface="Segoe UI Symbol" panose="020B0502040204020203" pitchFamily="34" charset="0"/>
              </a:rPr>
              <a:t>!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DCE7F08-D4B5-F527-FE14-18E80071AC8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3314947" y="6390573"/>
            <a:ext cx="8983579" cy="70184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95" b="1" spc="400">
                <a:solidFill>
                  <a:srgbClr val="F2A93B"/>
                </a:solidFill>
                <a:latin typeface="Encode Sans" pitchFamily="2" charset="0"/>
              </a:rPr>
              <a:t>ESQUECIDA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8C12814-4914-D3E4-8B83-891093D8A1A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3314947" y="7232783"/>
            <a:ext cx="8983579" cy="112294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5305">
                <a:solidFill>
                  <a:srgbClr val="FFFFFF"/>
                </a:solidFill>
                <a:latin typeface="Ubuntu Mono" panose="020B0309030602030204" pitchFamily="49" charset="0"/>
              </a:rPr>
              <a:t>status = expirada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DB8C74-9A51-06D2-BE73-5662AD58070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3314947" y="8566283"/>
            <a:ext cx="8983579" cy="2667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758">
                <a:solidFill>
                  <a:srgbClr val="C9CCD6"/>
                </a:solidFill>
                <a:latin typeface="Roboto" panose="02000000000000000000" pitchFamily="2" charset="0"/>
              </a:rPr>
              <a:t>Um job, a cada 2 minutos, fecha e avisa o grupo: “Ingestão não concluída por falta de porções: X.”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6869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f8342f7686_0_102" descr="Ícone&#10;&#10;O conteúdo gerado por IA pode estar incorreto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89;g3f3dd40fd11_1_233">
            <a:extLst>
              <a:ext uri="{FF2B5EF4-FFF2-40B4-BE49-F238E27FC236}">
                <a16:creationId xmlns:a16="http://schemas.microsoft.com/office/drawing/2014/main" id="{B10402B1-9C83-974D-8A05-1C4951792A36}"/>
              </a:ext>
            </a:extLst>
          </p:cNvPr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90;g3f3dd40fd11_1_233" descr=" ">
            <a:extLst>
              <a:ext uri="{FF2B5EF4-FFF2-40B4-BE49-F238E27FC236}">
                <a16:creationId xmlns:a16="http://schemas.microsoft.com/office/drawing/2014/main" id="{AC25A756-7848-2209-FA35-C81E6BC68BD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AE90AC7-7BD7-D1A6-328F-29B46CB9287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4986000" y="0"/>
            <a:ext cx="9398000" cy="13716000"/>
          </a:xfrm>
          <a:prstGeom prst="rect">
            <a:avLst/>
          </a:prstGeom>
          <a:solidFill>
            <a:srgbClr val="1E2129"/>
          </a:solidFill>
          <a:ln w="25400">
            <a:solidFill>
              <a:srgbClr val="5B607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AFB8A2-C3D6-E674-6E1C-D80F0877810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748000" y="5969000"/>
            <a:ext cx="78740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200">
                <a:solidFill>
                  <a:srgbClr val="8A8FA0"/>
                </a:solidFill>
                <a:latin typeface="Encode Sans" pitchFamily="2" charset="0"/>
              </a:rPr>
              <a:t>IMAGEM — print do PR real no GitHub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1F60F9-B6FF-DB85-5007-835EB455A19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70874" y="2759593"/>
            <a:ext cx="11060253" cy="276506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709">
                <a:solidFill>
                  <a:srgbClr val="FFFFFF"/>
                </a:solidFill>
                <a:latin typeface="Encode Sans" pitchFamily="2" charset="0"/>
              </a:rPr>
              <a:t>Fechado,</a:t>
            </a:r>
          </a:p>
          <a:p>
            <a:pPr algn="ctr"/>
            <a:r>
              <a:rPr lang="pt-BR" sz="8709">
                <a:solidFill>
                  <a:srgbClr val="FFFFFF"/>
                </a:solidFill>
                <a:latin typeface="Encode Sans" pitchFamily="2" charset="0"/>
              </a:rPr>
              <a:t>não só narrado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93F6B16-EBA6-6379-B418-6FD107FBF0E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540000" y="6287391"/>
            <a:ext cx="276506" cy="276506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93" tIns="45246" rIns="90493" bIns="45246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9D682DD-B3D7-8FEB-190D-AFBD0698D79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68423" y="6010885"/>
            <a:ext cx="10306145" cy="16339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57">
                <a:solidFill>
                  <a:srgbClr val="FFFFFF"/>
                </a:solidFill>
                <a:latin typeface="Roboto" panose="02000000000000000000" pitchFamily="2" charset="0"/>
              </a:rPr>
              <a:t>Migração rodada e verificada no Supabase.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80892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f8342f7686_0_102" descr="Ícone&#10;&#10;O conteúdo gerado por IA pode estar incorreto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89;g3f3dd40fd11_1_233">
            <a:extLst>
              <a:ext uri="{FF2B5EF4-FFF2-40B4-BE49-F238E27FC236}">
                <a16:creationId xmlns:a16="http://schemas.microsoft.com/office/drawing/2014/main" id="{B10402B1-9C83-974D-8A05-1C4951792A36}"/>
              </a:ext>
            </a:extLst>
          </p:cNvPr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90;g3f3dd40fd11_1_233" descr=" ">
            <a:extLst>
              <a:ext uri="{FF2B5EF4-FFF2-40B4-BE49-F238E27FC236}">
                <a16:creationId xmlns:a16="http://schemas.microsoft.com/office/drawing/2014/main" id="{AC25A756-7848-2209-FA35-C81E6BC68BD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AE90AC7-7BD7-D1A6-328F-29B46CB9287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4986000" y="0"/>
            <a:ext cx="9398000" cy="13716000"/>
          </a:xfrm>
          <a:prstGeom prst="rect">
            <a:avLst/>
          </a:prstGeom>
          <a:solidFill>
            <a:srgbClr val="1E2129"/>
          </a:solidFill>
          <a:ln w="25400">
            <a:solidFill>
              <a:srgbClr val="5B607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AFB8A2-C3D6-E674-6E1C-D80F0877810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748000" y="5969000"/>
            <a:ext cx="78740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200">
                <a:solidFill>
                  <a:srgbClr val="8A8FA0"/>
                </a:solidFill>
                <a:latin typeface="Encode Sans" pitchFamily="2" charset="0"/>
              </a:rPr>
              <a:t>IMAGEM — print do PR real no GitHub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1F60F9-B6FF-DB85-5007-835EB455A19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70874" y="2759593"/>
            <a:ext cx="11060253" cy="276506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709">
                <a:solidFill>
                  <a:srgbClr val="FFFFFF"/>
                </a:solidFill>
                <a:latin typeface="Encode Sans" pitchFamily="2" charset="0"/>
              </a:rPr>
              <a:t>Fechado,</a:t>
            </a:r>
          </a:p>
          <a:p>
            <a:pPr algn="ctr"/>
            <a:r>
              <a:rPr lang="pt-BR" sz="8709">
                <a:solidFill>
                  <a:srgbClr val="FFFFFF"/>
                </a:solidFill>
                <a:latin typeface="Encode Sans" pitchFamily="2" charset="0"/>
              </a:rPr>
              <a:t>não só narrado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93F6B16-EBA6-6379-B418-6FD107FBF0E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540000" y="6287391"/>
            <a:ext cx="276506" cy="276506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93" tIns="45246" rIns="90493" bIns="45246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9D682DD-B3D7-8FEB-190D-AFBD0698D79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68423" y="6010885"/>
            <a:ext cx="10306145" cy="16339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57">
                <a:solidFill>
                  <a:srgbClr val="FFFFFF"/>
                </a:solidFill>
                <a:latin typeface="Roboto" panose="02000000000000000000" pitchFamily="2" charset="0"/>
              </a:rPr>
              <a:t>Migração rodada e verificada no Supabase.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D1D0885-6E0F-1DFC-B5BF-B4F109E777B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540000" y="8424032"/>
            <a:ext cx="276506" cy="276506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93" tIns="45246" rIns="90493" bIns="45246"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2D9BDB-728D-FC29-FA9F-F7B55435C0D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168423" y="8147525"/>
            <a:ext cx="10306145" cy="16339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57">
                <a:solidFill>
                  <a:srgbClr val="FFFFFF"/>
                </a:solidFill>
                <a:latin typeface="Roboto" panose="02000000000000000000" pitchFamily="2" charset="0"/>
              </a:rPr>
              <a:t>Deploy real no Railway, não simulado.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63121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f8342f7686_0_102" descr="Ícone&#10;&#10;O conteúdo gerado por IA pode estar incorreto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89;g3f3dd40fd11_1_233">
            <a:extLst>
              <a:ext uri="{FF2B5EF4-FFF2-40B4-BE49-F238E27FC236}">
                <a16:creationId xmlns:a16="http://schemas.microsoft.com/office/drawing/2014/main" id="{B10402B1-9C83-974D-8A05-1C4951792A36}"/>
              </a:ext>
            </a:extLst>
          </p:cNvPr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90;g3f3dd40fd11_1_233" descr=" ">
            <a:extLst>
              <a:ext uri="{FF2B5EF4-FFF2-40B4-BE49-F238E27FC236}">
                <a16:creationId xmlns:a16="http://schemas.microsoft.com/office/drawing/2014/main" id="{AC25A756-7848-2209-FA35-C81E6BC68BD6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AE90AC7-7BD7-D1A6-328F-29B46CB9287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4986000" y="0"/>
            <a:ext cx="9398000" cy="13716000"/>
          </a:xfrm>
          <a:prstGeom prst="rect">
            <a:avLst/>
          </a:prstGeom>
          <a:solidFill>
            <a:srgbClr val="1E2129"/>
          </a:solidFill>
          <a:ln w="25400">
            <a:solidFill>
              <a:srgbClr val="5B607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AFB8A2-C3D6-E674-6E1C-D80F0877810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748000" y="5969000"/>
            <a:ext cx="78740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200">
                <a:solidFill>
                  <a:srgbClr val="8A8FA0"/>
                </a:solidFill>
                <a:latin typeface="Encode Sans" pitchFamily="2" charset="0"/>
              </a:rPr>
              <a:t>IMAGEM — print do PR real no GitHub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1F60F9-B6FF-DB85-5007-835EB455A19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70874" y="2759593"/>
            <a:ext cx="11060253" cy="276506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709">
                <a:solidFill>
                  <a:srgbClr val="FFFFFF"/>
                </a:solidFill>
                <a:latin typeface="Encode Sans" pitchFamily="2" charset="0"/>
              </a:rPr>
              <a:t>Fechado,</a:t>
            </a:r>
          </a:p>
          <a:p>
            <a:pPr algn="ctr"/>
            <a:r>
              <a:rPr lang="pt-BR" sz="8709">
                <a:solidFill>
                  <a:srgbClr val="FFFFFF"/>
                </a:solidFill>
                <a:latin typeface="Encode Sans" pitchFamily="2" charset="0"/>
              </a:rPr>
              <a:t>não só narrado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93F6B16-EBA6-6379-B418-6FD107FBF0E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540000" y="6287391"/>
            <a:ext cx="276506" cy="276506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93" tIns="45246" rIns="90493" bIns="45246"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9D682DD-B3D7-8FEB-190D-AFBD0698D79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68423" y="6010885"/>
            <a:ext cx="10306145" cy="16339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57">
                <a:solidFill>
                  <a:srgbClr val="FFFFFF"/>
                </a:solidFill>
                <a:latin typeface="Roboto" panose="02000000000000000000" pitchFamily="2" charset="0"/>
              </a:rPr>
              <a:t>Migração rodada e verificada no Supabase.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D1D0885-6E0F-1DFC-B5BF-B4F109E777B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540000" y="8424032"/>
            <a:ext cx="276506" cy="276506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93" tIns="45246" rIns="90493" bIns="45246"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2D9BDB-728D-FC29-FA9F-F7B55435C0D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168423" y="8147525"/>
            <a:ext cx="10306145" cy="16339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57">
                <a:solidFill>
                  <a:srgbClr val="FFFFFF"/>
                </a:solidFill>
                <a:latin typeface="Roboto" panose="02000000000000000000" pitchFamily="2" charset="0"/>
              </a:rPr>
              <a:t>Deploy real no Railway, não simulado.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7DFDBB4-7028-4027-C2ED-1D9B753D862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540000" y="10560671"/>
            <a:ext cx="276506" cy="276506"/>
          </a:xfrm>
          <a:prstGeom prst="rect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93" tIns="45246" rIns="90493" bIns="45246"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52F8BD9-08F9-2010-0088-1082E7A73E1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168423" y="10284165"/>
            <a:ext cx="10306145" cy="16339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157">
                <a:solidFill>
                  <a:srgbClr val="FFFFFF"/>
                </a:solidFill>
                <a:latin typeface="Roboto" panose="02000000000000000000" pitchFamily="2" charset="0"/>
              </a:rPr>
              <a:t>PR com a SDD §11.7 junto do código.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01873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3de5a4e7f_0_43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3de5a4e7f_0_4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f3de5a4e7f_0_4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f3de5a4e7f_0_43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0419" y="-144842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D74D770-7A56-D162-D7AF-D03DA428F9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78000" y="3505200"/>
            <a:ext cx="20828000" cy="635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4.2.5</a:t>
            </a:r>
          </a:p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Smoke test contra produção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80763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C202458-DD86-C374-9934-1E068B3D8D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77212" y="863518"/>
            <a:ext cx="21429576" cy="14732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49">
                <a:solidFill>
                  <a:srgbClr val="14161B"/>
                </a:solidFill>
                <a:latin typeface="Encode Sans SemiBold" pitchFamily="2" charset="0"/>
              </a:rPr>
              <a:t>Dois caminhos, ao vivo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0E98390-702F-6614-6270-60562CFB5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012952" y="3197561"/>
            <a:ext cx="9643309" cy="93754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6787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7" rIns="96433" bIns="48217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5DA002-5EBF-D8C9-803A-E26027647DB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012952" y="3197561"/>
            <a:ext cx="9643309" cy="160722"/>
          </a:xfrm>
          <a:prstGeom prst="rect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7" rIns="96433" bIns="48217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38CA77-AE10-E2DC-913C-AD7629B117D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48691" y="3733300"/>
            <a:ext cx="8571830" cy="10714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851">
                <a:solidFill>
                  <a:srgbClr val="14161B"/>
                </a:solidFill>
                <a:latin typeface="Encode Sans SemiBold" pitchFamily="2" charset="0"/>
              </a:rPr>
              <a:t>Frango desfiado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E361773-6640-AA2B-0586-2E4BE8BAA16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82626" y="5072649"/>
            <a:ext cx="8303961" cy="1285775"/>
          </a:xfrm>
          <a:prstGeom prst="roundRect">
            <a:avLst>
              <a:gd name="adj" fmla="val 20000"/>
            </a:avLst>
          </a:prstGeom>
          <a:solidFill>
            <a:srgbClr val="EEF0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14161B"/>
                </a:solidFill>
                <a:latin typeface="Roboto" panose="02000000000000000000" pitchFamily="2" charset="0"/>
              </a:rPr>
              <a:t>“Preparei frango desfiado”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49BF48-3DBE-E64E-C7AE-AC94344960D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834606" y="6331636"/>
            <a:ext cx="0" cy="428592"/>
          </a:xfrm>
          <a:prstGeom prst="line">
            <a:avLst/>
          </a:prstGeom>
          <a:ln w="40180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6972164-B29D-E4D2-20D4-51D94DF17C9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82626" y="6813801"/>
            <a:ext cx="8303961" cy="1285775"/>
          </a:xfrm>
          <a:prstGeom prst="roundRect">
            <a:avLst>
              <a:gd name="adj" fmla="val 20000"/>
            </a:avLst>
          </a:prstGeom>
          <a:solidFill>
            <a:srgbClr val="EEF0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14161B"/>
                </a:solidFill>
                <a:latin typeface="Roboto" panose="02000000000000000000" pitchFamily="2" charset="0"/>
              </a:rPr>
              <a:t>bot pergunta quantas porções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0E976A-99EB-BDBB-77D9-5869341596DC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6834606" y="8072789"/>
            <a:ext cx="0" cy="428592"/>
          </a:xfrm>
          <a:prstGeom prst="line">
            <a:avLst/>
          </a:prstGeom>
          <a:ln w="40180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E03E6C1-9848-9802-14B1-F6F11DF28E3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682626" y="8554955"/>
            <a:ext cx="8303961" cy="1285775"/>
          </a:xfrm>
          <a:prstGeom prst="roundRect">
            <a:avLst>
              <a:gd name="adj" fmla="val 20000"/>
            </a:avLst>
          </a:prstGeom>
          <a:solidFill>
            <a:srgbClr val="EEF0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14161B"/>
                </a:solidFill>
                <a:latin typeface="Roboto" panose="02000000000000000000" pitchFamily="2" charset="0"/>
              </a:rPr>
              <a:t>“Porcionei em 3 unidades”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139B2A6-6C09-8750-5A27-837369D6D4C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682626" y="10430042"/>
            <a:ext cx="8303961" cy="1285775"/>
          </a:xfrm>
          <a:prstGeom prst="roundRect">
            <a:avLst>
              <a:gd name="adj" fmla="val 50000"/>
            </a:avLst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FFFFFF"/>
                </a:solidFill>
                <a:latin typeface="Encode Sans SemiBold" pitchFamily="2" charset="0"/>
              </a:rPr>
              <a:t>Resolvido, citando o prato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51807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C202458-DD86-C374-9934-1E068B3D8D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77212" y="863518"/>
            <a:ext cx="21429576" cy="14732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749">
                <a:solidFill>
                  <a:srgbClr val="14161B"/>
                </a:solidFill>
                <a:latin typeface="Encode Sans SemiBold" pitchFamily="2" charset="0"/>
              </a:rPr>
              <a:t>Dois caminhos, ao vivo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0E98390-702F-6614-6270-60562CFB5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012952" y="3197561"/>
            <a:ext cx="9643309" cy="93754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6787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7" rIns="96433" bIns="48217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5DA002-5EBF-D8C9-803A-E26027647DB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012952" y="3197561"/>
            <a:ext cx="9643309" cy="160722"/>
          </a:xfrm>
          <a:prstGeom prst="rect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7" rIns="96433" bIns="48217"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38CA77-AE10-E2DC-913C-AD7629B117D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48691" y="3733300"/>
            <a:ext cx="8571830" cy="10714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851">
                <a:solidFill>
                  <a:srgbClr val="14161B"/>
                </a:solidFill>
                <a:latin typeface="Encode Sans SemiBold" pitchFamily="2" charset="0"/>
              </a:rPr>
              <a:t>Frango desfiado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E361773-6640-AA2B-0586-2E4BE8BAA16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82626" y="5072649"/>
            <a:ext cx="8303961" cy="1285775"/>
          </a:xfrm>
          <a:prstGeom prst="roundRect">
            <a:avLst>
              <a:gd name="adj" fmla="val 20000"/>
            </a:avLst>
          </a:prstGeom>
          <a:solidFill>
            <a:srgbClr val="EEF0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14161B"/>
                </a:solidFill>
                <a:latin typeface="Roboto" panose="02000000000000000000" pitchFamily="2" charset="0"/>
              </a:rPr>
              <a:t>“Preparei frango desfiado”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49BF48-3DBE-E64E-C7AE-AC94344960D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834606" y="6331636"/>
            <a:ext cx="0" cy="428592"/>
          </a:xfrm>
          <a:prstGeom prst="line">
            <a:avLst/>
          </a:prstGeom>
          <a:ln w="40180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6972164-B29D-E4D2-20D4-51D94DF17C9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82626" y="6813801"/>
            <a:ext cx="8303961" cy="1285775"/>
          </a:xfrm>
          <a:prstGeom prst="roundRect">
            <a:avLst>
              <a:gd name="adj" fmla="val 20000"/>
            </a:avLst>
          </a:prstGeom>
          <a:solidFill>
            <a:srgbClr val="EEF0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14161B"/>
                </a:solidFill>
                <a:latin typeface="Roboto" panose="02000000000000000000" pitchFamily="2" charset="0"/>
              </a:rPr>
              <a:t>bot pergunta quantas porções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0E976A-99EB-BDBB-77D9-5869341596DC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6834606" y="8072789"/>
            <a:ext cx="0" cy="428592"/>
          </a:xfrm>
          <a:prstGeom prst="line">
            <a:avLst/>
          </a:prstGeom>
          <a:ln w="40180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E03E6C1-9848-9802-14B1-F6F11DF28E3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682626" y="8554955"/>
            <a:ext cx="8303961" cy="1285775"/>
          </a:xfrm>
          <a:prstGeom prst="roundRect">
            <a:avLst>
              <a:gd name="adj" fmla="val 20000"/>
            </a:avLst>
          </a:prstGeom>
          <a:solidFill>
            <a:srgbClr val="EEF0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14161B"/>
                </a:solidFill>
                <a:latin typeface="Roboto" panose="02000000000000000000" pitchFamily="2" charset="0"/>
              </a:rPr>
              <a:t>“Porcionei em 3 unidades”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139B2A6-6C09-8750-5A27-837369D6D4C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682626" y="10430042"/>
            <a:ext cx="8303961" cy="1285775"/>
          </a:xfrm>
          <a:prstGeom prst="roundRect">
            <a:avLst>
              <a:gd name="adj" fmla="val 50000"/>
            </a:avLst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FFFFFF"/>
                </a:solidFill>
                <a:latin typeface="Encode Sans SemiBold" pitchFamily="2" charset="0"/>
              </a:rPr>
              <a:t>Resolvido, citando o prato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23D85C9-E7AC-C2FE-0B6F-3EE22B9259A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2727739" y="3197561"/>
            <a:ext cx="9643309" cy="93754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6787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7" rIns="96433" bIns="48217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2C670C5-C1D6-9654-6F05-BBDB74724FD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2727739" y="3197561"/>
            <a:ext cx="9643309" cy="160722"/>
          </a:xfrm>
          <a:prstGeom prst="rect">
            <a:avLst/>
          </a:prstGeom>
          <a:solidFill>
            <a:srgbClr val="F2A93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7" rIns="96433" bIns="48217"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898593-0A07-44D1-2C32-C220DA0A0532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3263479" y="3733300"/>
            <a:ext cx="8571830" cy="107147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851">
                <a:solidFill>
                  <a:srgbClr val="14161B"/>
                </a:solidFill>
                <a:latin typeface="Encode Sans SemiBold" pitchFamily="2" charset="0"/>
              </a:rPr>
              <a:t>Sopa de abóbora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A782C13-83BB-93DC-B596-DEB3E2AD99D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3397413" y="5072649"/>
            <a:ext cx="8303961" cy="1285775"/>
          </a:xfrm>
          <a:prstGeom prst="roundRect">
            <a:avLst>
              <a:gd name="adj" fmla="val 20000"/>
            </a:avLst>
          </a:prstGeom>
          <a:solidFill>
            <a:srgbClr val="EEF0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14161B"/>
                </a:solidFill>
                <a:latin typeface="Roboto" panose="02000000000000000000" pitchFamily="2" charset="0"/>
              </a:rPr>
              <a:t>“Preparei sopa de abóbora”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8465A498-B67B-B028-D92C-FD5350A8AE24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17549394" y="6331636"/>
            <a:ext cx="0" cy="428592"/>
          </a:xfrm>
          <a:prstGeom prst="line">
            <a:avLst/>
          </a:prstGeom>
          <a:ln w="40180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4A15733-DDA4-C979-2C96-70752E53DB7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3397413" y="6813801"/>
            <a:ext cx="8303961" cy="1285775"/>
          </a:xfrm>
          <a:prstGeom prst="roundRect">
            <a:avLst>
              <a:gd name="adj" fmla="val 20000"/>
            </a:avLst>
          </a:prstGeom>
          <a:solidFill>
            <a:srgbClr val="EEF0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14161B"/>
                </a:solidFill>
                <a:latin typeface="Roboto" panose="02000000000000000000" pitchFamily="2" charset="0"/>
              </a:rPr>
              <a:t>bot pergunta quantas porções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E0E934E4-0EC4-8165-3AF6-F19A6F9BF2AA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>
            <a:off x="17549394" y="8072789"/>
            <a:ext cx="0" cy="428592"/>
          </a:xfrm>
          <a:prstGeom prst="line">
            <a:avLst/>
          </a:prstGeom>
          <a:ln w="40180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B1103D0-176D-7C11-A4B4-F7C801AE3BFD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3397413" y="8554955"/>
            <a:ext cx="8303961" cy="1285775"/>
          </a:xfrm>
          <a:prstGeom prst="roundRect">
            <a:avLst>
              <a:gd name="adj" fmla="val 20000"/>
            </a:avLst>
          </a:prstGeom>
          <a:solidFill>
            <a:srgbClr val="EEF0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14161B"/>
                </a:solidFill>
                <a:latin typeface="Roboto" panose="02000000000000000000" pitchFamily="2" charset="0"/>
              </a:rPr>
              <a:t>ninguém responde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3078976-DA60-E0C5-3646-CD4B132215D7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3397413" y="10430042"/>
            <a:ext cx="8303961" cy="12857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1444" tIns="133935" rIns="321444" bIns="133935" rtlCol="0" anchor="ctr"/>
          <a:lstStyle/>
          <a:p>
            <a:pPr algn="ctr"/>
            <a:r>
              <a:rPr lang="pt-BR" sz="3586">
                <a:solidFill>
                  <a:srgbClr val="FFFFFF"/>
                </a:solidFill>
                <a:latin typeface="Encode Sans SemiBold" pitchFamily="2" charset="0"/>
              </a:rPr>
              <a:t>Aviso de expiração no grupo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25054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9A3734D-4083-A367-1740-09F93C0824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314906" y="1851858"/>
            <a:ext cx="25013813" cy="17196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878">
                <a:solidFill>
                  <a:srgbClr val="FFFFFF"/>
                </a:solidFill>
                <a:latin typeface="Encode Sans SemiBold" pitchFamily="2" charset="0"/>
              </a:rPr>
              <a:t>O teste feliz passa. A conversa real ainda não.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16BF4D2-1F5B-9B09-A5A2-A476874EE5E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752475" y="4285803"/>
            <a:ext cx="14070270" cy="2081569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009" tIns="218871" rIns="469009" bIns="218871" rtlCol="0" anchor="ctr">
            <a:noAutofit/>
          </a:bodyPr>
          <a:lstStyle/>
          <a:p>
            <a:r>
              <a:rPr lang="pt-BR" sz="4185">
                <a:solidFill>
                  <a:srgbClr val="FFFFFF"/>
                </a:solidFill>
                <a:latin typeface="Roboto" panose="02000000000000000000" pitchFamily="2" charset="0"/>
              </a:rPr>
              <a:t>Porcionei em 2 unidades de 220g e 2 unidades de 160g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02934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9A3734D-4083-A367-1740-09F93C0824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314906" y="1851858"/>
            <a:ext cx="25013813" cy="17196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878">
                <a:solidFill>
                  <a:srgbClr val="FFFFFF"/>
                </a:solidFill>
                <a:latin typeface="Encode Sans SemiBold" pitchFamily="2" charset="0"/>
              </a:rPr>
              <a:t>O teste feliz passa. A conversa real ainda não.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16BF4D2-1F5B-9B09-A5A2-A476874EE5E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752475" y="4285803"/>
            <a:ext cx="14070270" cy="2081569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009" tIns="218871" rIns="469009" bIns="218871" rtlCol="0" anchor="ctr">
            <a:noAutofit/>
          </a:bodyPr>
          <a:lstStyle/>
          <a:p>
            <a:r>
              <a:rPr lang="pt-BR" sz="4185">
                <a:solidFill>
                  <a:srgbClr val="FFFFFF"/>
                </a:solidFill>
                <a:latin typeface="Roboto" panose="02000000000000000000" pitchFamily="2" charset="0"/>
              </a:rPr>
              <a:t>Porcionei em 2 unidades de 220g e 2 unidades de 160g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85D573D-F0EB-36A0-E2B5-01BBBD77ACB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313075" y="6992717"/>
            <a:ext cx="14070270" cy="2856461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009" tIns="218871" rIns="469009" bIns="218871" rtlCol="0" anchor="ctr">
            <a:noAutofit/>
          </a:bodyPr>
          <a:lstStyle/>
          <a:p>
            <a:r>
              <a:rPr lang="pt-BR" sz="4185">
                <a:solidFill>
                  <a:srgbClr val="FFFFFF"/>
                </a:solidFill>
                <a:latin typeface="Roboto" panose="02000000000000000000" pitchFamily="2" charset="0"/>
              </a:rPr>
              <a:t>Ainda falta o total de porções de hambúrguer de patinho. Me manda só “porcionei em N”, com o número total.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77855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9A3734D-4083-A367-1740-09F93C0824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314906" y="1851858"/>
            <a:ext cx="25013813" cy="17196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878">
                <a:solidFill>
                  <a:srgbClr val="FFFFFF"/>
                </a:solidFill>
                <a:latin typeface="Encode Sans SemiBold" pitchFamily="2" charset="0"/>
              </a:rPr>
              <a:t>O teste feliz passa. A conversa real ainda não.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16BF4D2-1F5B-9B09-A5A2-A476874EE5E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752475" y="4285803"/>
            <a:ext cx="14070270" cy="2081569"/>
          </a:xfrm>
          <a:prstGeom prst="roundRect">
            <a:avLst>
              <a:gd name="adj" fmla="val 30000"/>
            </a:avLst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009" tIns="218871" rIns="469009" bIns="218871" rtlCol="0" anchor="ctr">
            <a:noAutofit/>
          </a:bodyPr>
          <a:lstStyle/>
          <a:p>
            <a:r>
              <a:rPr lang="pt-BR" sz="4185">
                <a:solidFill>
                  <a:srgbClr val="FFFFFF"/>
                </a:solidFill>
                <a:latin typeface="Roboto" panose="02000000000000000000" pitchFamily="2" charset="0"/>
              </a:rPr>
              <a:t>Porcionei em 2 unidades de 220g e 2 unidades de 160g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85D573D-F0EB-36A0-E2B5-01BBBD77ACB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313075" y="6992717"/>
            <a:ext cx="14070270" cy="2856461"/>
          </a:xfrm>
          <a:prstGeom prst="roundRect">
            <a:avLst>
              <a:gd name="adj" fmla="val 30000"/>
            </a:avLst>
          </a:prstGeom>
          <a:solidFill>
            <a:srgbClr val="262A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009" tIns="218871" rIns="469009" bIns="218871" rtlCol="0" anchor="ctr">
            <a:noAutofit/>
          </a:bodyPr>
          <a:lstStyle/>
          <a:p>
            <a:r>
              <a:rPr lang="pt-BR" sz="4185">
                <a:solidFill>
                  <a:srgbClr val="FFFFFF"/>
                </a:solidFill>
                <a:latin typeface="Roboto" panose="02000000000000000000" pitchFamily="2" charset="0"/>
              </a:rPr>
              <a:t>Ainda falta o total de porções de hambúrguer de patinho. Me manda só “porcionei em N”, com o número total.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C2B377-5E6A-24CA-AD8B-AD954370C8F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24367" y="10630860"/>
            <a:ext cx="21887086" cy="10943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432">
                <a:solidFill>
                  <a:srgbClr val="F2A93B"/>
                </a:solidFill>
                <a:latin typeface="Encode Sans" pitchFamily="2" charset="0"/>
              </a:rPr>
              <a:t>2 + 2 é conta. Conta é do código, não do modelo.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0646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3de5a4e7f_0_43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3de5a4e7f_0_4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f3de5a4e7f_0_4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f3de5a4e7f_0_43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0419" y="-144842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ABDBC3A-243F-492B-3917-0D8B80F545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78000" y="3505200"/>
            <a:ext cx="20828000" cy="635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4.2.6</a:t>
            </a:r>
          </a:p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Um eval que olha o ciclo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18860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342f7686_0_44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f8342f7686_0_4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70252" y="462769"/>
            <a:ext cx="12791764" cy="1279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f8342f7686_0_44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4734" y="424672"/>
            <a:ext cx="12791764" cy="1279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8342f7686_0_44"/>
          <p:cNvSpPr/>
          <p:nvPr/>
        </p:nvSpPr>
        <p:spPr>
          <a:xfrm>
            <a:off x="3099187" y="-2235200"/>
            <a:ext cx="18201300" cy="1819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8342f7686_0_44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f8342f7686_0_44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f8342f7686_0_44" descr="Ícone&#10;&#10;O conteúdo gerado por IA pode estar incorreto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A68E0F0-D1DE-CE48-F7C9-534B88A3F2A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77000" y="3022600"/>
            <a:ext cx="11430000" cy="736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2000">
                <a:solidFill>
                  <a:srgbClr val="FFFFFF"/>
                </a:solidFill>
                <a:latin typeface="Encode Sans" pitchFamily="2" charset="0"/>
              </a:rPr>
              <a:t>O ciclo só se prova entre mensagens.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22056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04385C-FA90-C43A-61AE-F81FE27FF6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2800" y="2525979"/>
            <a:ext cx="22758400" cy="15646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168">
                <a:solidFill>
                  <a:srgbClr val="FFFFFF"/>
                </a:solidFill>
                <a:latin typeface="Encode Sans SemiBold" pitchFamily="2" charset="0"/>
              </a:rPr>
              <a:t>Cada trace, sozinho, está perfeito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76CE894-A8EF-A79B-42A0-B7771A9D89B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CE0033-BB0F-1C93-E7EA-FB7D2BDBED5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0848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245575-D666-10C5-907D-EDB34363A3D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0848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desejo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F726B1C-CDDC-5077-DFFA-D0AB23FA77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47268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B890FD5-E8BB-F6F1-CD15-9E2352C4FA0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33171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893507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04385C-FA90-C43A-61AE-F81FE27FF6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2800" y="2525979"/>
            <a:ext cx="22758400" cy="15646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168">
                <a:solidFill>
                  <a:srgbClr val="FFFFFF"/>
                </a:solidFill>
                <a:latin typeface="Encode Sans SemiBold" pitchFamily="2" charset="0"/>
              </a:rPr>
              <a:t>Cada trace, sozinho, está perfeito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76CE894-A8EF-A79B-42A0-B7771A9D89B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CE0033-BB0F-1C93-E7EA-FB7D2BDBED5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0848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245575-D666-10C5-907D-EDB34363A3D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0848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desejo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F726B1C-CDDC-5077-DFFA-D0AB23FA77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47268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B890FD5-E8BB-F6F1-CD15-9E2352C4FA0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33171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DB4C752-1FC5-2366-EF9D-02B19C413F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07136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395355D-07E0-61D4-3E33-898425ACBE2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35584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9A016E-4E37-93D4-37CB-BC142667159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35584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porcionamento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B53917F-014D-49D1-FCA0-1868BAA9A02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02004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26B89E2-0055-826D-996E-DC5C28D29616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1187907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628557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04385C-FA90-C43A-61AE-F81FE27FF6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2800" y="2525979"/>
            <a:ext cx="22758400" cy="15646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168">
                <a:solidFill>
                  <a:srgbClr val="FFFFFF"/>
                </a:solidFill>
                <a:latin typeface="Encode Sans SemiBold" pitchFamily="2" charset="0"/>
              </a:rPr>
              <a:t>Cada trace, sozinho, está perfeito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76CE894-A8EF-A79B-42A0-B7771A9D89B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CE0033-BB0F-1C93-E7EA-FB7D2BDBED5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0848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245575-D666-10C5-907D-EDB34363A3D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0848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desejo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F726B1C-CDDC-5077-DFFA-D0AB23FA77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47268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B890FD5-E8BB-F6F1-CD15-9E2352C4FA0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33171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DB4C752-1FC5-2366-EF9D-02B19C413F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07136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395355D-07E0-61D4-3E33-898425ACBE2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35584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9A016E-4E37-93D4-37CB-BC142667159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35584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porcionamento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B53917F-014D-49D1-FCA0-1868BAA9A02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02004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26B89E2-0055-826D-996E-DC5C28D29616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1187907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A832C56-AC41-145B-FDDC-79928D425F5A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261872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CAFDFE5-0543-9C26-8297-47D368463B1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90320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3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B308690-BBD0-9D53-3EA6-9DE95B0D25B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290320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porcionamento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F886B35-85FE-CA80-301F-C173E65143DF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456740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6DDD61CF-8AB9-B7D4-AB80-941733093504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>
            <a:off x="1742643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7273407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04385C-FA90-C43A-61AE-F81FE27FF6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2800" y="2525979"/>
            <a:ext cx="22758400" cy="15646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168">
                <a:solidFill>
                  <a:srgbClr val="FFFFFF"/>
                </a:solidFill>
                <a:latin typeface="Encode Sans SemiBold" pitchFamily="2" charset="0"/>
              </a:rPr>
              <a:t>Cada trace, sozinho, está perfeito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76CE894-A8EF-A79B-42A0-B7771A9D89B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CE0033-BB0F-1C93-E7EA-FB7D2BDBED5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0848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245575-D666-10C5-907D-EDB34363A3D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0848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desejo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F726B1C-CDDC-5077-DFFA-D0AB23FA77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47268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B890FD5-E8BB-F6F1-CD15-9E2352C4FA0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33171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DB4C752-1FC5-2366-EF9D-02B19C413F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07136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395355D-07E0-61D4-3E33-898425ACBE2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35584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9A016E-4E37-93D4-37CB-BC142667159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35584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porcionamento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B53917F-014D-49D1-FCA0-1868BAA9A02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02004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26B89E2-0055-826D-996E-DC5C28D29616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1187907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A832C56-AC41-145B-FDDC-79928D425F5A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261872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CAFDFE5-0543-9C26-8297-47D368463B1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90320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3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B308690-BBD0-9D53-3EA6-9DE95B0D25B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290320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porcionamento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F886B35-85FE-CA80-301F-C173E65143DF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456740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6DDD61CF-8AB9-B7D4-AB80-941733093504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>
            <a:off x="1742643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873288A-9432-CD12-B4E5-263855E046C2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816608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B998020-8BB4-D883-270A-82CDF332DD14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8450561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E42182B-8A7E-A443-EF0F-9217A088650A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8450561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desejo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14A6E3BB-F089-CF57-BD76-E7CC9F1B7AD8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011476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92135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04385C-FA90-C43A-61AE-F81FE27FF6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2800" y="2525979"/>
            <a:ext cx="22758400" cy="15646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168">
                <a:solidFill>
                  <a:srgbClr val="FFFFFF"/>
                </a:solidFill>
                <a:latin typeface="Encode Sans SemiBold" pitchFamily="2" charset="0"/>
              </a:rPr>
              <a:t>Cada trace, sozinho, está perfeito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76CE894-A8EF-A79B-42A0-B7771A9D89B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CE0033-BB0F-1C93-E7EA-FB7D2BDBED5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0848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245575-D666-10C5-907D-EDB34363A3D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0848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desejo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F726B1C-CDDC-5077-DFFA-D0AB23FA77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47268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B890FD5-E8BB-F6F1-CD15-9E2352C4FA0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33171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DB4C752-1FC5-2366-EF9D-02B19C413F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07136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395355D-07E0-61D4-3E33-898425ACBE2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35584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9A016E-4E37-93D4-37CB-BC142667159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35584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porcionamento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B53917F-014D-49D1-FCA0-1868BAA9A02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02004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26B89E2-0055-826D-996E-DC5C28D29616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1187907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A832C56-AC41-145B-FDDC-79928D425F5A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261872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CAFDFE5-0543-9C26-8297-47D368463B1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903200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3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B308690-BBD0-9D53-3EA6-9DE95B0D25B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2903200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porcionamento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F886B35-85FE-CA80-301F-C173E65143DF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456740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6DDD61CF-8AB9-B7D4-AB80-941733093504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>
            <a:off x="17426432" y="7296099"/>
            <a:ext cx="625856" cy="0"/>
          </a:xfrm>
          <a:prstGeom prst="line">
            <a:avLst/>
          </a:prstGeom>
          <a:ln w="42672">
            <a:solidFill>
              <a:srgbClr val="5B6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873288A-9432-CD12-B4E5-263855E046C2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8166080" y="5446979"/>
            <a:ext cx="4693920" cy="3698240"/>
          </a:xfrm>
          <a:prstGeom prst="roundRect">
            <a:avLst>
              <a:gd name="adj" fmla="val 8000"/>
            </a:avLst>
          </a:prstGeom>
          <a:solidFill>
            <a:srgbClr val="15171D"/>
          </a:solidFill>
          <a:ln w="28448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413" tIns="51206" rIns="102413" bIns="51206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B998020-8BB4-D883-270A-82CDF332DD14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8450561" y="5902147"/>
            <a:ext cx="4124960" cy="6258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136" spc="300">
                <a:solidFill>
                  <a:srgbClr val="8A8FA0"/>
                </a:solidFill>
                <a:latin typeface="Encode Sans" pitchFamily="2" charset="0"/>
              </a:rPr>
              <a:t>TRACE 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E42182B-8A7E-A443-EF0F-9217A088650A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8450561" y="6727139"/>
            <a:ext cx="412496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FFFFF"/>
                </a:solidFill>
                <a:latin typeface="Encode Sans SemiBold" pitchFamily="2" charset="0"/>
              </a:rPr>
              <a:t>desejo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14A6E3BB-F089-CF57-BD76-E7CC9F1B7AD8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0114768" y="7893507"/>
            <a:ext cx="796544" cy="796544"/>
          </a:xfrm>
          <a:prstGeom prst="ellipse">
            <a:avLst/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3136" b="1">
                <a:solidFill>
                  <a:srgbClr val="FFFFFF"/>
                </a:solidFill>
                <a:latin typeface="Segoe UI Symbol" panose="020B0502040204020203" pitchFamily="34" charset="0"/>
              </a:rPr>
              <a:t>✓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BFF026E-9BC0-2075-6418-84EF85EB9DFE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7640320" y="9714179"/>
            <a:ext cx="9103360" cy="0"/>
          </a:xfrm>
          <a:prstGeom prst="line">
            <a:avLst/>
          </a:prstGeom>
          <a:ln w="71120">
            <a:solidFill>
              <a:srgbClr val="F2A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73364551-CF61-7A6D-CA68-3CE87C5A8E13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>
            <a:off x="7640320" y="9372803"/>
            <a:ext cx="0" cy="341376"/>
          </a:xfrm>
          <a:prstGeom prst="line">
            <a:avLst/>
          </a:prstGeom>
          <a:ln w="71120">
            <a:solidFill>
              <a:srgbClr val="F2A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174DD7B5-8879-E3A1-5817-05D57EAE0292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>
            <a:off x="16743680" y="9372803"/>
            <a:ext cx="0" cy="341376"/>
          </a:xfrm>
          <a:prstGeom prst="line">
            <a:avLst/>
          </a:prstGeom>
          <a:ln w="71120">
            <a:solidFill>
              <a:srgbClr val="F2A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3848D83-FDB9-B0EE-EE50-652E9BE919C4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080000" y="10055555"/>
            <a:ext cx="14224000" cy="9956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256">
                <a:solidFill>
                  <a:srgbClr val="F2A93B"/>
                </a:solidFill>
                <a:latin typeface="Encode Sans" pitchFamily="2" charset="0"/>
              </a:rPr>
              <a:t>a falha só existe no par 2 →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63265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8790B6E-CE90-E567-2A36-D25D1D7F9D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738909" y="1292052"/>
            <a:ext cx="25861818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145">
                <a:solidFill>
                  <a:srgbClr val="14161B"/>
                </a:solidFill>
                <a:latin typeface="Ubuntu Mono" panose="020B0309030602030204" pitchFamily="49" charset="0"/>
              </a:rPr>
              <a:t>ciclo_pergunta_resposta_resolvido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853691-796D-2804-9430-ED8F18C968C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77455" y="3167842"/>
            <a:ext cx="22629092" cy="9698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73">
                <a:solidFill>
                  <a:srgbClr val="5B6070"/>
                </a:solidFill>
                <a:latin typeface="Roboto" panose="02000000000000000000" pitchFamily="2" charset="0"/>
              </a:rPr>
              <a:t>O juiz só lê o status. Quem decidiu foi o produto.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DE7F680-0372-FE17-CD16-4594501982A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4945842"/>
            <a:ext cx="14547273" cy="19396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2327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1200" tIns="161636" rIns="387927" bIns="161636" rtlCol="0" anchor="ctr">
            <a:noAutofit/>
          </a:bodyPr>
          <a:lstStyle/>
          <a:p>
            <a:r>
              <a:rPr lang="pt-BR" sz="4582">
                <a:solidFill>
                  <a:srgbClr val="14161B"/>
                </a:solidFill>
                <a:latin typeface="Roboto" panose="02000000000000000000" pitchFamily="2" charset="0"/>
              </a:rPr>
              <a:t>sem pendência ou completo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50C64FD-9E40-07C1-F332-DF74A9E08CE1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16394545" y="5915660"/>
            <a:ext cx="2262909" cy="0"/>
          </a:xfrm>
          <a:prstGeom prst="line">
            <a:avLst/>
          </a:prstGeom>
          <a:ln w="64655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8D90C36-6B0E-B00C-857F-D28F82A44B8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8980727" y="4945842"/>
            <a:ext cx="3879273" cy="1939636"/>
          </a:xfrm>
          <a:prstGeom prst="roundRect">
            <a:avLst>
              <a:gd name="adj" fmla="val 50000"/>
            </a:avLst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7927" tIns="161636" rIns="387927" bIns="161636" rtlCol="0" anchor="ctr"/>
          <a:lstStyle/>
          <a:p>
            <a:pPr algn="ctr"/>
            <a:r>
              <a:rPr lang="pt-BR" sz="6618">
                <a:solidFill>
                  <a:srgbClr val="FFFFFF"/>
                </a:solidFill>
                <a:latin typeface="Encode Sans SemiBold" pitchFamily="2" charset="0"/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38138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8790B6E-CE90-E567-2A36-D25D1D7F9D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738909" y="1292052"/>
            <a:ext cx="25861818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145">
                <a:solidFill>
                  <a:srgbClr val="14161B"/>
                </a:solidFill>
                <a:latin typeface="Ubuntu Mono" panose="020B0309030602030204" pitchFamily="49" charset="0"/>
              </a:rPr>
              <a:t>ciclo_pergunta_resposta_resolvido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853691-796D-2804-9430-ED8F18C968C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77455" y="3167842"/>
            <a:ext cx="22629092" cy="9698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73">
                <a:solidFill>
                  <a:srgbClr val="5B6070"/>
                </a:solidFill>
                <a:latin typeface="Roboto" panose="02000000000000000000" pitchFamily="2" charset="0"/>
              </a:rPr>
              <a:t>O juiz só lê o status. Quem decidiu foi o produto.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DE7F680-0372-FE17-CD16-4594501982A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4945842"/>
            <a:ext cx="14547273" cy="19396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2327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1200" tIns="161636" rIns="387927" bIns="161636" rtlCol="0" anchor="ctr">
            <a:noAutofit/>
          </a:bodyPr>
          <a:lstStyle/>
          <a:p>
            <a:r>
              <a:rPr lang="pt-BR" sz="4582">
                <a:solidFill>
                  <a:srgbClr val="14161B"/>
                </a:solidFill>
                <a:latin typeface="Roboto" panose="02000000000000000000" pitchFamily="2" charset="0"/>
              </a:rPr>
              <a:t>sem pendência ou completo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50C64FD-9E40-07C1-F332-DF74A9E08CE1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16394545" y="5915660"/>
            <a:ext cx="2262909" cy="0"/>
          </a:xfrm>
          <a:prstGeom prst="line">
            <a:avLst/>
          </a:prstGeom>
          <a:ln w="64655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8D90C36-6B0E-B00C-857F-D28F82A44B8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8980727" y="4945842"/>
            <a:ext cx="3879273" cy="1939636"/>
          </a:xfrm>
          <a:prstGeom prst="roundRect">
            <a:avLst>
              <a:gd name="adj" fmla="val 50000"/>
            </a:avLst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7927" tIns="161636" rIns="387927" bIns="161636" rtlCol="0" anchor="ctr"/>
          <a:lstStyle/>
          <a:p>
            <a:pPr algn="ctr"/>
            <a:r>
              <a:rPr lang="pt-BR" sz="6618">
                <a:solidFill>
                  <a:srgbClr val="FFFFFF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CB8C276-83B9-9DF3-A172-5C10C2E646D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524000" y="7532024"/>
            <a:ext cx="14547273" cy="19396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2327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1200" tIns="161636" rIns="387927" bIns="161636" rtlCol="0" anchor="ctr">
            <a:noAutofit/>
          </a:bodyPr>
          <a:lstStyle/>
          <a:p>
            <a:r>
              <a:rPr lang="pt-BR" sz="4582">
                <a:solidFill>
                  <a:srgbClr val="14161B"/>
                </a:solidFill>
                <a:latin typeface="Roboto" panose="02000000000000000000" pitchFamily="2" charset="0"/>
              </a:rPr>
              <a:t>expirada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30D76DD-8694-8155-22A9-A293000942C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16394545" y="8501842"/>
            <a:ext cx="2262909" cy="0"/>
          </a:xfrm>
          <a:prstGeom prst="line">
            <a:avLst/>
          </a:prstGeom>
          <a:ln w="64655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C969EAD-AA0B-203B-C933-6F75E46D28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8980727" y="7532024"/>
            <a:ext cx="3879273" cy="193963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7927" tIns="161636" rIns="387927" bIns="161636" rtlCol="0" anchor="ctr"/>
          <a:lstStyle/>
          <a:p>
            <a:pPr algn="ctr"/>
            <a:r>
              <a:rPr lang="pt-BR" sz="6618">
                <a:solidFill>
                  <a:srgbClr val="FFFFFF"/>
                </a:solidFill>
                <a:latin typeface="Encode Sans SemiBold" pitchFamily="2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3867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8790B6E-CE90-E567-2A36-D25D1D7F9D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738909" y="1292052"/>
            <a:ext cx="25861818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145">
                <a:solidFill>
                  <a:srgbClr val="14161B"/>
                </a:solidFill>
                <a:latin typeface="Ubuntu Mono" panose="020B0309030602030204" pitchFamily="49" charset="0"/>
              </a:rPr>
              <a:t>ciclo_pergunta_resposta_resolvido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853691-796D-2804-9430-ED8F18C968C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77455" y="3167842"/>
            <a:ext cx="22629092" cy="9698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73">
                <a:solidFill>
                  <a:srgbClr val="5B6070"/>
                </a:solidFill>
                <a:latin typeface="Roboto" panose="02000000000000000000" pitchFamily="2" charset="0"/>
              </a:rPr>
              <a:t>O juiz só lê o status. Quem decidiu foi o produto.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DE7F680-0372-FE17-CD16-4594501982A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4945842"/>
            <a:ext cx="14547273" cy="19396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2327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1200" tIns="161636" rIns="387927" bIns="161636" rtlCol="0" anchor="ctr">
            <a:noAutofit/>
          </a:bodyPr>
          <a:lstStyle/>
          <a:p>
            <a:r>
              <a:rPr lang="pt-BR" sz="4582">
                <a:solidFill>
                  <a:srgbClr val="14161B"/>
                </a:solidFill>
                <a:latin typeface="Roboto" panose="02000000000000000000" pitchFamily="2" charset="0"/>
              </a:rPr>
              <a:t>sem pendência ou completo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50C64FD-9E40-07C1-F332-DF74A9E08CE1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16394545" y="5915660"/>
            <a:ext cx="2262909" cy="0"/>
          </a:xfrm>
          <a:prstGeom prst="line">
            <a:avLst/>
          </a:prstGeom>
          <a:ln w="64655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8D90C36-6B0E-B00C-857F-D28F82A44B8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8980727" y="4945842"/>
            <a:ext cx="3879273" cy="1939636"/>
          </a:xfrm>
          <a:prstGeom prst="roundRect">
            <a:avLst>
              <a:gd name="adj" fmla="val 50000"/>
            </a:avLst>
          </a:prstGeom>
          <a:solidFill>
            <a:srgbClr val="2FB3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7927" tIns="161636" rIns="387927" bIns="161636" rtlCol="0" anchor="ctr"/>
          <a:lstStyle/>
          <a:p>
            <a:pPr algn="ctr"/>
            <a:r>
              <a:rPr lang="pt-BR" sz="6618">
                <a:solidFill>
                  <a:srgbClr val="FFFFFF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CB8C276-83B9-9DF3-A172-5C10C2E646D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524000" y="7532024"/>
            <a:ext cx="14547273" cy="19396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2327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1200" tIns="161636" rIns="387927" bIns="161636" rtlCol="0" anchor="ctr">
            <a:noAutofit/>
          </a:bodyPr>
          <a:lstStyle/>
          <a:p>
            <a:r>
              <a:rPr lang="pt-BR" sz="4582">
                <a:solidFill>
                  <a:srgbClr val="14161B"/>
                </a:solidFill>
                <a:latin typeface="Roboto" panose="02000000000000000000" pitchFamily="2" charset="0"/>
              </a:rPr>
              <a:t>expirada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30D76DD-8694-8155-22A9-A293000942C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16394545" y="8501842"/>
            <a:ext cx="2262909" cy="0"/>
          </a:xfrm>
          <a:prstGeom prst="line">
            <a:avLst/>
          </a:prstGeom>
          <a:ln w="64655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C969EAD-AA0B-203B-C933-6F75E46D28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8980727" y="7532024"/>
            <a:ext cx="3879273" cy="193963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7927" tIns="161636" rIns="387927" bIns="161636" rtlCol="0" anchor="ctr"/>
          <a:lstStyle/>
          <a:p>
            <a:pPr algn="ctr"/>
            <a:r>
              <a:rPr lang="pt-BR" sz="6618">
                <a:solidFill>
                  <a:srgbClr val="FFFFFF"/>
                </a:solidFill>
                <a:latin typeface="Encode Sans SemiBold" pitchFamily="2" charset="0"/>
              </a:rPr>
              <a:t>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DC4B314-D1DB-2AF9-1C8B-C70AC8F8A9A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524000" y="10118206"/>
            <a:ext cx="14547273" cy="19396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2327">
            <a:solidFill>
              <a:srgbClr val="D9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1200" tIns="161636" rIns="387927" bIns="161636" rtlCol="0" anchor="ctr">
            <a:noAutofit/>
          </a:bodyPr>
          <a:lstStyle/>
          <a:p>
            <a:r>
              <a:rPr lang="pt-BR" sz="4582">
                <a:solidFill>
                  <a:srgbClr val="14161B"/>
                </a:solidFill>
                <a:latin typeface="Roboto" panose="02000000000000000000" pitchFamily="2" charset="0"/>
              </a:rPr>
              <a:t>ainda aguardando_porcoes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7C736C7-2B9F-1E8A-B5D6-E452F887E1D9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16394545" y="11088024"/>
            <a:ext cx="2262909" cy="0"/>
          </a:xfrm>
          <a:prstGeom prst="line">
            <a:avLst/>
          </a:prstGeom>
          <a:ln w="64655">
            <a:solidFill>
              <a:srgbClr val="8A8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96C3736-43F4-C748-06CE-0ED05DD6CAB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8980727" y="10118206"/>
            <a:ext cx="3879273" cy="1939636"/>
          </a:xfrm>
          <a:prstGeom prst="roundRect">
            <a:avLst>
              <a:gd name="adj" fmla="val 50000"/>
            </a:avLst>
          </a:prstGeom>
          <a:solidFill>
            <a:srgbClr val="8A8FA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7927" tIns="161636" rIns="387927" bIns="161636" rtlCol="0" anchor="ctr"/>
          <a:lstStyle/>
          <a:p>
            <a:pPr algn="ctr"/>
            <a:r>
              <a:rPr lang="pt-BR" sz="6618">
                <a:solidFill>
                  <a:srgbClr val="FFFFFF"/>
                </a:solidFill>
                <a:latin typeface="Encode Sans SemiBold" pitchFamily="2" charset="0"/>
              </a:rPr>
              <a:t>pula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97881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F68BB0F-47F4-0167-D7DE-67C547D60B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50462" y="1407746"/>
            <a:ext cx="21883077" cy="1504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892">
                <a:solidFill>
                  <a:srgbClr val="FFFFFF"/>
                </a:solidFill>
                <a:latin typeface="Encode Sans SemiBold" pitchFamily="2" charset="0"/>
              </a:rPr>
              <a:t>Mesmo critério. Antes e depois.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D868B1B-9C39-DBB8-7A16-E460FC77049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03943"/>
            <a:ext cx="6564923" cy="8206154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7354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474" tIns="49237" rIns="98474" bIns="49237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563E9F1-03AE-6563-95CB-A71EACBD68A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34308" y="4282635"/>
            <a:ext cx="5744308" cy="6017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15" spc="300">
                <a:solidFill>
                  <a:srgbClr val="8A8FA0"/>
                </a:solidFill>
                <a:latin typeface="Encode Sans" pitchFamily="2" charset="0"/>
              </a:rPr>
              <a:t>ANTES · 14/09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B8F4F7-1BCB-04CF-8CCE-6F83A7A4D09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34308" y="5034866"/>
            <a:ext cx="5744308" cy="9573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92">
                <a:solidFill>
                  <a:srgbClr val="FFFFFF"/>
                </a:solidFill>
                <a:latin typeface="Encode Sans SemiBold" pitchFamily="2" charset="0"/>
              </a:rPr>
              <a:t>hambúrguer de patinho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98840C-F454-67FD-E763-C6778492239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34308" y="6129020"/>
            <a:ext cx="5744308" cy="355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3262">
                <a:solidFill>
                  <a:srgbClr val="E5484D"/>
                </a:solidFill>
                <a:latin typeface="Encode Sans SemiBold" pitchFamily="2" charset="0"/>
              </a:rPr>
              <a:t>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FE40C8-6F32-C5D4-1175-8895DFFF1BB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934308" y="10095328"/>
            <a:ext cx="5744308" cy="1504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446">
                <a:solidFill>
                  <a:srgbClr val="C9CCD6"/>
                </a:solidFill>
                <a:latin typeface="Roboto" panose="02000000000000000000" pitchFamily="2" charset="0"/>
              </a:rPr>
              <a:t>linha inserida à mão, timestamp real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17885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F68BB0F-47F4-0167-D7DE-67C547D60B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50462" y="1407746"/>
            <a:ext cx="21883077" cy="1504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892">
                <a:solidFill>
                  <a:srgbClr val="FFFFFF"/>
                </a:solidFill>
                <a:latin typeface="Encode Sans SemiBold" pitchFamily="2" charset="0"/>
              </a:rPr>
              <a:t>Mesmo critério. Antes e depois.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D868B1B-9C39-DBB8-7A16-E460FC77049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03943"/>
            <a:ext cx="6564923" cy="8206154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7354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474" tIns="49237" rIns="98474" bIns="49237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563E9F1-03AE-6563-95CB-A71EACBD68A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34308" y="4282635"/>
            <a:ext cx="5744308" cy="6017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15" spc="300">
                <a:solidFill>
                  <a:srgbClr val="8A8FA0"/>
                </a:solidFill>
                <a:latin typeface="Encode Sans" pitchFamily="2" charset="0"/>
              </a:rPr>
              <a:t>ANTES · 14/09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B8F4F7-1BCB-04CF-8CCE-6F83A7A4D09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34308" y="5034866"/>
            <a:ext cx="5744308" cy="9573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92">
                <a:solidFill>
                  <a:srgbClr val="FFFFFF"/>
                </a:solidFill>
                <a:latin typeface="Encode Sans SemiBold" pitchFamily="2" charset="0"/>
              </a:rPr>
              <a:t>hambúrguer de patinho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98840C-F454-67FD-E763-C6778492239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34308" y="6129020"/>
            <a:ext cx="5744308" cy="355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3262">
                <a:solidFill>
                  <a:srgbClr val="E5484D"/>
                </a:solidFill>
                <a:latin typeface="Encode Sans SemiBold" pitchFamily="2" charset="0"/>
              </a:rPr>
              <a:t>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FE40C8-6F32-C5D4-1175-8895DFFF1BB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934308" y="10095328"/>
            <a:ext cx="5744308" cy="1504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446">
                <a:solidFill>
                  <a:srgbClr val="C9CCD6"/>
                </a:solidFill>
                <a:latin typeface="Roboto" panose="02000000000000000000" pitchFamily="2" charset="0"/>
              </a:rPr>
              <a:t>linha inserida à mão, timestamp real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0B7E220-659D-E296-2CC6-BA52D6B8F7C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909538" y="3803943"/>
            <a:ext cx="6564923" cy="8206154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7354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474" tIns="49237" rIns="98474" bIns="49237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2B995A4-4862-F69F-F305-EB404743B67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319846" y="4282635"/>
            <a:ext cx="5744308" cy="6017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15" spc="300">
                <a:solidFill>
                  <a:srgbClr val="8A8FA0"/>
                </a:solidFill>
                <a:latin typeface="Encode Sans" pitchFamily="2" charset="0"/>
              </a:rPr>
              <a:t>DEPOIS · ao vivo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36DF61-9A9B-4DB2-2333-82EA681620E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319846" y="5034866"/>
            <a:ext cx="5744308" cy="9573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92">
                <a:solidFill>
                  <a:srgbClr val="FFFFFF"/>
                </a:solidFill>
                <a:latin typeface="Encode Sans SemiBold" pitchFamily="2" charset="0"/>
              </a:rPr>
              <a:t>frango desfiado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6BB566-1195-E9D6-C39F-41E02DE7E22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319846" y="6129020"/>
            <a:ext cx="5744308" cy="355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3262">
                <a:solidFill>
                  <a:srgbClr val="2FB36B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EF2742-A6D2-8EC1-E6ED-91A4437DAAC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319846" y="10095328"/>
            <a:ext cx="5744308" cy="1504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446">
                <a:solidFill>
                  <a:srgbClr val="C9CCD6"/>
                </a:solidFill>
                <a:latin typeface="Roboto" panose="02000000000000000000" pitchFamily="2" charset="0"/>
              </a:rPr>
              <a:t>resolvido pela resposta seguinte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23911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F68BB0F-47F4-0167-D7DE-67C547D60B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50462" y="1407746"/>
            <a:ext cx="21883077" cy="1504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6892">
                <a:solidFill>
                  <a:srgbClr val="FFFFFF"/>
                </a:solidFill>
                <a:latin typeface="Encode Sans SemiBold" pitchFamily="2" charset="0"/>
              </a:rPr>
              <a:t>Mesmo critério. Antes e depois.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D868B1B-9C39-DBB8-7A16-E460FC77049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3803943"/>
            <a:ext cx="6564923" cy="8206154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7354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474" tIns="49237" rIns="98474" bIns="49237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563E9F1-03AE-6563-95CB-A71EACBD68A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34308" y="4282635"/>
            <a:ext cx="5744308" cy="6017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15" spc="300">
                <a:solidFill>
                  <a:srgbClr val="8A8FA0"/>
                </a:solidFill>
                <a:latin typeface="Encode Sans" pitchFamily="2" charset="0"/>
              </a:rPr>
              <a:t>ANTES · 14/09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B8F4F7-1BCB-04CF-8CCE-6F83A7A4D09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34308" y="5034866"/>
            <a:ext cx="5744308" cy="9573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92">
                <a:solidFill>
                  <a:srgbClr val="FFFFFF"/>
                </a:solidFill>
                <a:latin typeface="Encode Sans SemiBold" pitchFamily="2" charset="0"/>
              </a:rPr>
              <a:t>hambúrguer de patinho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98840C-F454-67FD-E763-C6778492239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34308" y="6129020"/>
            <a:ext cx="5744308" cy="355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3262">
                <a:solidFill>
                  <a:srgbClr val="E5484D"/>
                </a:solidFill>
                <a:latin typeface="Encode Sans SemiBold" pitchFamily="2" charset="0"/>
              </a:rPr>
              <a:t>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FE40C8-6F32-C5D4-1175-8895DFFF1BB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934308" y="10095328"/>
            <a:ext cx="5744308" cy="1504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446">
                <a:solidFill>
                  <a:srgbClr val="C9CCD6"/>
                </a:solidFill>
                <a:latin typeface="Roboto" panose="02000000000000000000" pitchFamily="2" charset="0"/>
              </a:rPr>
              <a:t>linha inserida à mão, timestamp real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0B7E220-659D-E296-2CC6-BA52D6B8F7C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909538" y="3803943"/>
            <a:ext cx="6564923" cy="8206154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7354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474" tIns="49237" rIns="98474" bIns="49237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2B995A4-4862-F69F-F305-EB404743B67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319846" y="4282635"/>
            <a:ext cx="5744308" cy="6017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15" spc="300">
                <a:solidFill>
                  <a:srgbClr val="8A8FA0"/>
                </a:solidFill>
                <a:latin typeface="Encode Sans" pitchFamily="2" charset="0"/>
              </a:rPr>
              <a:t>DEPOIS · ao vivo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36DF61-9A9B-4DB2-2333-82EA681620E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319846" y="5034866"/>
            <a:ext cx="5744308" cy="9573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92">
                <a:solidFill>
                  <a:srgbClr val="FFFFFF"/>
                </a:solidFill>
                <a:latin typeface="Encode Sans SemiBold" pitchFamily="2" charset="0"/>
              </a:rPr>
              <a:t>frango desfiado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6BB566-1195-E9D6-C39F-41E02DE7E22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319846" y="6129020"/>
            <a:ext cx="5744308" cy="355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3262">
                <a:solidFill>
                  <a:srgbClr val="2FB36B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EF2742-A6D2-8EC1-E6ED-91A4437DAAC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319846" y="10095328"/>
            <a:ext cx="5744308" cy="1504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446">
                <a:solidFill>
                  <a:srgbClr val="C9CCD6"/>
                </a:solidFill>
                <a:latin typeface="Roboto" panose="02000000000000000000" pitchFamily="2" charset="0"/>
              </a:rPr>
              <a:t>resolvido pela resposta seguinte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8F4691C-26BC-95D9-DAB0-042B5F091E5E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6295077" y="3803943"/>
            <a:ext cx="6564923" cy="8206154"/>
          </a:xfrm>
          <a:prstGeom prst="roundRect">
            <a:avLst>
              <a:gd name="adj" fmla="val 6000"/>
            </a:avLst>
          </a:prstGeom>
          <a:solidFill>
            <a:srgbClr val="15171D"/>
          </a:solidFill>
          <a:ln w="27354">
            <a:solidFill>
              <a:srgbClr val="2C3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474" tIns="49237" rIns="98474" bIns="49237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19E7A38-172D-0A96-74E1-01228BC17B11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6705385" y="4282635"/>
            <a:ext cx="5744308" cy="6017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015" spc="300">
                <a:solidFill>
                  <a:srgbClr val="8A8FA0"/>
                </a:solidFill>
                <a:latin typeface="Encode Sans" pitchFamily="2" charset="0"/>
              </a:rPr>
              <a:t>DEPOIS · sem resposta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4E1CB4-AAF6-B7E7-2FB4-DDAF5ED96F99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6705385" y="5034866"/>
            <a:ext cx="5744308" cy="9573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92">
                <a:solidFill>
                  <a:srgbClr val="FFFFFF"/>
                </a:solidFill>
                <a:latin typeface="Encode Sans SemiBold" pitchFamily="2" charset="0"/>
              </a:rPr>
              <a:t>sopa de abóbora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2B4FF38-9C0B-3869-7CD1-246E25C41D3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6705385" y="6129020"/>
            <a:ext cx="5744308" cy="355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23262">
                <a:solidFill>
                  <a:srgbClr val="E5484D"/>
                </a:solidFill>
                <a:latin typeface="Encode Sans SemiBold" pitchFamily="2" charset="0"/>
              </a:rPr>
              <a:t>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70E640B-8B39-5557-96F9-7CD26CEA4D1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6705385" y="10095328"/>
            <a:ext cx="5744308" cy="15044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3446">
                <a:solidFill>
                  <a:srgbClr val="C9CCD6"/>
                </a:solidFill>
                <a:latin typeface="Roboto" panose="02000000000000000000" pitchFamily="2" charset="0"/>
              </a:rPr>
              <a:t>o eval funcionando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48520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3de5a4e7f_0_43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3de5a4e7f_0_4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f3de5a4e7f_0_4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f3de5a4e7f_0_43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0419" y="-144842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80C7941-B6A9-0AB2-ECA3-A392CDAD36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78000" y="3505200"/>
            <a:ext cx="20828000" cy="635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4.5</a:t>
            </a:r>
          </a:p>
          <a:p>
            <a:pPr algn="ctr"/>
            <a:r>
              <a:rPr lang="pt-BR" sz="11200">
                <a:solidFill>
                  <a:srgbClr val="FFFFFF"/>
                </a:solidFill>
                <a:latin typeface="Encode Sans" pitchFamily="2" charset="0"/>
              </a:rPr>
              <a:t>O que aprendemos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66280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EB6C41-92AF-1C99-C075-7653F818C0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93650" y="3710992"/>
            <a:ext cx="17596701" cy="14297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74">
                <a:solidFill>
                  <a:srgbClr val="FFFFFF"/>
                </a:solidFill>
                <a:latin typeface="Encode Sans SemiBold" pitchFamily="2" charset="0"/>
              </a:rPr>
              <a:t>O ciclo desta aula</a:t>
            </a:r>
          </a:p>
        </p:txBody>
      </p:sp>
      <p:sp>
        <p:nvSpPr>
          <p:cNvPr id="3" name="Seta: Divisa 2">
            <a:extLst>
              <a:ext uri="{FF2B5EF4-FFF2-40B4-BE49-F238E27FC236}">
                <a16:creationId xmlns:a16="http://schemas.microsoft.com/office/drawing/2014/main" id="{F115359F-56A8-9A0B-ED72-3EEB78936A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3810">
                <a:solidFill>
                  <a:srgbClr val="FFFFFF"/>
                </a:solidFill>
                <a:latin typeface="Encode Sans SemiBold" pitchFamily="2" charset="0"/>
              </a:rPr>
              <a:t>Observar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10883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EB6C41-92AF-1C99-C075-7653F818C0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93650" y="3710992"/>
            <a:ext cx="17596701" cy="14297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74">
                <a:solidFill>
                  <a:srgbClr val="FFFFFF"/>
                </a:solidFill>
                <a:latin typeface="Encode Sans SemiBold" pitchFamily="2" charset="0"/>
              </a:rPr>
              <a:t>O ciclo desta aula</a:t>
            </a:r>
          </a:p>
        </p:txBody>
      </p:sp>
      <p:sp>
        <p:nvSpPr>
          <p:cNvPr id="3" name="Seta: Divisa 2">
            <a:extLst>
              <a:ext uri="{FF2B5EF4-FFF2-40B4-BE49-F238E27FC236}">
                <a16:creationId xmlns:a16="http://schemas.microsoft.com/office/drawing/2014/main" id="{F115359F-56A8-9A0B-ED72-3EEB78936A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3810">
                <a:solidFill>
                  <a:srgbClr val="FFFFFF"/>
                </a:solidFill>
                <a:latin typeface="Encode Sans SemiBold" pitchFamily="2" charset="0"/>
              </a:rPr>
              <a:t>Observar</a:t>
            </a:r>
          </a:p>
        </p:txBody>
      </p:sp>
      <p:sp>
        <p:nvSpPr>
          <p:cNvPr id="4" name="Seta: Divisa 3">
            <a:extLst>
              <a:ext uri="{FF2B5EF4-FFF2-40B4-BE49-F238E27FC236}">
                <a16:creationId xmlns:a16="http://schemas.microsoft.com/office/drawing/2014/main" id="{3E032D64-5083-280C-22CC-3388F7784D9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03217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3464">
                <a:solidFill>
                  <a:srgbClr val="FFFFFF"/>
                </a:solidFill>
                <a:latin typeface="Encode Sans SemiBold" pitchFamily="2" charset="0"/>
              </a:rPr>
              <a:t>Diagnosticar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86880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EB6C41-92AF-1C99-C075-7653F818C0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93650" y="3710992"/>
            <a:ext cx="17596701" cy="14297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74">
                <a:solidFill>
                  <a:srgbClr val="FFFFFF"/>
                </a:solidFill>
                <a:latin typeface="Encode Sans SemiBold" pitchFamily="2" charset="0"/>
              </a:rPr>
              <a:t>O ciclo desta aula</a:t>
            </a:r>
          </a:p>
        </p:txBody>
      </p:sp>
      <p:sp>
        <p:nvSpPr>
          <p:cNvPr id="3" name="Seta: Divisa 2">
            <a:extLst>
              <a:ext uri="{FF2B5EF4-FFF2-40B4-BE49-F238E27FC236}">
                <a16:creationId xmlns:a16="http://schemas.microsoft.com/office/drawing/2014/main" id="{F115359F-56A8-9A0B-ED72-3EEB78936A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3810">
                <a:solidFill>
                  <a:srgbClr val="FFFFFF"/>
                </a:solidFill>
                <a:latin typeface="Encode Sans SemiBold" pitchFamily="2" charset="0"/>
              </a:rPr>
              <a:t>Observar</a:t>
            </a:r>
          </a:p>
        </p:txBody>
      </p:sp>
      <p:sp>
        <p:nvSpPr>
          <p:cNvPr id="4" name="Seta: Divisa 3">
            <a:extLst>
              <a:ext uri="{FF2B5EF4-FFF2-40B4-BE49-F238E27FC236}">
                <a16:creationId xmlns:a16="http://schemas.microsoft.com/office/drawing/2014/main" id="{3E032D64-5083-280C-22CC-3388F7784D9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03217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3464">
                <a:solidFill>
                  <a:srgbClr val="FFFFFF"/>
                </a:solidFill>
                <a:latin typeface="Encode Sans SemiBold" pitchFamily="2" charset="0"/>
              </a:rPr>
              <a:t>Diagnosticar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B8C30ED5-DEF2-0B03-F3B7-182A01A779D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9882433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4330">
                <a:solidFill>
                  <a:srgbClr val="FFFFFF"/>
                </a:solidFill>
                <a:latin typeface="Encode Sans SemiBold" pitchFamily="2" charset="0"/>
              </a:rPr>
              <a:t>Decidir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41032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EB6C41-92AF-1C99-C075-7653F818C0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93650" y="3710992"/>
            <a:ext cx="17596701" cy="14297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74">
                <a:solidFill>
                  <a:srgbClr val="FFFFFF"/>
                </a:solidFill>
                <a:latin typeface="Encode Sans SemiBold" pitchFamily="2" charset="0"/>
              </a:rPr>
              <a:t>O ciclo desta aula</a:t>
            </a:r>
          </a:p>
        </p:txBody>
      </p:sp>
      <p:sp>
        <p:nvSpPr>
          <p:cNvPr id="3" name="Seta: Divisa 2">
            <a:extLst>
              <a:ext uri="{FF2B5EF4-FFF2-40B4-BE49-F238E27FC236}">
                <a16:creationId xmlns:a16="http://schemas.microsoft.com/office/drawing/2014/main" id="{F115359F-56A8-9A0B-ED72-3EEB78936A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3810">
                <a:solidFill>
                  <a:srgbClr val="FFFFFF"/>
                </a:solidFill>
                <a:latin typeface="Encode Sans SemiBold" pitchFamily="2" charset="0"/>
              </a:rPr>
              <a:t>Observar</a:t>
            </a:r>
          </a:p>
        </p:txBody>
      </p:sp>
      <p:sp>
        <p:nvSpPr>
          <p:cNvPr id="4" name="Seta: Divisa 3">
            <a:extLst>
              <a:ext uri="{FF2B5EF4-FFF2-40B4-BE49-F238E27FC236}">
                <a16:creationId xmlns:a16="http://schemas.microsoft.com/office/drawing/2014/main" id="{3E032D64-5083-280C-22CC-3388F7784D9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03217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3464">
                <a:solidFill>
                  <a:srgbClr val="FFFFFF"/>
                </a:solidFill>
                <a:latin typeface="Encode Sans SemiBold" pitchFamily="2" charset="0"/>
              </a:rPr>
              <a:t>Diagnosticar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B8C30ED5-DEF2-0B03-F3B7-182A01A779D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9882433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4330">
                <a:solidFill>
                  <a:srgbClr val="FFFFFF"/>
                </a:solidFill>
                <a:latin typeface="Encode Sans SemiBold" pitchFamily="2" charset="0"/>
              </a:rPr>
              <a:t>Decidir</a:t>
            </a:r>
          </a:p>
        </p:txBody>
      </p:sp>
      <p:sp>
        <p:nvSpPr>
          <p:cNvPr id="6" name="Seta: Divisa 5">
            <a:extLst>
              <a:ext uri="{FF2B5EF4-FFF2-40B4-BE49-F238E27FC236}">
                <a16:creationId xmlns:a16="http://schemas.microsoft.com/office/drawing/2014/main" id="{3504574D-7BF9-C037-6742-F9F17D3AAF4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4061650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4330">
                <a:solidFill>
                  <a:srgbClr val="FFFFFF"/>
                </a:solidFill>
                <a:latin typeface="Encode Sans SemiBold" pitchFamily="2" charset="0"/>
              </a:rPr>
              <a:t>Corrigir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03454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a0f14fdb3_0_167" descr="Ícone&#10;&#10;O conteúdo gerado por IA pode estar incorreto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a0f14fdb3_0_167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EB6C41-92AF-1C99-C075-7653F818C0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93650" y="3710992"/>
            <a:ext cx="17596701" cy="14297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274">
                <a:solidFill>
                  <a:srgbClr val="FFFFFF"/>
                </a:solidFill>
                <a:latin typeface="Encode Sans SemiBold" pitchFamily="2" charset="0"/>
              </a:rPr>
              <a:t>O ciclo desta aula</a:t>
            </a:r>
          </a:p>
        </p:txBody>
      </p:sp>
      <p:sp>
        <p:nvSpPr>
          <p:cNvPr id="3" name="Seta: Divisa 2">
            <a:extLst>
              <a:ext uri="{FF2B5EF4-FFF2-40B4-BE49-F238E27FC236}">
                <a16:creationId xmlns:a16="http://schemas.microsoft.com/office/drawing/2014/main" id="{F115359F-56A8-9A0B-ED72-3EEB78936A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4000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3810">
                <a:solidFill>
                  <a:srgbClr val="FFFFFF"/>
                </a:solidFill>
                <a:latin typeface="Encode Sans SemiBold" pitchFamily="2" charset="0"/>
              </a:rPr>
              <a:t>Observar</a:t>
            </a:r>
          </a:p>
        </p:txBody>
      </p:sp>
      <p:sp>
        <p:nvSpPr>
          <p:cNvPr id="4" name="Seta: Divisa 3">
            <a:extLst>
              <a:ext uri="{FF2B5EF4-FFF2-40B4-BE49-F238E27FC236}">
                <a16:creationId xmlns:a16="http://schemas.microsoft.com/office/drawing/2014/main" id="{3E032D64-5083-280C-22CC-3388F7784D9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03217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3464">
                <a:solidFill>
                  <a:srgbClr val="FFFFFF"/>
                </a:solidFill>
                <a:latin typeface="Encode Sans SemiBold" pitchFamily="2" charset="0"/>
              </a:rPr>
              <a:t>Diagnosticar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B8C30ED5-DEF2-0B03-F3B7-182A01A779D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9882433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4330">
                <a:solidFill>
                  <a:srgbClr val="FFFFFF"/>
                </a:solidFill>
                <a:latin typeface="Encode Sans SemiBold" pitchFamily="2" charset="0"/>
              </a:rPr>
              <a:t>Decidir</a:t>
            </a:r>
          </a:p>
        </p:txBody>
      </p:sp>
      <p:sp>
        <p:nvSpPr>
          <p:cNvPr id="6" name="Seta: Divisa 5">
            <a:extLst>
              <a:ext uri="{FF2B5EF4-FFF2-40B4-BE49-F238E27FC236}">
                <a16:creationId xmlns:a16="http://schemas.microsoft.com/office/drawing/2014/main" id="{3504574D-7BF9-C037-6742-F9F17D3AAF4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4061650" y="6997674"/>
            <a:ext cx="4619134" cy="2859464"/>
          </a:xfrm>
          <a:prstGeom prst="chevron">
            <a:avLst/>
          </a:prstGeom>
          <a:solidFill>
            <a:srgbClr val="052FD3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4330">
                <a:solidFill>
                  <a:srgbClr val="FFFFFF"/>
                </a:solidFill>
                <a:latin typeface="Encode Sans SemiBold" pitchFamily="2" charset="0"/>
              </a:rPr>
              <a:t>Corrigir</a:t>
            </a:r>
          </a:p>
        </p:txBody>
      </p:sp>
      <p:sp>
        <p:nvSpPr>
          <p:cNvPr id="7" name="Seta: Divisa 6">
            <a:extLst>
              <a:ext uri="{FF2B5EF4-FFF2-40B4-BE49-F238E27FC236}">
                <a16:creationId xmlns:a16="http://schemas.microsoft.com/office/drawing/2014/main" id="{EA01B179-2239-A423-3E26-C0BC2B193F2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8240866" y="6997674"/>
            <a:ext cx="4619134" cy="2859464"/>
          </a:xfrm>
          <a:prstGeom prst="chevron">
            <a:avLst/>
          </a:prstGeom>
          <a:solidFill>
            <a:srgbClr val="FFFFFF"/>
          </a:solidFill>
          <a:ln w="65988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69856" tIns="109979" rIns="329938" bIns="109979" rtlCol="0" anchor="ctr">
            <a:noAutofit/>
          </a:bodyPr>
          <a:lstStyle/>
          <a:p>
            <a:pPr algn="ctr"/>
            <a:r>
              <a:rPr lang="pt-BR" sz="4330">
                <a:solidFill>
                  <a:srgbClr val="052FD3"/>
                </a:solidFill>
                <a:latin typeface="Encode Sans SemiBold" pitchFamily="2" charset="0"/>
              </a:rPr>
              <a:t>Provar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84379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6102A4-98EC-43B7-30BB-CBDE5AA1C34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2290" y="1267959"/>
            <a:ext cx="24019419" cy="195157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565">
                <a:solidFill>
                  <a:srgbClr val="14161B"/>
                </a:solidFill>
                <a:latin typeface="Encode Sans SemiBold" pitchFamily="2" charset="0"/>
              </a:rPr>
              <a:t>Toda correção cria uma coisa nova pra observar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B400F3C-C22E-5A68-3CA3-495BD247573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164831" y="4505598"/>
            <a:ext cx="1651335" cy="1651335"/>
          </a:xfrm>
          <a:prstGeom prst="ellipse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50121" rIns="0" bIns="150121" rtlCol="0" anchor="ctr"/>
          <a:lstStyle/>
          <a:p>
            <a:pPr algn="ctr"/>
            <a:r>
              <a:rPr lang="pt-BR" sz="6147">
                <a:solidFill>
                  <a:srgbClr val="FFFFFF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560951-2586-1845-0284-E0F2B36175A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566773" y="4385501"/>
            <a:ext cx="17414080" cy="1050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5910">
                <a:solidFill>
                  <a:srgbClr val="14161B"/>
                </a:solidFill>
                <a:latin typeface="Encode Sans SemiBold" pitchFamily="2" charset="0"/>
              </a:rPr>
              <a:t>Uma janela de 20 minutos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CB6309-8A48-8005-BBAD-09F0733F801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66773" y="5466375"/>
            <a:ext cx="17414080" cy="9007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4492">
                <a:solidFill>
                  <a:srgbClr val="5B6070"/>
                </a:solidFill>
                <a:latin typeface="Roboto" panose="02000000000000000000" pitchFamily="2" charset="0"/>
              </a:rPr>
              <a:t>é aposta, não verdade. O dado de uso confirma ou derruba.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34945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6102A4-98EC-43B7-30BB-CBDE5AA1C34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2290" y="1267959"/>
            <a:ext cx="24019419" cy="195157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565">
                <a:solidFill>
                  <a:srgbClr val="14161B"/>
                </a:solidFill>
                <a:latin typeface="Encode Sans SemiBold" pitchFamily="2" charset="0"/>
              </a:rPr>
              <a:t>Toda correção cria uma coisa nova pra observar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B400F3C-C22E-5A68-3CA3-495BD247573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164831" y="4505598"/>
            <a:ext cx="1651335" cy="1651335"/>
          </a:xfrm>
          <a:prstGeom prst="ellipse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50121" rIns="0" bIns="150121" rtlCol="0" anchor="ctr"/>
          <a:lstStyle/>
          <a:p>
            <a:pPr algn="ctr"/>
            <a:r>
              <a:rPr lang="pt-BR" sz="6147">
                <a:solidFill>
                  <a:srgbClr val="FFFFFF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560951-2586-1845-0284-E0F2B36175A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566773" y="4385501"/>
            <a:ext cx="17414080" cy="1050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5910">
                <a:solidFill>
                  <a:srgbClr val="14161B"/>
                </a:solidFill>
                <a:latin typeface="Encode Sans SemiBold" pitchFamily="2" charset="0"/>
              </a:rPr>
              <a:t>Uma janela de 20 minutos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CB6309-8A48-8005-BBAD-09F0733F801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66773" y="5466375"/>
            <a:ext cx="17414080" cy="9007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4492">
                <a:solidFill>
                  <a:srgbClr val="5B6070"/>
                </a:solidFill>
                <a:latin typeface="Roboto" panose="02000000000000000000" pitchFamily="2" charset="0"/>
              </a:rPr>
              <a:t>é aposta, não verdade. O dado de uso confirma ou derruba.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40EBE6E-7726-6DA7-0714-EA3863AA495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64831" y="7357904"/>
            <a:ext cx="1651335" cy="1651335"/>
          </a:xfrm>
          <a:prstGeom prst="ellipse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50121" rIns="0" bIns="150121" rtlCol="0" anchor="ctr"/>
          <a:lstStyle/>
          <a:p>
            <a:pPr algn="ctr"/>
            <a:r>
              <a:rPr lang="pt-BR" sz="6147">
                <a:solidFill>
                  <a:srgbClr val="FFFFFF"/>
                </a:solidFill>
                <a:latin typeface="Encode Sans SemiBold" pitchFamily="2" charset="0"/>
              </a:rPr>
              <a:t>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661A56-EA62-A226-A2A4-7B2C6A415E8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566773" y="7237807"/>
            <a:ext cx="17414080" cy="1050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5910">
                <a:solidFill>
                  <a:srgbClr val="14161B"/>
                </a:solidFill>
                <a:latin typeface="Encode Sans SemiBold" pitchFamily="2" charset="0"/>
              </a:rPr>
              <a:t>Um aviso de “não concluída”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6F74FD6-C8F3-0E92-8869-50D138ABB8D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566773" y="8318681"/>
            <a:ext cx="17414080" cy="9007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4492">
                <a:solidFill>
                  <a:srgbClr val="5B6070"/>
                </a:solidFill>
                <a:latin typeface="Roboto" panose="02000000000000000000" pitchFamily="2" charset="0"/>
              </a:rPr>
              <a:t>é honesto, mas agora alguém precisa ler.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88327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6efaed406_0_171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f6efaed406_0_171" descr=" 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f6efaed406_0_171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f6efaed406_0_171" descr=" 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f6efaed406_0_171" descr="Ícone&#10;&#10;O conteúdo gerado por IA pode estar incorreto.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6102A4-98EC-43B7-30BB-CBDE5AA1C34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2290" y="1267959"/>
            <a:ext cx="24019419" cy="195157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7565">
                <a:solidFill>
                  <a:srgbClr val="14161B"/>
                </a:solidFill>
                <a:latin typeface="Encode Sans SemiBold" pitchFamily="2" charset="0"/>
              </a:rPr>
              <a:t>Toda correção cria uma coisa nova pra observar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B400F3C-C22E-5A68-3CA3-495BD247573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164831" y="4505598"/>
            <a:ext cx="1651335" cy="1651335"/>
          </a:xfrm>
          <a:prstGeom prst="ellipse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50121" rIns="0" bIns="150121" rtlCol="0" anchor="ctr"/>
          <a:lstStyle/>
          <a:p>
            <a:pPr algn="ctr"/>
            <a:r>
              <a:rPr lang="pt-BR" sz="6147">
                <a:solidFill>
                  <a:srgbClr val="FFFFFF"/>
                </a:solidFill>
                <a:latin typeface="Encode Sans SemiBold" pitchFamily="2" charset="0"/>
              </a:rPr>
              <a:t>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560951-2586-1845-0284-E0F2B36175A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566773" y="4385501"/>
            <a:ext cx="17414080" cy="1050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5910">
                <a:solidFill>
                  <a:srgbClr val="14161B"/>
                </a:solidFill>
                <a:latin typeface="Encode Sans SemiBold" pitchFamily="2" charset="0"/>
              </a:rPr>
              <a:t>Uma janela de 20 minutos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CB6309-8A48-8005-BBAD-09F0733F801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66773" y="5466375"/>
            <a:ext cx="17414080" cy="9007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4492">
                <a:solidFill>
                  <a:srgbClr val="5B6070"/>
                </a:solidFill>
                <a:latin typeface="Roboto" panose="02000000000000000000" pitchFamily="2" charset="0"/>
              </a:rPr>
              <a:t>é aposta, não verdade. O dado de uso confirma ou derruba.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40EBE6E-7726-6DA7-0714-EA3863AA495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64831" y="7357904"/>
            <a:ext cx="1651335" cy="1651335"/>
          </a:xfrm>
          <a:prstGeom prst="ellipse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50121" rIns="0" bIns="150121" rtlCol="0" anchor="ctr"/>
          <a:lstStyle/>
          <a:p>
            <a:pPr algn="ctr"/>
            <a:r>
              <a:rPr lang="pt-BR" sz="6147">
                <a:solidFill>
                  <a:srgbClr val="FFFFFF"/>
                </a:solidFill>
                <a:latin typeface="Encode Sans SemiBold" pitchFamily="2" charset="0"/>
              </a:rPr>
              <a:t>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661A56-EA62-A226-A2A4-7B2C6A415E8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566773" y="7237807"/>
            <a:ext cx="17414080" cy="1050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5910">
                <a:solidFill>
                  <a:srgbClr val="14161B"/>
                </a:solidFill>
                <a:latin typeface="Encode Sans SemiBold" pitchFamily="2" charset="0"/>
              </a:rPr>
              <a:t>Um aviso de “não concluída”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6F74FD6-C8F3-0E92-8869-50D138ABB8D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566773" y="8318681"/>
            <a:ext cx="17414080" cy="9007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4492">
                <a:solidFill>
                  <a:srgbClr val="5B6070"/>
                </a:solidFill>
                <a:latin typeface="Roboto" panose="02000000000000000000" pitchFamily="2" charset="0"/>
              </a:rPr>
              <a:t>é honesto, mas agora alguém precisa ler.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AEA5D48-7FCB-86C4-6B96-5A84922CA56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164831" y="10210210"/>
            <a:ext cx="1651335" cy="1651335"/>
          </a:xfrm>
          <a:prstGeom prst="ellipse">
            <a:avLst/>
          </a:prstGeom>
          <a:solidFill>
            <a:srgbClr val="052FD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50121" rIns="0" bIns="150121" rtlCol="0" anchor="ctr"/>
          <a:lstStyle/>
          <a:p>
            <a:pPr algn="ctr"/>
            <a:r>
              <a:rPr lang="pt-BR" sz="6147">
                <a:solidFill>
                  <a:srgbClr val="FFFFFF"/>
                </a:solidFill>
                <a:latin typeface="Encode Sans SemiBold" pitchFamily="2" charset="0"/>
              </a:rPr>
              <a:t>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7F37887-03AD-881A-341D-C1C56A136D5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566773" y="10090113"/>
            <a:ext cx="17414080" cy="1050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5910">
                <a:solidFill>
                  <a:srgbClr val="14161B"/>
                </a:solidFill>
                <a:latin typeface="Encode Sans SemiBold" pitchFamily="2" charset="0"/>
              </a:rPr>
              <a:t>“2 de 220 g e 2 de 160 g”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5ED91EC-80BF-7421-0B47-C4C4513EEC5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66773" y="11170987"/>
            <a:ext cx="17414080" cy="9007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4492">
                <a:solidFill>
                  <a:srgbClr val="5B6070"/>
                </a:solidFill>
                <a:latin typeface="Roboto" panose="02000000000000000000" pitchFamily="2" charset="0"/>
              </a:rPr>
              <a:t>ainda não fecha sozinha. Somar é do código.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36067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cap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6696" y="0"/>
            <a:ext cx="16294608" cy="13716000"/>
          </a:xfrm>
          <a:prstGeom prst="rect">
            <a:avLst/>
          </a:prstGeom>
        </p:spPr>
      </p:pic>
      <p:pic>
        <p:nvPicPr>
          <p:cNvPr id="4" name="Image 2" descr="art\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A348C00-5131-CA3F-1E57-8F770F607CF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000000">
              <a:alpha val="55000"/>
            </a:srgb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C43F8A-F67C-6585-1065-936527672BE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10880" y="2746697"/>
            <a:ext cx="25605761" cy="37555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16130">
                <a:solidFill>
                  <a:srgbClr val="FFFFFF"/>
                </a:solidFill>
                <a:latin typeface="Encode Sans SemiBold" pitchFamily="2" charset="0"/>
              </a:rPr>
              <a:t>Consertar não é o fim.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08A501E-0A50-6D5B-670C-981C96554C6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-865869" y="6806788"/>
            <a:ext cx="25605761" cy="170705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8065">
                <a:solidFill>
                  <a:srgbClr val="FFFFFF"/>
                </a:solidFill>
                <a:latin typeface="Encode Sans" pitchFamily="2" charset="0"/>
              </a:rPr>
              <a:t>É o começo do que observar.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004043C-7999-69CB-5E41-D461266E8C4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-865869" y="9538070"/>
            <a:ext cx="25605761" cy="102423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4032" spc="300">
                <a:solidFill>
                  <a:srgbClr val="C9CCD6"/>
                </a:solidFill>
                <a:latin typeface="Encode Sans" pitchFamily="2" charset="0"/>
              </a:rPr>
              <a:t>PRÓXIMA AULA: GUARDRAILS, TRANSPARÊNCIA E LGPD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27094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1"/>
  <p:tag name="LAYOUT" val="divisor"/>
  <p:tag name="BUILD" val="1/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540"/>
  <p:tag name="CAL" val="14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2"/>
  <p:tag name="LAYOUT" val="conversa"/>
  <p:tag name="BUILD" val="1/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6"/>
  <p:tag name="CAL" val="6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2"/>
  <p:tag name="LAYOUT" val="conversa"/>
  <p:tag name="BUILD" val="2/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6"/>
  <p:tag name="CAL" val="6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2"/>
  <p:tag name="LAYOUT" val="conversa"/>
  <p:tag name="BUILD" val="3/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6"/>
  <p:tag name="CAL" val="6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2"/>
  <p:tag name="LAYOUT" val="conversa"/>
  <p:tag name="BUILD" val="4/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6"/>
  <p:tag name="CAL" val="6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2"/>
  <p:tag name="LAYOUT" val="conversa"/>
  <p:tag name="BUILD" val="5/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6"/>
  <p:tag name="CAL" val="6.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2"/>
  <p:tag name="LAYOUT" val="conversa"/>
  <p:tag name="BUILD" val="6/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6"/>
  <p:tag name="CAL" val="6.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2"/>
  <p:tag name="LAYOUT" val="conversa"/>
  <p:tag name="BUILD" val="7/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6"/>
  <p:tag name="CAL" val="6.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3"/>
  <p:tag name="LAYOUT" val="tabela"/>
  <p:tag name="BUILD" val="1/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06.8"/>
  <p:tag name="CAL" val="5.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3"/>
  <p:tag name="LAYOUT" val="tabela"/>
  <p:tag name="BUILD" val="2/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06.8"/>
  <p:tag name="CAL" val="5.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3"/>
  <p:tag name="LAYOUT" val="tabela"/>
  <p:tag name="BUILD" val="3/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06.8"/>
  <p:tag name="CAL" val="5.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3"/>
  <p:tag name="LAYOUT" val="tabela"/>
  <p:tag name="BUILD" val="4/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06.8"/>
  <p:tag name="CAL" val="5.9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4"/>
  <p:tag name="LAYOUT" val="cards3"/>
  <p:tag name="BUILD" val="1/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80.7"/>
  <p:tag name="CAL" val="5.6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4"/>
  <p:tag name="LAYOUT" val="cards3"/>
  <p:tag name="BUILD" val="2/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80.7"/>
  <p:tag name="CAL" val="5.6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4"/>
  <p:tag name="LAYOUT" val="cards3"/>
  <p:tag name="BUILD" val="3/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80.7"/>
  <p:tag name="CAL" val="5.6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1"/>
  <p:tag name="ITEM" val="4"/>
  <p:tag name="LAYOUT" val="cards3"/>
  <p:tag name="BUILD" val="4/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80.7"/>
  <p:tag name="CAL" val="5.6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4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5"/>
  <p:tag name="LAYOUT" val="divisor"/>
  <p:tag name="BUILD" val="1/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540"/>
  <p:tag name="CAL" val="14.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6"/>
  <p:tag name="LAYOUT" val="cards3"/>
  <p:tag name="BUILD" val="1/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37.3"/>
  <p:tag name="CAL" val="5.9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6"/>
  <p:tag name="LAYOUT" val="cards3"/>
  <p:tag name="BUILD" val="2/3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37.3"/>
  <p:tag name="CAL" val="5.9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6"/>
  <p:tag name="LAYOUT" val="cards3"/>
  <p:tag name="BUILD" val="3/3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37.3"/>
  <p:tag name="CAL" val="5.9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7"/>
  <p:tag name="LAYOUT" val="imagem"/>
  <p:tag name="BUILD" val="1/3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630"/>
  <p:tag name="CY" val="297.5"/>
  <p:tag name="CAL" val="8.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7"/>
  <p:tag name="LAYOUT" val="imagem"/>
  <p:tag name="BUILD" val="2/3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630"/>
  <p:tag name="CY" val="297.5"/>
  <p:tag name="CAL" val="8.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7"/>
  <p:tag name="LAYOUT" val="imagem"/>
  <p:tag name="BUILD" val="3/3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630"/>
  <p:tag name="CY" val="297.5"/>
  <p:tag name="CAL" val="8.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8"/>
  <p:tag name="LAYOUT" val="circulo"/>
  <p:tag name="BUILD" val="1/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540"/>
  <p:tag name="CAL" val="14.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9"/>
  <p:tag name="LAYOUT" val="ramos"/>
  <p:tag name="BUILD" val="1/3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5"/>
  <p:tag name="CAL" val="7.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9"/>
  <p:tag name="LAYOUT" val="ramos"/>
  <p:tag name="BUILD" val="2/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5"/>
  <p:tag name="CAL" val="7.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2"/>
  <p:tag name="ITEM" val="9"/>
  <p:tag name="LAYOUT" val="ramos"/>
  <p:tag name="BUILD" val="3/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2.5"/>
  <p:tag name="CAL" val="7.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0"/>
  <p:tag name="LAYOUT" val="divisor"/>
  <p:tag name="BUILD" val="1/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540"/>
  <p:tag name="CAL" val="14.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1"/>
  <p:tag name="LAYOUT" val="citacao"/>
  <p:tag name="BUILD" val="1/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51.2"/>
  <p:tag name="CAL" val="3.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2"/>
  <p:tag name="LAYOUT" val="decisoes"/>
  <p:tag name="BUILD" val="1/5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3.0"/>
  <p:tag name="CAL" val="4.5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2"/>
  <p:tag name="LAYOUT" val="decisoes"/>
  <p:tag name="BUILD" val="2/5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3.0"/>
  <p:tag name="CAL" val="4.5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2"/>
  <p:tag name="LAYOUT" val="decisoes"/>
  <p:tag name="BUILD" val="3/5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3.0"/>
  <p:tag name="CAL" val="4.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2"/>
  <p:tag name="LAYOUT" val="decisoes"/>
  <p:tag name="BUILD" val="4/5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3.0"/>
  <p:tag name="CAL" val="4.5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2"/>
  <p:tag name="LAYOUT" val="decisoes"/>
  <p:tag name="BUILD" val="5/5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3.0"/>
  <p:tag name="CAL" val="4.5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3"/>
  <p:tag name="LAYOUT" val="regua"/>
  <p:tag name="BUILD" val="1/5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58.1"/>
  <p:tag name="CAL" val="7.3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3"/>
  <p:tag name="LAYOUT" val="regua"/>
  <p:tag name="BUILD" val="2/5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58.1"/>
  <p:tag name="CAL" val="7.3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3"/>
  <p:tag name="LAYOUT" val="regua"/>
  <p:tag name="BUILD" val="3/5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58.1"/>
  <p:tag name="CAL" val="7.3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3"/>
  <p:tag name="LAYOUT" val="regua"/>
  <p:tag name="BUILD" val="4/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58.1"/>
  <p:tag name="CAL" val="7.3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3"/>
  <p:tag name="ITEM" val="13"/>
  <p:tag name="LAYOUT" val="regua"/>
  <p:tag name="BUILD" val="5/5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58.1"/>
  <p:tag name="CAL" val="7.3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5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4"/>
  <p:tag name="LAYOUT" val="divisor"/>
  <p:tag name="BUILD" val="1/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540"/>
  <p:tag name="CAL" val="14.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5"/>
  <p:tag name="LAYOUT" val="codigo"/>
  <p:tag name="BUILD" val="1/2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39.5"/>
  <p:tag name="CAL" val="6.0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5"/>
  <p:tag name="LAYOUT" val="codigo"/>
  <p:tag name="BUILD" val="2/2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39.5"/>
  <p:tag name="CAL" val="6.0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0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6"/>
  <p:tag name="LAYOUT" val="padrao"/>
  <p:tag name="BUILD" val="1/3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32.4"/>
  <p:tag name="CAL" val="6.7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6"/>
  <p:tag name="LAYOUT" val="padrao"/>
  <p:tag name="BUILD" val="2/3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32.4"/>
  <p:tag name="CAL" val="6.7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6"/>
  <p:tag name="LAYOUT" val="padrao"/>
  <p:tag name="BUILD" val="3/3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32.4"/>
  <p:tag name="CAL" val="6.7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7"/>
  <p:tag name="LAYOUT" val="contraste"/>
  <p:tag name="BUILD" val="1/2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21.4"/>
  <p:tag name="CAL" val="-1.8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7"/>
  <p:tag name="LAYOUT" val="contraste"/>
  <p:tag name="BUILD" val="2/2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21.4"/>
  <p:tag name="CAL" val="-1.8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8"/>
  <p:tag name="LAYOUT" val="imagem"/>
  <p:tag name="BUILD" val="1/3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630"/>
  <p:tag name="CY" val="324.9"/>
  <p:tag name="CAL" val="-1.3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8"/>
  <p:tag name="LAYOUT" val="imagem"/>
  <p:tag name="BUILD" val="2/3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630"/>
  <p:tag name="CY" val="324.9"/>
  <p:tag name="CAL" val="-1.3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4"/>
  <p:tag name="ITEM" val="18"/>
  <p:tag name="LAYOUT" val="imagem"/>
  <p:tag name="BUILD" val="3/3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IMAGEM"/>
  <p:tag name="FRAME" val="0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630"/>
  <p:tag name="CY" val="324.9"/>
  <p:tag name="CAL" val="-1.3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5"/>
  <p:tag name="ITEM" val="19"/>
  <p:tag name="LAYOUT" val="divisor"/>
  <p:tag name="BUILD" val="1/1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540"/>
  <p:tag name="CAL" val="14.0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5"/>
  <p:tag name="ITEM" val="20"/>
  <p:tag name="LAYOUT" val="caminhos"/>
  <p:tag name="BUILD" val="1/2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0.5"/>
  <p:tag name="CAL" val="4.5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5"/>
  <p:tag name="ITEM" val="20"/>
  <p:tag name="LAYOUT" val="caminhos"/>
  <p:tag name="BUILD" val="2/2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30.5"/>
  <p:tag name="CAL" val="4.5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5"/>
  <p:tag name="ITEM" val="21"/>
  <p:tag name="LAYOUT" val="conversa"/>
  <p:tag name="BUILD" val="1/3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20.5"/>
  <p:tag name="CAL" val="7.0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5"/>
  <p:tag name="ITEM" val="21"/>
  <p:tag name="LAYOUT" val="conversa"/>
  <p:tag name="BUILD" val="2/3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20.5"/>
  <p:tag name="CAL" val="7.0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5"/>
  <p:tag name="ITEM" val="21"/>
  <p:tag name="LAYOUT" val="conversa"/>
  <p:tag name="BUILD" val="3/3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20.5"/>
  <p:tag name="CAL" val="7.0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2"/>
  <p:tag name="LAYOUT" val="divisor"/>
  <p:tag name="BUILD" val="1/1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540"/>
  <p:tag name="CAL" val="14.0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3"/>
  <p:tag name="LAYOUT" val="circulo"/>
  <p:tag name="BUILD" val="1/1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540"/>
  <p:tag name="CAL" val="12.0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4"/>
  <p:tag name="LAYOUT" val="timeline"/>
  <p:tag name="BUILD" val="1/5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66.5"/>
  <p:tag name="CAL" val="6.0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4"/>
  <p:tag name="LAYOUT" val="timeline"/>
  <p:tag name="BUILD" val="2/5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66.5"/>
  <p:tag name="CAL" val="6.0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4"/>
  <p:tag name="LAYOUT" val="timeline"/>
  <p:tag name="BUILD" val="3/5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66.5"/>
  <p:tag name="CAL" val="6.0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4"/>
  <p:tag name="LAYOUT" val="timeline"/>
  <p:tag name="BUILD" val="4/5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66.5"/>
  <p:tag name="CAL" val="6.0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4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4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4"/>
  <p:tag name="LAYOUT" val="timeline"/>
  <p:tag name="BUILD" val="5/5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266.5"/>
  <p:tag name="CAL" val="6.0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4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4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5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5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5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5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5"/>
  <p:tag name="LAYOUT" val="criterio"/>
  <p:tag name="BUILD" val="1/3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9.4"/>
  <p:tag name="CAL" val="7.7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5"/>
  <p:tag name="LAYOUT" val="criterio"/>
  <p:tag name="BUILD" val="2/3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9.4"/>
  <p:tag name="CAL" val="7.7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5"/>
  <p:tag name="LAYOUT" val="criterio"/>
  <p:tag name="BUILD" val="3/3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9.4"/>
  <p:tag name="CAL" val="7.7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6"/>
  <p:tag name="LAYOUT" val="numeros"/>
  <p:tag name="BUILD" val="1/3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5.7"/>
  <p:tag name="CAL" val="5.6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6"/>
  <p:tag name="LAYOUT" val="numeros"/>
  <p:tag name="BUILD" val="2/3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5.7"/>
  <p:tag name="CAL" val="5.6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2.6"/>
  <p:tag name="ITEM" val="26"/>
  <p:tag name="LAYOUT" val="numeros"/>
  <p:tag name="BUILD" val="3/3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75.7"/>
  <p:tag name="CAL" val="5.6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27"/>
  <p:tag name="LAYOUT" val="divisor"/>
  <p:tag name="BUILD" val="1/1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540"/>
  <p:tag name="CAL" val="14.0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28"/>
  <p:tag name="LAYOUT" val="ciclo"/>
  <p:tag name="BUILD" val="1/5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347.5"/>
  <p:tag name="CAL" val="-1.0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28"/>
  <p:tag name="LAYOUT" val="ciclo"/>
  <p:tag name="BUILD" val="2/5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347.5"/>
  <p:tag name="CAL" val="-1.0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28"/>
  <p:tag name="LAYOUT" val="ciclo"/>
  <p:tag name="BUILD" val="3/5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347.5"/>
  <p:tag name="CAL" val="-1.0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28"/>
  <p:tag name="LAYOUT" val="ciclo"/>
  <p:tag name="BUILD" val="4/5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347.5"/>
  <p:tag name="CAL" val="-1.0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28"/>
  <p:tag name="LAYOUT" val="ciclo"/>
  <p:tag name="BUILD" val="5/5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347.5"/>
  <p:tag name="CAL" val="-1.0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4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5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29"/>
  <p:tag name="LAYOUT" val="lista"/>
  <p:tag name="BUILD" val="1/3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83.4"/>
  <p:tag name="CAL" val="6.7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29"/>
  <p:tag name="LAYOUT" val="lista"/>
  <p:tag name="BUILD" val="2/3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83.4"/>
  <p:tag name="CAL" val="6.7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29"/>
  <p:tag name="LAYOUT" val="lista"/>
  <p:tag name="BUILD" val="3/3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183.4"/>
  <p:tag name="CAL" val="6.7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1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1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2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2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RMA"/>
  <p:tag name="FRAME" val="3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3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" val="4.5"/>
  <p:tag name="ITEM" val="30"/>
  <p:tag name="LAYOUT" val="hero"/>
  <p:tag name="BUILD" val="1/1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EU"/>
  <p:tag name="FRAME" val="0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ULO"/>
  <p:tag name="FRAME" val="0"/>
  <p:tag name="CX" val="960"/>
  <p:tag name="CY" val="361.2"/>
  <p:tag name="CAL" val="-2.9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O"/>
  <p:tag name="FRAME" val="0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5989</Words>
  <Application>Microsoft Office PowerPoint</Application>
  <PresentationFormat>Personalizar</PresentationFormat>
  <Paragraphs>720</Paragraphs>
  <Slides>79</Slides>
  <Notes>79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79</vt:i4>
      </vt:variant>
    </vt:vector>
  </HeadingPairs>
  <TitlesOfParts>
    <vt:vector size="87" baseType="lpstr">
      <vt:lpstr>Encode Sans</vt:lpstr>
      <vt:lpstr>Segoe UI Symbol</vt:lpstr>
      <vt:lpstr>Encode Sans SemiBold</vt:lpstr>
      <vt:lpstr>Arial</vt:lpstr>
      <vt:lpstr>Roboto</vt:lpstr>
      <vt:lpstr>Ubuntu Mono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Stephanie Oliveira</cp:lastModifiedBy>
  <cp:revision>7</cp:revision>
  <dcterms:created xsi:type="dcterms:W3CDTF">2026-05-21T14:37:33Z</dcterms:created>
  <dcterms:modified xsi:type="dcterms:W3CDTF">2026-09-17T19:45:42Z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0x0101004E133AF67FF10146B05A1D97AC567966</vt:lpwstr>
  </property>
  <property fmtid="{D5CDD505-2E9C-101B-9397-08002B2CF9AE}" pid="3" name="MediaServiceImageTags">
    <vt:lpwstr/>
  </property>
</Properties>
</file>