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8072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 E CONFORMIDADE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138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e LGPD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5F6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conformidade responsável em produtos com 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41655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de código, sem deploy — encerramento do curso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são guardrails?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um guardrail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 operacional, não feature.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 usuário e empresa.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código, não é intenção em prompt.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guardrails reais do código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Guardrail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tool_choice forçado pra saída estruturada crítica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agent.js, nota-fiscal.js, juiz da Aula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Validação de domínio + formato antes de confiar em dado externo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sefaz.js — só .gov.br + chave de 44 dígitos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"Perguntar em vez de chutar" como guardrail de produto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intencao-efeitos.js — porcionamento sem número vira pergunta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Guarda-corpo de URL antes de publicar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receita-premium.js — confere contra o feed RSS antes de postar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 Auth como guardrail de custo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APP_USER/APP_PASSWORD — SDD.md §8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fio comum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desses guardrails confia em pedir por linguagem natural quando a saída importa.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Reconecta com o achado §11.3, já visto nas Aulas 2 e 3: prompt pede, código garante.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com o usuário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não é aviso legal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 texto de rodapé genérico.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produto dizer, no momento certo, o que sabe fazer e o que não sabe.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Acontece no momento da limitação, não antes dela.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 real: a foto do cupom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 PR #4: uma foto de cupom não gerava resposta nenhuma — nem log, nem trace, nem mensagem.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do fix: "ainda não sei ler foto de cupom, me manda o link do QR ou o texto".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bug real não era "não saber ler foto" — sistemas têm limite. O bug era não dizer que não sabia.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Admitir já é corrigir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resposta "não sei fazer isso" é mais transparente — e mais barata de construir — que fingir que processou algo que não processou.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4096512"/>
            <a:ext cx="54864" cy="640080"/>
          </a:xfrm>
          <a:prstGeom prst="rect">
            <a:avLst/>
          </a:prstGeom>
          <a:solidFill>
            <a:srgbClr val="0429B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409651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Admitir a limitação já é uma correção — o bug não era não saber ler, era não dizer.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na prática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sensível não é só CPF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Rotina familiar, hábito de consumo, identidade em conversa privada — tudo isso é dado pessoal sob LGPD.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comeram, o que desejam, quanto gastaram: dado de rotina, íntimo o suficiente pra merecer cuidado.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Chef Caseiro coleta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telegram_chat_id e telegram_user_id — identificam pessoas reais, ligados a actors (chef/musa).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pensamentos — o log cru de tudo que os dois atores conversam sobre comida em casa.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de estoque ligados à casa.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proteção está — e onde não está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desligado de propósito — decisão documentada (SDD.md §13.8), aceitável só no escopo de household único.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Proteção real: só SUPABASE_SERVICE_ROLE_KEY toca essas tabelas, nunca o browser.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Auth funciona como gate de acesso — não como controle de LGPD.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em aberto: quem tem direito de pedir exclusão desses dados, e o produto tem como atender hoje?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de conformidade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5.4 — CHECKLIST, SEÇÃO 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Chef Caseiro está hoje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Saída estruturada crítica não depende só de prompt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Dado externo validado antes de confiar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(SEFAZ)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Pergunta em vez de estimar quando falta informação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(porcionamento, lista de compras)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Saída de IA que vira ação pública é conferida antes de publicar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 (receita premium)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Acesso a recurso pago tem limite de custo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Parcial (Basic Auth, sem rate limit)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Cálculo determinístico não é feito pela LLM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Quase sempre — 1 exceção documentada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5.4 — CHECKLIST, SEÇÃO TRANSPARÊNCIA E LGPD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Chef Caseiro está hoje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5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0C5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Nenhum caminho termina em silêncio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Corrigido no Telegram (PR #4); não é garantia estrutural única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produto diz o que não sabe fazer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Sim, desde o PR #4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Erros não são engolidos por tratamento defensivo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Corrigido caso a caso (convenção semSilencio)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Falha silenciosa de estado é monitorada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— episódio C, preservado de propósito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acesso a nível de linha (RLS)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— desligado de propósito, decisão documentada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Política de retenção/exclusão de dado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116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existe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está em falta, sem rodeio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 silenciosa de estado não é monitorada — o episódio C fica sem correção, por decisão explícita.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desligado — aceitável só no escopo atual (household único), não num produto multi-tenant real.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política de retenção/exclusão de dado — reconhecido aqui pela primeira vez em documento formal.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checklist não é uma lista de "está tudo certo" — é "aqui estamos, aqui está o que falta".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aprendemos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é limite em código, não intenção em prompt.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é o produto dizer, no momento certo, o que não sabe fazer — admitir já é corrigir.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 começa em identificar que dado de rotina também é dado pessoal.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checklist formaliza os três pontos como algo aplicável a qualquer produto, não só a este.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429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5F6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1965960"/>
            <a:ext cx="8138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pilares, com conteúdo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(Aula 2) — critério mensurável + Claude-as-judge com saída forçada, Score no Langfuse.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 (Aulas 3 e 4) — trace real, custo real, quatro padrões de falha detectados e corrigidos ao vivo.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responsável (Aula 5) — guardrail em código, transparência como comportamento, LGPD como prática.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2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VÍDEO 5.6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0C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Chef Caseiro provou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0"/>
          </a:xfrm>
          <a:prstGeom prst="line">
            <a:avLst/>
          </a:prstGeom>
          <a:noFill/>
          <a:ln w="19050">
            <a:solidFill>
              <a:srgbClr val="010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13816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real corrigido ao vivo (Telegram, episódios A e B).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real preservado por decisão consciente (match de nome, episódio C).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real medido e comparado (haiku vs. sonnet).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11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dos três pilares funciona sozinho.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0C53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— Guardrails, transparência e LGPD — Evals, observabilidade e conformidade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C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F5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CONCLUÍDO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2377440"/>
            <a:ext cx="8138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Lançar é o começo.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Evals, observabilidade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conformidade sustentam</a:t>
            </a:r>
            <a:endParaRPr lang="en-US" sz="2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4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operação.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2026-09-12T11:03:08Z</dcterms:created>
  <dcterms:modified xsi:type="dcterms:W3CDTF">2026-09-12T11:03:08Z</dcterms:modified>
</cp:coreProperties>
</file>