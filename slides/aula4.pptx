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8072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EVALS, OBSERVABILIDADE E CONFORMIDADE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Detectar, diagnosticar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corrigir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5F6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prompt, dados ou modelo? diagnóstico em produção real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41655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ao vivo — master → PR #4 → PR #6 — chef.workshopee.com.br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Detectando degradação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estado em produção hoje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está em master, com as falhas do Telegram preservadas de propósito.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PRs abertos, aguardando este vídeo: #4 (diagnóstico do Telegram) e #6 (nota por foto).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importa: #4 antes do #6 — o #6 usa o avisar() que o #4 introduz.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4.1 — DADO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 de custo, por operação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48640"/>
                <a:gridCol w="1554480"/>
                <a:gridCol w="173736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médio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Latência média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custo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mediar-cardapio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US$ 0,1121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sugerir-receita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US$ 0,0227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ingerir-relato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US$ 0,0051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2,6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ingerir-nota-fiscal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US$ 0,0080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3,9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receita-premium-semanal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US$ 0,0157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 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das chamadas, 68% da conta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Mediador de cardápio concentra o custo — não a frequência.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argumento mais concreto pra separar o eixo de geração do eixo de ingestão.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PR #6 entram três eixos trocáveis ao vivo: model, modelIngestao e modelVisao.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Diagnosticando a causa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4.2 — EPISÓDIO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tratamento de erro apagou a evidência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"fetch failed" no log, com 8 microssegundos de diferença.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chamada de rede real acontece nesse tempo.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linha não é uma nova falha: é o próprio aviso de erro falhando dentro do catch, engolindo o erro original.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tratamento de erro apagou a evidência do próprio erro.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4.2 — EPISÓDIO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falha perfeitamente silenciosa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 do cupom enviada: nenhum log, nenhum trace, nenhuma escrita, nenhuma resposta.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getWebhookInfo do Telegram confirma entrega — 0 pendentes, sem erros.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eliminação: um return mudo para mensagens sem .text (foto/áudio).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canal confirma a entrega e o sistema não registra nada, onde está a mensagem?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4.2 — EPISÓDIO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acertou, o código errou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"Comemos 3 porções de lasagna, 1 e 1/2 para cada!" — classificado perfeitamente pelo agente.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item_nome: lasagna, quantidade: 3 (com a aritmética implícita já resolvida).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estoque continuou 5/5 — o prato está gravado como lasanha; ilike '%lasagna%' não casa (gn × nh, não é acento).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Preservado de propósito: é falha de estado, não de canal — só detectável cruzando trace com estado resultante.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Prompt, dados ou modelo?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Episódios A e B: falha de canal — tratamento de erro e ausência de resposta.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Episódio C: falha de estado — o prompt e o modelo estão impecáveis.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refutação direta do reflexo "o problema é o prompt": aqui quem errou foi a camada determinística.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Corrigindo antes do usuário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4.3 — PR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remendo honesto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detalharErro() desembrulha err.cause — "fetch failed" vira "fetch failed (causa: ENOTFOUND)".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avisar() nunca derruba o fluxo — o envio do erro ganha try/catch próprio.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bot passa a dizer: "ainda não sei ler foto de cupom, me manda o link do QR ou o texto".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Admitir a limitação já é uma correção — o bug não era não saber ler, era não dizer.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4.3 — PR #6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capacidade nova: nota por foto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Ingestão de NFC-e pela URL do QR code — fetch da página pública da SEFAZ, HTML → texto.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 no mesmo extrator LLM de nota-fiscal.js, estado-agnóstico de propósito.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original (visão lê os 44 dígitos direto da foto) foi derrubado por teste — a SEFAZ-SP exige o hash que só existe dentro do QR.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Simulando o ciclo completo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consequência: taxa de erro sobe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foto entrando no fluxo, a superfície de erro aumenta.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tela de revisão de nota deixa de ser luxo — receipt_items.confirmed já existe no schema, hoje sempre true.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Gancho pro próximo PR de gaveta, combinado para ser construído depois do #6 testado.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4.4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fica como risco aceito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Truncamento por max_tokens — não corrigido de propósito, reprodução ao vivo é o próprio conteúdo.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aproximado de nome (episódio C) — não corrigir sem decidir; a saída provável é perguntar, não um algoritmo mais esperto.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aceito e documentado, não escondido — é o gancho direto pro checklist da Aula 5.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DA AULA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Nem toda falha grita — os quatro episódios reais foram encontrados olhando dado, não esperando alarme.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Admitir a limitação já é uma correção.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de canal (A, B) e falha de estado (C) exigem diagnóstico diferente — mas a mesma disciplina de observar.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Corrigir antes do usuário perceber é possível quando o dado de produção está visível.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— Detectar, diagnosticar e corrigir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CONCLUÍDA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falha gritou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sozinha. Todas foram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encontradas olhando.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2026-08-28T13:51:20Z</dcterms:created>
  <dcterms:modified xsi:type="dcterms:W3CDTF">2026-08-28T13:51:20Z</dcterms:modified>
</cp:coreProperties>
</file>