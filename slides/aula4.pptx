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0C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8072"/>
          </a:xfrm>
          <a:prstGeom prst="rect">
            <a:avLst/>
          </a:prstGeom>
          <a:solidFill>
            <a:srgbClr val="0429B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5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EVALS, OBSERVABILIDADE E CONFORMIDADE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8138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Detectar, diagnosticar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corrigir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306324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5F6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— três falhas reais em produção, e o que cada uma ensinou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441655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5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 preservada do Langfuse — Chef Caseiro, agosto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2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5F6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196596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Detectando degradação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— Detectar, diagnosticar e corrigir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4.1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Mandei a foto do cupom. E aí?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 completamente razoável de um usuário: fotografar o cupom e mandar pro bot.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nenhuma resposta, nenhuma reação na mensagem, nenhum item novo no estoque.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lado de quem usa, o produto simplesmente ignorou.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— Detectar, diagnosticar e corrigir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4.1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eu olhei — e o que encontrei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81381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tem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Resposta no Telegram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 da aplicação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nenhuma linha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Trace no Langfuse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nenhum trace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Banco de dados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getWebhookInfo do Telegram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ENTREGA CONFIRMADA — 0 pendentes, 0 erros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— Detectar, diagnosticar e corrigir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4.1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pergunta que abre o capítulo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o canal confirma a entrega e o sistema não registra nada, onde está a mensagem?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erro que grita é fácil: tem stack trace, tem alerta, alguém acorda.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ausência não dispara nada. Não existe monitor que avise que algo que deveria ter acontecido não aconteceu.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...a menos que você tenha pensado nisso antes.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— Detectar, diagnosticar e corrigir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2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5F6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196596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Diagnosticando a causa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— Detectar, diagnosticar e corrigir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4.2 — FALHA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linha, e o comentário entrega tudo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(!message || !message.text) return;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"// foto/audio: fora do escopo desta fase" — estava documentado. Eu sabia.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log, sem resposta, sem rastro: o único caminho do código que termina em silêncio absoluto.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pecado não é não saber ler foto. É não dizer que não sabe.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— Detectar, diagnosticar e corrigir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4.2 — FALHA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Oito microssegundos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erros quase idênticos no log, com 8 µs de diferença entre eles.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 chamada de rede acontece em 8 microssegundos — é fisicamente impossível.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Logo, o segundo não é uma nova tentativa: é o aviso de erro falhando dentro do catch do primeiro.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tratamento de erro apagou a evidência do erro.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— Detectar, diagnosticar e corrigir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4.2 — FALHA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Truncamento: a assinatura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81381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entrada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7.448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saída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1.024 — o teto configurado, na mosca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— Detectar, diagnosticar e corrigir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4.2 — FALHA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 resposta foi cortada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resposta termina assim: "Vou registrar o uso desses itens agora."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o bloco seguinte era a chamada da ferramenta que registra o uso.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anunciou a ação e foi cortado no meio de executá-la.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chamada ficou órfã: emitida pela metade, sem o resultado correspondente.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— Detectar, diagnosticar e corrigir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4.2 — FALHA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a requisição seguinte morre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400: tool_use ids were found without tool_result blocks immediately after: toolu_01HgWZ8...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Isso começou cosmético: por semanas, só cortava uma frase no fim da resposta.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despensa cresceu, a entrada ficou maior, e o ponto do corte se moveu — até cair dentro da chamada.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 código, mesma configuração. Só os dados mudaram de tamanho.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— Detectar, diagnosticar e corrigir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4.2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caso isolado à prevalência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eval de integridade de execução deu 0,33 nas duas operações de geração.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de cada três traces estruturalmente quebrados.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esse número: "um bug que eu vi uma vez". Com ele: um problema sistêmico.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eval não deu a solução. Deu a dimensão — e é dimensão que justifica prioridade.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— Detectar, diagnosticar e corrigir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42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5F6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196596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Corrigindo antes do usuário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— Detectar, diagnosticar e corrigir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4.3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correção mais modesta possível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não ensinei o bot a ler foto. Ainda não.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fiz ele dizer que não sabia.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"Ainda não sei ler foto de cupom — leitura por imagem é a próxima camada. Por enquanto me manda o link do QR code da nota, ou o texto dela."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capacidade técnica é exatamente a mesma nos dois casos.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— Detectar, diagnosticar e corrigir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4.3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mudou para quem usa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81381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37744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Depois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usuário sabe o que houve?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Deixa rastro no log?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Sabe o que fazer em seguida?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 mensurável?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impossível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contável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— Detectar, diagnosticar e corrigir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4.3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Admitir já é corrigir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resposta "não sei fazer isso" é mais honesta — e mais barata — que fingir que processou.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há um ganho operacional junto: o que era invisível virou dado.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eu não tinha como saber quantas pessoas tentaram mandar foto. Agora tenho.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assim que se decide se vale construir a capacidade.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— Detectar, diagnosticar e corrigir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42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5F6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196596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Simulando o ciclo completo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— Detectar, diagnosticar e corrigir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4.4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desenho que o teste derrubou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original: o modelo de visão lê os 44 dígitos da chave impressos no cupom. Óbvio, direto.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SEFAZ exige um código de segurança que só existe dentro do QR code — não está impresso em lugar nenhum.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 modelo de visão do mundo lê o que não está escrito.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 real: ler o QR, e usar visão só como degrau de recuo. Menos elegante, e funciona.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— Detectar, diagnosticar e corrigir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4.4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capacidade nova traz erro novo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leitura por foto, a taxa de erro sobe: cupom amassado, foto tremida, luz ruim.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o produto não errava nisso — porque não fazia.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tela de revisão, adiada desde o começo, deixa de ser luxo e vira necessidade.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Detectar → diagnosticar → corrigir → entregar → novo risco → recomeça.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— Detectar, diagnosticar e corrigir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4.4 — A FALHA QUE EU NÃO CORRIGI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acertou. O código errou.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Relato real: "Comemos 3 porções de lasagna, 1 e 1/2 para cada!"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 do modelo: tipo relato_refeicao, fonte caseira, item_nome "lasagna", quantidade 3.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 até resolveu que "1 e 1/2 para cada", com duas pessoas, dá 3.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erro do modelo.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— Detectar, diagnosticar e corrigir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4.4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o estoque não mudou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porções de cinco. Nenhuma foi baixada.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prato está gravado como "lasanha" (nh). O relato veio "lasagna" (gn).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busca não casou. Não é acento, não é maiúscula — é grafia.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tudo "funcionou": relato gravado, refeição registrada, o bot reagiu com 👍.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— Detectar, diagnosticar e corrigir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4.4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monitorar só o modelo não basta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gente desconfia da parte probabilística — e o erro veio da determinística.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 log, nenhum alerta, nenhum eval de resposta pegaria isso.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dava para detectar cruzando o trace com o estado resultante.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Observabilidade de produto, não só de modelo.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— Detectar, diagnosticar e corrigir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4.4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por que eu não corrigi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preguiça: eu ainda não sei qual é a correção certa.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mais tolerante resolve este caso e cria outros — "arroz" casando com "arroz doce".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saída provável não é um algoritmo mais esperto: é o sistema perguntar quando estiver em dúvida.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Distinguir o bug que se corrige hoje do bug que ainda precisa ser entendido também é operar.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— Detectar, diagnosticar e corrigir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42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5F6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196596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aprendemos?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— Detectar, diagnosticar e corrigir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4.5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aprendemos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Detectar é o mais difícil: a pior falha não é a que grita, é a que não deixa rastro.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falha pode começar cosmética e virar crash sem ninguém mexer no código.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 dão prevalência — é o que transforma anedota em decisão.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Admitir a limitação já é uma correção: converte o invisível em mensurável.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pode acertar enquanto o código erra.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 todo bug deve ser corrigido agora. Mas todo bug deve ser decidido.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— Detectar, diagnosticar e corrigir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F5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2377440"/>
            <a:ext cx="8138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falhas reais.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 delas gritou sozinha.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2026-09-12T11:03:08Z</dcterms:created>
  <dcterms:modified xsi:type="dcterms:W3CDTF">2026-09-12T11:03:08Z</dcterms:modified>
</cp:coreProperties>
</file>