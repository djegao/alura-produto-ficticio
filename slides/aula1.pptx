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lançou.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agora?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6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os três pilares da operação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4165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Caseiro em produção desde 27/07 — https://chef.workshopee.com.br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sou eu, o que já construí, por que estou ensinando isso agora.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vai conseguir fazer ao final: operar um produto com IA em produção, não só construir um.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"Lançar é fácil comparado com manter."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Lançar é o começo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não é o fim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erro mental mais comum: tratar "deploy" como linha de chegada.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IA isso é pior que com software tradicional — o modelo muda de comportamento sem você mudar uma linha de código.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versão, novo contexto, novo usuário: tudo isso já é uma mudança de comportamento.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contínuo de operação começa exatamente aqui, no dia do deploy.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Caseiro em produção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que sugere o que cozinhar com base no estoque real da casa.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doméstico real — não é seed de demonstração.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real desde 27/07: pedidos, sugestões, consumo, preferências.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E, mesmo assim, já tem um bug vivo esperando pra ser mostrado nas Aulas 3 e 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loop da operação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→ a resposta é boa?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→ o que está acontecendo em produção?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responsável → o produto respeita seus limites?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...e volta pro início. Não é uma lista — é um loop contínuo.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pilares da operação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pilares, três perguntas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Pergunta-chave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sei que a resposta é boa, sem revisar cada uma à mão?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Observabilidade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enxergo o que está acontecendo em produção sem estar olhando o tempo todo?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responsável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garanto que o produto não ultrapassa limites que protegem usuário e empresa?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eles se conectam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são sequenciais na prática — eles se alimentam.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eval mal feito não detecta a falha que a observabilidade só encontra depois.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falha de observabilidade sem guardrail vira incidente de conformidade.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formam um circuito, não uma lista de etapas.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vem a seguir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Aulas 3 e 4 — Observabilidade: monitorando, diagnosticando e corrigindo em produção.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entregar o conteúdo ainda — só o mapa.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Mapeando riscos do produto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riscos — Chef Caseiro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pergunta (sem spoiler)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Custo concentrado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acontece se o agente mais caro começar a rodar em loop, ou o preço do modelo mudar?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Correspondência de dado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se o que a pessoa disse não bater exatamente com o que está gravado no banco? O sistema avisa, ou fica quieto?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Canal que não avisa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 recebe uma mensagem que não sabe processar — devolve erro, ou finge que nunca recebeu nada?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Modelo fazendo conta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é arriscado o modelo somar números em vez de um código fazer isso, mesmo quando a conta dá certo?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1.4 — RISCO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concentrado num único agente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agente do produto é responsável por uma fração pequena das chamadas — e a maior fatia do custo.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monitorar: custo médio por operação, não só volume de chamadas.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antes de escalar: "esse agente está caro porque é bom, ou porque está desperdiçando?"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1.4 — RISCOS 2 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Silêncio como falha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errado sem alarme: o sistema registra algo, mas o registro não bate com a realidade.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que não confirma nem nega: uma mensagem chega e nada acontece — nem erro, nem sucesso.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aconteceu nada" é o sintoma mais difícil de notar — mais difícil que um erro visível.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1.4 — RISCO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fazendo aritmética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tentador deixar o modelo "só somar" um número no meio da resposta.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de ouro do projeto: matemática sempre em código, nunca pedida ao modelo.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pode dar errado quando essa regra é quebrada por um caso de borda? É a pergunta que fica em aberto.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1.4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 de fechamento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desses quatro riscos esse produto já sofreu de verdade, em produção, essa semana?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ver nas próximas aulas.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096512"/>
            <a:ext cx="54864" cy="640080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0965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Esses quatro riscos vão aparecer de novo — com nome, número e trace — nas Aulas 3 e 4.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Lançar é o começo de um ciclo, não o fim de um projeto.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pilares que sustentam esse ciclo: evals, observabilidade, conformidade responsável.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produto com IA em produção carrega riscos reais e mapeáveis.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próximas aulas mostram esses riscos acontecendo de verdade, com evidência real do Chef Caseiro.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O produto lançou. E agora?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CONCLUÍDA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Lançar é o começo.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 começa agora.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2026-09-12T11:03:08Z</dcterms:created>
  <dcterms:modified xsi:type="dcterms:W3CDTF">2026-09-12T11:03:08Z</dcterms:modified>
</cp:coreProperties>
</file>