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24387048" cy="13716000"/>
  <p:notesSz cx="13716000" cy="24387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Ciclo completo ao vivo: detectar, diagnosticar,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3.1.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3.2.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3.3.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3.4.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3.5.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3.png"/><Relationship Id="rId5" Type="http://schemas.openxmlformats.org/officeDocument/2006/relationships/image" Target="../media/image-1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3.png"/><Relationship Id="rId5" Type="http://schemas.openxmlformats.org/officeDocument/2006/relationships/image" Target="../media/image-15-3.png"/><Relationship Id="rId6" Type="http://schemas.openxmlformats.org/officeDocument/2006/relationships/image" Target="../media/image-15-3.png"/><Relationship Id="rId7" Type="http://schemas.openxmlformats.org/officeDocument/2006/relationships/image" Target="../media/image-15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3.png"/><Relationship Id="rId5" Type="http://schemas.openxmlformats.org/officeDocument/2006/relationships/image" Target="../media/image-1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3.png"/><Relationship Id="rId5" Type="http://schemas.openxmlformats.org/officeDocument/2006/relationships/image" Target="../media/image-1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3.png"/><Relationship Id="rId5" Type="http://schemas.openxmlformats.org/officeDocument/2006/relationships/image" Target="../media/image-1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3.png"/><Relationship Id="rId5" Type="http://schemas.openxmlformats.org/officeDocument/2006/relationships/image" Target="../media/image-20-3.png"/><Relationship Id="rId6" Type="http://schemas.openxmlformats.org/officeDocument/2006/relationships/image" Target="../media/image-20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0"/>
            <a:ext cx="16294608" cy="13716000"/>
          </a:xfrm>
          <a:prstGeom prst="rect">
            <a:avLst/>
          </a:prstGeom>
        </p:spPr>
      </p:pic>
      <p:pic>
        <p:nvPicPr>
          <p:cNvPr id="4" name="Image 2" descr="art\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2423160" y="1874520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EVALS, OBSERVABILIDADE E CONFORMIDADE</a:t>
            </a: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2423160" y="2697480"/>
            <a:ext cx="1316736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Observabilidade:</a:t>
            </a:r>
            <a:endParaRPr lang="en-US" sz="10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monitorando</a:t>
            </a:r>
            <a:endParaRPr lang="en-US" sz="10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em produção</a:t>
            </a:r>
            <a:endParaRPr lang="en-US" sz="10400" dirty="0"/>
          </a:p>
        </p:txBody>
      </p:sp>
      <p:sp>
        <p:nvSpPr>
          <p:cNvPr id="7" name="Text 2"/>
          <p:cNvSpPr txBox="1"/>
          <p:nvPr/>
        </p:nvSpPr>
        <p:spPr>
          <a:xfrm>
            <a:off x="2423160" y="8732520"/>
            <a:ext cx="1362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A7A9B4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 3 — lendo os dados reais do meu produto no Langfuse</a:t>
            </a:r>
            <a:endParaRPr lang="en-US" sz="3800" dirty="0"/>
          </a:p>
        </p:txBody>
      </p:sp>
      <p:sp>
        <p:nvSpPr>
          <p:cNvPr id="8" name="Text 3"/>
          <p:cNvSpPr txBox="1"/>
          <p:nvPr/>
        </p:nvSpPr>
        <p:spPr>
          <a:xfrm>
            <a:off x="2423160" y="10744200"/>
            <a:ext cx="1389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reais: 61 interações, 31/07 a 28/08, US$ 1,88 acumulado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3.1 O que é observabilidade?</a:t>
            </a:r>
            <a:endParaRPr lang="en-US" sz="9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Eu não vejo o que meu produto faz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Depois que o produto está no ar, ele conversa com gente que eu não vejo, na hora em que eu não estou.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responde “o que aconteceu aqui” — um evento solto, e só se alguém lembrou de registrar.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Observabilidade é conseguir reconstruir por que aconteceu, sem ter estado olhando na hora.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 regra que eu adotei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Nenhuma chamada da inteligência pode acontecer sem deixar rastro.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é enfeite: é a condição para eu conseguir responder qualquer pergunta depois.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o rastro começa tarde, o que aconteceu antes some — e some em silêncio.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Desligar o rastro não quebra o produto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a observabilidade desligada, o produto continua funcionando normalmente.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usuário não percebe nada. Quem fica cego é você.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por isso que ninguém cobra isso de você: não quebra o produto, quebra a sua capacidade de saber o que ele faz.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3.2 Conhecendo o Langfuse</a:t>
            </a:r>
            <a:endParaRPr lang="en-US" sz="9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3.2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Três palavras para navegar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Interação: uma conversa inteira, do pedido até a resposta. É a unidade que você abre.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Passo: cada coisa que aconteceu dentro dela — consultar o estoque, pensar, responder.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Nota: a avaliação que a gente escreveu de volta na aula passada. Hoje são 39 notas em 9 interações.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essas três você navega sozinha: abre a conversa, vê por dentro, e sabe se ela foi boa.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3.2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Ligando no seu produto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chaves saem do próprio Langfuse, na área de configurações do projeto.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São três valores que você copia e cola no arquivo de configuração do seu produto.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a parte mais fácil da aula inteira — e a que mais gente deixa para depois.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3.2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Antes e depois, ao vivo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Desligo a observabilidade e uso o produto: funciona igual, e não aparece nada no painel.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Ligo de novo e faço exatamente a mesma coisa: agora a interação aparece inteira.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Espere uns 45 segundos até o registro ficar visível. Não é erro — é a fila de chegada.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3.3 Lendo os dados de produção</a:t>
            </a:r>
            <a:endParaRPr lang="en-US" sz="9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0429BC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3.3 — DADOS REAIS (14/09)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2423160" y="2880360"/>
            <a:ext cx="1874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38 interações, US$ 1,53 acumulado</a:t>
            </a:r>
            <a:endParaRPr lang="en-US" sz="6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23160" y="5029200"/>
          <a:ext cx="19540728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1325880"/>
                <a:gridCol w="3749040"/>
                <a:gridCol w="4206240"/>
                <a:gridCol w="4315968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 que o produto faz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quantas vezes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custo por vez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demora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% do custo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Mediar o cardápio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US$ 0,1381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55,9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Receita premium da semana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US$ 0,0115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7,3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Entender um relato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17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US$ 0,0032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1,6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Ler nota por foto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US$ 0,0071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3,3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Ler uma nota fiscal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US$ 0,0054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2,7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2423160" y="10607040"/>
            <a:ext cx="19540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Nove de cada dez dólares da conta, em pouco mais de um quarto das chamadas.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3.3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26% das chamadas, 90% da conta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Mediador de cardápio não é o mais usado — é o mais caro por uso.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Pouco mais de um quarto das chamadas do produto, nove de cada dez dólares que eu pago.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Esse tipo de conclusão só aparece olhando o conjunto. Uma conversa por vez nunca mostraria isso.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3.3 — AO VIVO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Trocando o eixo, ao vivo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Mesma tarefa: entender uma frase curta e classificar o tipo de relato.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Troco o modelo no painel, mando uma mensagem, e comparamos o trace novo com um trace recente.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Essa decisão só é óbvia porque eu tenho a medição.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3.4 Padrões de falha</a:t>
            </a:r>
            <a:endParaRPr lang="en-US" sz="9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3.4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Cinco falhas que eu achei olhando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53858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257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resposta cortada no meio de uma palavra, porque bateu num limite que eu mesmo configurei.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690600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677799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erro engolido: o produto teve problema, devolveu uma lista vazia e seguiu como se nada fosse.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Duas falhas no canal do Telegram: uma apagou a própria evidência, a outra não deixou evidência nenhuma.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994638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981837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em que a inteligência acertou tudo, e mesmo assim o estoque ficou errado.</a:t>
            </a:r>
            <a:endParaRPr lang="en-US" sz="2800" dirty="0"/>
          </a:p>
        </p:txBody>
      </p:sp>
      <p:pic>
        <p:nvPicPr>
          <p:cNvPr id="15" name="Image 6" descr="art\set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11466576"/>
            <a:ext cx="475488" cy="41148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3337560" y="113385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uma quinta, achada ontem à noite, cozinhando de verdade — diferente de todas as outras.</a:t>
            </a:r>
            <a:endParaRPr lang="en-US" sz="2800" dirty="0"/>
          </a:p>
        </p:txBody>
      </p:sp>
      <p:sp>
        <p:nvSpPr>
          <p:cNvPr id="17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3.4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 resposta cortada no meio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assinatura é fácil de reconhecer: a resposta simplesmente termina no meio de uma palavra.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Acontece quando o pedido cresce e a resposta não cabe mais no limite configurado.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Deixei sem corrigir de propósito — reproduzir isso ao vivo é o conteúdo da próxima aula.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3.4 — 14/09, AO VIVO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hambúrguer que sumiu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Preparei um prato, contei pro bot, respondi a pergunta dele — três vezes, de jeitos diferentes.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Fui checar os quatro traces: os quatro estão perfeitos. Zero erro.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mesmo assim, o prato nunca entrou no estoque. Resultado líquido zero, sem uma falha visível.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3.4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as cinco têm em comum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Nenhuma delas gritou.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Nenhum usuário reclamou de nenhuma — a última, nem eu tinha certeza se o erro era meu.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uma precisou de alguém olhando o dado certo, com a pergunta certa — e esse alguém é você.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3.5 O que aprendemos?</a:t>
            </a:r>
            <a:endParaRPr lang="en-US" sz="9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FECHAMENTO DA AULA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aprendemos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Observabilidade é reconstruir a causa, não só registrar o evento.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Interação, passo e nota são o vocabulário que você precisa para navegar o painel sozinha.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dado real dá para ver para onde o dinheiro está indo — e onde trocar de modelo compensa.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Quatro falhas documentadas, nenhuma descoberta por reclamação de usuário.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3 — Observabilidade: monitorando em produção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23160" y="5029200"/>
            <a:ext cx="19540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 3 CONCLUÍDA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423160" y="5989320"/>
            <a:ext cx="17830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Ver o dado não é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abstrato — vira uma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conta que fecha.</a:t>
            </a:r>
            <a:endParaRPr lang="en-US" sz="7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ncode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2026-09-14T21:34:43Z</dcterms:created>
  <dcterms:modified xsi:type="dcterms:W3CDTF">2026-09-14T21:34:43Z</dcterms:modified>
</cp:coreProperties>
</file>