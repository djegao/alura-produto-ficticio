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monitorando em produção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lendo e interpretando dados reais com o Langfuse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reais: 68 traces, 27/07 → 22/08, US$ 1,65 acumulado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observabilidade?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vs. observabilidade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é "o que aconteceu aqui" — um evento isolado.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é "consigo reconstruir por que aconteceu", sem ter estado olhando na hora.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responde a uma pergunta diferente.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invariante do Chef Caseiro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SDD.md §8: nenhuma chamada ao Claude pode acontecer fora de uma observação do Langfuse.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feature — é requisito não-funcional.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instrumentation.js sobe o OpenTelemetry antes de qualquer outro módulo (primeiro require de server.js).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isso não acontecer primeiro, chamadas feitas antes não são capturadas.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quebra sem instrumentação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as variáveis LANGFUSE_*, o SDK ainda funciona, ainda gera trace_id.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não consegue exportar pro dashboard.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Tirar a observabilidade não quebra o produto — quebra sua capacidade de saber o que ele está fazendo.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Conhecendo o Langfuse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Trace, observation, generation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= uma interação inteira.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= cada chamada dentro dela.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pro Claude, span pra lógica, tool pra tool call.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Chef Caseiro, cada chamada e cada tool call viram observação própria, aninhada num span agent.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pegar as chaves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Cloud (us.cloud.langfuse.com) → Settings → API Keys do projeto.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LANGFUSE_SECRET_KEY / LANGFUSE_PUBLIC_KEY / LANGFUSE_BASE_URL.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depois, ao vivo e local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.env: o produto responde normalmente, mas nada aparece no Langfuse Cloud.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.env: a mesma ação gera trace visível no Langfuse.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ao lag de ~45s entre a chamada e o trace ficar consultável.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os dados de produção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3.3 — DADOS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traces, US$ 1,65 acumulado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"/>
                <a:gridCol w="1645920"/>
                <a:gridCol w="173736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médio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Latência média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custo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mediar-cardapio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US$ 0,1121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sugerir-receita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US$ 0,0227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ingerir-relato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US$ 0,0051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das chamadas, 68% da conta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Mediador de cardápio não é o mais frequente — é o mais caro por chamada.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das chamadas do produto, mais de dois terços do custo total.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tipo de insight só aparece olhando dado agregado, não uma interação por vez.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3.3 — COMPARAÇÃO DE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agente, dois modelos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22860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médio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Latência média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claude-haiku-4-5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US$ 0,00293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1,17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claude-sonnet-5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US$ 0,00563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2,99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bruto tem prazo de validade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documentei esses números, eu tinha traces desde o fim de julho.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retenção do plano é de ~30 dias. Os mais antigos simplesmente evaporaram.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trace do truncamento expirou em 11/09 — dois dias depois de eu capturá-lo.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Sobrevive o que você agregou, anotou ou transformou em documento.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sua estratégia é "está tudo guardado lá, eu vejo depois": depois pode não estar mais.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de falha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padrões de falha reais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Truncamento por max_tokens (SDD §11.4).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engolido por fallback defensivo — || [] escondendo falha de query (SDD §11.6).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Episódios A e B do Telegram — dois modos de cegueira no canal.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Episódio C — o modelo acertou, o código errou (falha de estado).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Truncamento por max_tokens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reconhecível: output tokens == max_tokens configurado (1024).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cortada no meio de uma palavra, na primeira observação.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12/08, com despensa maior: o corte pode acontecer no meio de uma tool call, deixando um tool_use órfão.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derruba a chamada seguinte com erro 400 da Anthropic. Não corrigido de propósito — reprodução ao vivo na Aula 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modelo, outro comportamento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22/08 — entrada "lasagna": o modelo extraiu "lasagna" cru, e o match falhou.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29/08 — entrada "lasagna" de novo: o modelo normalizou para "lasanha" sozinho.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prompt, mesmo modelo, sete dias de diferença.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linha de código mudou entre os dois — e o comportamento mudou.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tese da Aula 1, agora com trace dos dois lados.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3.4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padrão comum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dos quatro gritou sozinho.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precisou de alguém olhando o dado certo, na hora certa, com a pergunta certa.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096512"/>
            <a:ext cx="54864" cy="640080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0965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Detectar, diagnosticar e corrigir — é exatamente pra isso que serve a Aula 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é reconstruir a causa, não só registrar o evento — no Chef Caseiro é invariante de código.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→ observation → generation é a estrutura de dados do Langfuse.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real (68 traces, US$ 1,65) mostra onde o custo se concentra e onde trocar de modelo compensa.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padrões de falha documentados — nenhum gritou sozinho.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Observabilidade: monitorando em produção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CONCLUÍDA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dado não é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abstrato — vira uma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que fecha.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2026-09-12T11:03:08Z</dcterms:created>
  <dcterms:modified xsi:type="dcterms:W3CDTF">2026-09-12T11:03:08Z</dcterms:modified>
</cp:coreProperties>
</file>