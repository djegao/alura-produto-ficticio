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conformidade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AI Product Builder — rascunho de progresso para a coordenação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desta etapa: Aula 3 — Observabilidade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pedagógico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AI Product Builder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 capaz de transformar uma hipótese em produto funcional em produção,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IA para reduzir dependências técnicas nas etapas iniciais de construção, validação e aprendizado.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Engenharia — reduz o custo do aprendizado antes de disputar capacidade estrutural.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54864" cy="640080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0965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AI Product Builder não substitui Engenharia. Ele reduz o custo do aprendizado."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DE REFERÊNCIA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Souza, 31 anos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 digital em São Paulo, não técnica por formação.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Tensão central: sabe pensar o problema, mas depende de designers e devs para tirá-lo do papel.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 no fim do expediente — precisa aplicar o conteúdo a algo concreto imediatamente.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sem projeto próprio não funciona para essa persona.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Pirâmide do Aprendizado em Produção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este curso entra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problema continua sendo resolvido?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to be done — pré-requisito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IA entrega respostas confiáveis?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2 — Evals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usuário incorporou ao workflow?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3 — Observabilidade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 impacto para o negócio?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3/4 — consequência, não métrica isolada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CS Labs (Thomson Reuters)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constrói soluções locais para problemas que não entrariam no roadmap oficial.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Mede-se impacto e adoção real com clientes.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cura o que já provou valor.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54864" cy="640080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0965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"Nem todo problema precisa entrar imediatamente no roadmap. Alguns precisam, primeiro, provar seu valor nas mãos de quem está mais próximo do cliente."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das 5 aulas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 OFICIAL DA COORDENAÇÃO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aulas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406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produto lançou. E agora? — os três pilares da operação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Evals — avaliando a qualidade das respostas com Claude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Observabilidade — monitorando em produção com Langfuse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Detectar, diagnosticar e corrigir — prompt, dados ou modelo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Guardrails, transparência e LGPD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fictício: Chef Caseiro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DELIBERADA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mock simples a produto agêntico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Começou como ingredientes → receita, sem estado.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Evoluído porque um mock estático não sustentaria as 5 aulas — não geraria dado real suficiente para as Aulas 3 e 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PRODUTO FAZ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capacidades centrais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Ingere nota fiscal por foto — extração automática via visão.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memória ativa em Supabase, com registros atômicos.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 por estado: base (cru), ingrediente (transformado), preparado (prato pronto).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preferências persistentes do domicílio combinadas ao contexto do pedido.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estoque — decrementado só após confirmação explícita de consumo.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/ Postgres — 8 tabelas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domicílio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Preferências persistentes, atômicas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pantry_items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Estoque real: nome, quantidade, unidade, estado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 fiscais ingeridas, com status de revisão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receipt_items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Itens extraídos por visão — staging antes de virar estoque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meal_requests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 em texto livre do usuário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meal_suggestions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Sugestão gerada, com modelo/versão/trace_id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stock_consumptions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Confirmação de consumo — só aqui o estoque é abatido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AGÊNTICO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real, não dado pré-buscado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Claude decide sozinho quando consultar estoque e preferências.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consultar_estoque — filtra itens do estoque por estado.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consultar_preferencias — retorna as restrições persistentes do domicílio.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chamada vira observação própria no Langfuse, aninhada na árvore do trace.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AULA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eixos de troca ao vivo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Opções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Versão do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(bug proposital) / v2 (corrigida)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da visão (nota fiscal)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claude-fable-5 (overkill) / claude-haiku-4-5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da geração agêntica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mais fraco / claude-sonnet-5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técnico verificado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 DE PONTA A PONTA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está confirmado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1371600" cy="256032"/>
          </a:xfrm>
          <a:prstGeom prst="rect">
            <a:avLst/>
          </a:prstGeom>
          <a:solidFill>
            <a:srgbClr val="E3F3E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Instrumentação via @langfuse/tracing + otel. Traces reais confirmados via API pública.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719072"/>
            <a:ext cx="1371600" cy="256032"/>
          </a:xfrm>
          <a:prstGeom prst="rect">
            <a:avLst/>
          </a:prstGeom>
          <a:solidFill>
            <a:srgbClr val="E3F3E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19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359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tabelas no ar. Domicílio semente + 8 itens de estoque + 2 preferências inseridos.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64992"/>
            <a:ext cx="1371600" cy="256032"/>
          </a:xfrm>
          <a:prstGeom prst="rect">
            <a:avLst/>
          </a:prstGeom>
          <a:solidFill>
            <a:srgbClr val="E3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4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CONFIRMADO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com tool use real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0050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 2x (v1/v2). Cada execução gerou árvore de 5 observações no Langfuse.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364992"/>
            <a:ext cx="1371600" cy="256032"/>
          </a:xfrm>
          <a:prstGeom prst="rect">
            <a:avLst/>
          </a:prstGeom>
          <a:solidFill>
            <a:srgbClr val="EEF0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364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PENDENTE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Restante do produto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40050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fiscal, CRUD de preferências, confirmação de consumo, interface consolidada.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em 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Pedido: "Vou receber um casal de amigos para uma noite de jantar de massa com carne, queijo e vinho."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Consultou o estoque real (arroz, feijão, macarrão, carne moída, vinho, queijo ralado, molho de tomate, lasanha de sobra).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Consultou as preferências reais (evitar carne de porco, preferência por tintos secos).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Respondeu corretamente sem violar restrições — sem alucinar o que havia na despensa.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reais de desenvolvimento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bug previsto não se confirmou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prompt v1 foi desenhado para pular a consulta às ferramentas de propósito.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prática, o Sonnet 5 chamou as ferramentas nas duas versões — o bug não se reproduziu.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 conteúdo por si só: previmos uma falha por intuição, medimos, e a intuição estava errada.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de ingestão do Langfuse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trace exportado com sucesso ainda leva ~45 segundos para ficar disponível via API.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"Tempo real" em observabilidade quase nunca é instantâneo.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já escrito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CONHECENDO O LANGFUSE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seus dados de observabilidade vão morar?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Cloud — hospedado, 5 min pra configurar, plano Hobby grátis (50k eventos/mês, 30 dias). Dado fica na infra deles.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— self-hosted, controle total, mas "carece de alta disponibilidade, escala e backup" segundo a própria documentação.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real — Kubernetes/Terraform, para quem já provou valor.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escolha é, na prática, uma decisão de conformidade — o fio que volta na Aula 5 (LGPD).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 conceitual — leitura de dados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OS DADOS DE PRODUÇÃO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dado realmente significa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pico não é sempre bom sinal; queda não é sempre problema.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Latência: olhar p95/p99, não a média — ela esconde os casos que mais irritam o usuário.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técnico ≠ resposta ruim: o sistema pode responder errado com toda confiança.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ao longo do tempo depende dos evals da Aula 2 escrevendo Score no trace_id — dependência de arquitetura, não detalhe.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3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OFICIAL DA ALURA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e layouts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234440" cy="685800"/>
          </a:xfrm>
          <a:prstGeom prst="rect">
            <a:avLst/>
          </a:prstGeom>
          <a:solidFill>
            <a:srgbClr val="010C53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Universe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#010C53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47088" y="1508760"/>
            <a:ext cx="1234440" cy="685800"/>
          </a:xfrm>
          <a:prstGeom prst="rect">
            <a:avLst/>
          </a:prstGeom>
          <a:solidFill>
            <a:srgbClr val="011676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Blue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#011676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91256" y="1508760"/>
            <a:ext cx="1234440" cy="685800"/>
          </a:xfrm>
          <a:prstGeom prst="rect">
            <a:avLst/>
          </a:prstGeom>
          <a:solidFill>
            <a:srgbClr val="0429BC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Blue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91256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#0429BC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35424" y="1508760"/>
            <a:ext cx="1234440" cy="685800"/>
          </a:xfrm>
          <a:prstGeom prst="rect">
            <a:avLst/>
          </a:prstGeom>
          <a:solidFill>
            <a:srgbClr val="1F53E5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Blue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#1F53E5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79592" y="1508760"/>
            <a:ext cx="1234440" cy="685800"/>
          </a:xfrm>
          <a:prstGeom prst="rect">
            <a:avLst/>
          </a:prstGeom>
          <a:solidFill>
            <a:srgbClr val="0C0C0E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Black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79592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#0C0C0E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23760" y="1508760"/>
            <a:ext cx="1234440" cy="685800"/>
          </a:xfrm>
          <a:prstGeom prst="rect">
            <a:avLst/>
          </a:prstGeom>
          <a:solidFill>
            <a:srgbClr val="F4F5F6"/>
          </a:solidFill>
          <a:ln w="6350">
            <a:solidFill>
              <a:srgbClr val="D8D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23113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0C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Snow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243230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167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#F4F5F6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 DISPONÍVEIS NO TEMPLATE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· Divisor de seção · Título + parágrafo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com 3 tópicos em bullet · Citação/depoimento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(01-04) · Infográfico 3 colunas · Encerramento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 construir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Ingestão de nota fiscal (upload + visão)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de preferências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Confirmação de consumo (abate de estoque)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consolidada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Decisão: reforçar bug do v1 ou manter achado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aberto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Roteiro: "Lendo os dados" e "Padrões de falha"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 pronto, texto pendente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 2 (Evals) — pipeline Score no Langfuse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iniciada — bloqueia dado real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Aulas 1, 4 e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iniciadas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 — rascunho de progresso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de progresso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e conteúdo construídos e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verificados em tempo real — não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planejados em teoria.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2026-07-27T20:31:41Z</dcterms:created>
  <dcterms:modified xsi:type="dcterms:W3CDTF">2026-07-27T20:31:41Z</dcterms:modified>
</cp:coreProperties>
</file>